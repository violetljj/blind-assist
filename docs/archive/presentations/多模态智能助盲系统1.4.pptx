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26"/>
  </p:handoutMasterIdLst>
  <p:sldIdLst>
    <p:sldId id="258" r:id="rId3"/>
    <p:sldId id="332" r:id="rId4"/>
    <p:sldId id="266" r:id="rId6"/>
    <p:sldId id="273" r:id="rId7"/>
    <p:sldId id="315" r:id="rId8"/>
    <p:sldId id="272" r:id="rId9"/>
    <p:sldId id="324" r:id="rId10"/>
    <p:sldId id="325" r:id="rId11"/>
    <p:sldId id="289" r:id="rId12"/>
    <p:sldId id="312" r:id="rId13"/>
    <p:sldId id="326" r:id="rId14"/>
    <p:sldId id="327" r:id="rId15"/>
    <p:sldId id="328" r:id="rId16"/>
    <p:sldId id="310" r:id="rId17"/>
    <p:sldId id="320" r:id="rId18"/>
    <p:sldId id="277" r:id="rId19"/>
    <p:sldId id="314" r:id="rId20"/>
    <p:sldId id="331" r:id="rId21"/>
    <p:sldId id="329" r:id="rId22"/>
    <p:sldId id="330" r:id="rId23"/>
    <p:sldId id="313" r:id="rId24"/>
    <p:sldId id="257" r:id="rId25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99C8"/>
    <a:srgbClr val="438DD1"/>
    <a:srgbClr val="4BA495"/>
    <a:srgbClr val="5092C6"/>
    <a:srgbClr val="3F8C8B"/>
    <a:srgbClr val="3079A5"/>
    <a:srgbClr val="54B49F"/>
    <a:srgbClr val="58BCA0"/>
    <a:srgbClr val="3E87C1"/>
    <a:srgbClr val="CAE8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22" d="100"/>
          <a:sy n="122" d="100"/>
        </p:scale>
        <p:origin x="72" y="82"/>
      </p:cViewPr>
      <p:guideLst>
        <p:guide orient="horz" pos="2159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0" Type="http://schemas.openxmlformats.org/officeDocument/2006/relationships/tags" Target="tags/tag38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18369401107197"/>
          <c:y val="0.0796875"/>
          <c:w val="0.845817815802718"/>
          <c:h val="0.755937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主营业务收入</c:v>
                </c:pt>
              </c:strCache>
            </c:strRef>
          </c:tx>
          <c:spPr>
            <a:solidFill>
              <a:srgbClr val="D4A056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2026E</c:v>
                </c:pt>
                <c:pt idx="1">
                  <c:v>2027E</c:v>
                </c:pt>
                <c:pt idx="2">
                  <c:v>2028E</c:v>
                </c:pt>
                <c:pt idx="3">
                  <c:v>2029E</c:v>
                </c:pt>
                <c:pt idx="4">
                  <c:v>2030E</c:v>
                </c:pt>
                <c:pt idx="5">
                  <c:v>2031E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300</c:v>
                </c:pt>
                <c:pt idx="1">
                  <c:v>800</c:v>
                </c:pt>
                <c:pt idx="2">
                  <c:v>1800</c:v>
                </c:pt>
                <c:pt idx="3">
                  <c:v>3500</c:v>
                </c:pt>
                <c:pt idx="4">
                  <c:v>6000</c:v>
                </c:pt>
                <c:pt idx="5">
                  <c:v>9000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0"/>
        <c:axId val="2094734554"/>
        <c:axId val="2094734552"/>
      </c:barChart>
      <c:lineChart>
        <c:grouping val="none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净利率%</c:v>
                </c:pt>
              </c:strCache>
            </c:strRef>
          </c:tx>
          <c:spPr>
            <a:ln w="25400" cap="flat" cmpd="sng" algn="ctr">
              <a:solidFill>
                <a:srgbClr val="1B283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2838"/>
              </a:solidFill>
              <a:ln w="9525" cap="flat" cmpd="sng" algn="ctr">
                <a:solidFill>
                  <a:srgbClr val="1B2838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2026E</c:v>
                </c:pt>
                <c:pt idx="1">
                  <c:v>2027E</c:v>
                </c:pt>
                <c:pt idx="2">
                  <c:v>2028E</c:v>
                </c:pt>
                <c:pt idx="3">
                  <c:v>2029E</c:v>
                </c:pt>
                <c:pt idx="4">
                  <c:v>2030E</c:v>
                </c:pt>
                <c:pt idx="5">
                  <c:v>2031E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-20</c:v>
                </c:pt>
                <c:pt idx="1">
                  <c:v>-8</c:v>
                </c:pt>
                <c:pt idx="2">
                  <c:v>5</c:v>
                </c:pt>
                <c:pt idx="3">
                  <c:v>10</c:v>
                </c:pt>
                <c:pt idx="4">
                  <c:v>14</c:v>
                </c:pt>
                <c:pt idx="5">
                  <c:v>16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9BA5B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141B24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0DCD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5A6573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5A6573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rgbClr val="5A657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b4427916-3381-40e7-8aa5-bfb9eb51c888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0E52-08A8-43DE-958F-DDB091D3D7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A4453-AC6D-4D26-9452-C34125B51F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0E52-08A8-43DE-958F-DDB091D3D7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A4453-AC6D-4D26-9452-C34125B51F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0E52-08A8-43DE-958F-DDB091D3D7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A4453-AC6D-4D26-9452-C34125B51F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0E52-08A8-43DE-958F-DDB091D3D7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A4453-AC6D-4D26-9452-C34125B51F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0E52-08A8-43DE-958F-DDB091D3D7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A4453-AC6D-4D26-9452-C34125B51F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0E52-08A8-43DE-958F-DDB091D3D7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A4453-AC6D-4D26-9452-C34125B51F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0E52-08A8-43DE-958F-DDB091D3D7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A4453-AC6D-4D26-9452-C34125B51F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0E52-08A8-43DE-958F-DDB091D3D7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A4453-AC6D-4D26-9452-C34125B51F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0E52-08A8-43DE-958F-DDB091D3D7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A4453-AC6D-4D26-9452-C34125B51F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0E52-08A8-43DE-958F-DDB091D3D7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A4453-AC6D-4D26-9452-C34125B51F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0E52-08A8-43DE-958F-DDB091D3D7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A4453-AC6D-4D26-9452-C34125B51F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blipFill dpi="0" rotWithShape="1">
          <a:blip r:embed="rId2" cstate="email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144" y="42388"/>
            <a:ext cx="3954260" cy="749229"/>
          </a:xfrm>
          <a:prstGeom prst="rect">
            <a:avLst/>
          </a:prstGeom>
        </p:spPr>
      </p:pic>
      <p:pic>
        <p:nvPicPr>
          <p:cNvPr id="2" name="图片 1" descr="未标题-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95853" y="161164"/>
            <a:ext cx="1909677" cy="5116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3789216"/>
            <a:ext cx="12192000" cy="3069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805">
              <a:solidFill>
                <a:srgbClr val="FFFFFF"/>
              </a:solidFill>
            </a:endParaRPr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072331" y="6453637"/>
            <a:ext cx="2844800" cy="476272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</a:fld>
            <a:endParaRPr lang="zh-CN" alt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-2"/>
            <a:ext cx="12192000" cy="68815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90902" y="-8025"/>
            <a:ext cx="3861210" cy="704202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5926897" y="0"/>
            <a:ext cx="73844" cy="6881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6112042" y="-8025"/>
            <a:ext cx="1986881" cy="6961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24589" y="10544"/>
            <a:ext cx="5462419" cy="66157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9144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6736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736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4328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28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70E52-08A8-43DE-958F-DDB091D3D7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4453-AC6D-4D26-9452-C34125B51F1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1.xml"/><Relationship Id="rId2" Type="http://schemas.openxmlformats.org/officeDocument/2006/relationships/image" Target="../media/image5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3" Type="http://schemas.openxmlformats.org/officeDocument/2006/relationships/notesSlide" Target="../notesSlides/notesSlide1.xml"/><Relationship Id="rId22" Type="http://schemas.openxmlformats.org/officeDocument/2006/relationships/slideLayout" Target="../slideLayouts/slideLayout16.xml"/><Relationship Id="rId21" Type="http://schemas.openxmlformats.org/officeDocument/2006/relationships/tags" Target="../tags/tag31.xml"/><Relationship Id="rId20" Type="http://schemas.openxmlformats.org/officeDocument/2006/relationships/tags" Target="../tags/tag30.xml"/><Relationship Id="rId2" Type="http://schemas.openxmlformats.org/officeDocument/2006/relationships/tags" Target="../tags/tag12.xml"/><Relationship Id="rId19" Type="http://schemas.openxmlformats.org/officeDocument/2006/relationships/tags" Target="../tags/tag29.xml"/><Relationship Id="rId18" Type="http://schemas.openxmlformats.org/officeDocument/2006/relationships/tags" Target="../tags/tag28.xml"/><Relationship Id="rId17" Type="http://schemas.openxmlformats.org/officeDocument/2006/relationships/tags" Target="../tags/tag27.xml"/><Relationship Id="rId16" Type="http://schemas.openxmlformats.org/officeDocument/2006/relationships/tags" Target="../tags/tag26.xml"/><Relationship Id="rId15" Type="http://schemas.openxmlformats.org/officeDocument/2006/relationships/tags" Target="../tags/tag25.xml"/><Relationship Id="rId14" Type="http://schemas.openxmlformats.org/officeDocument/2006/relationships/tags" Target="../tags/tag24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2" Type="http://schemas.openxmlformats.org/officeDocument/2006/relationships/notesSlide" Target="../notesSlides/notesSlide2.xml"/><Relationship Id="rId31" Type="http://schemas.openxmlformats.org/officeDocument/2006/relationships/slideLayout" Target="../slideLayouts/slideLayout12.xml"/><Relationship Id="rId30" Type="http://schemas.openxmlformats.org/officeDocument/2006/relationships/tags" Target="../tags/tag32.xml"/><Relationship Id="rId3" Type="http://schemas.microsoft.com/office/2007/relationships/hdphoto" Target="../media/image7.wdp"/><Relationship Id="rId29" Type="http://schemas.openxmlformats.org/officeDocument/2006/relationships/image" Target="../media/image33.png"/><Relationship Id="rId28" Type="http://schemas.openxmlformats.org/officeDocument/2006/relationships/image" Target="../media/image32.png"/><Relationship Id="rId27" Type="http://schemas.openxmlformats.org/officeDocument/2006/relationships/image" Target="../media/image31.png"/><Relationship Id="rId26" Type="http://schemas.openxmlformats.org/officeDocument/2006/relationships/image" Target="../media/image30.png"/><Relationship Id="rId25" Type="http://schemas.openxmlformats.org/officeDocument/2006/relationships/image" Target="../media/image29.png"/><Relationship Id="rId24" Type="http://schemas.openxmlformats.org/officeDocument/2006/relationships/image" Target="../media/image28.png"/><Relationship Id="rId23" Type="http://schemas.openxmlformats.org/officeDocument/2006/relationships/image" Target="../media/image27.png"/><Relationship Id="rId22" Type="http://schemas.openxmlformats.org/officeDocument/2006/relationships/image" Target="../media/image26.png"/><Relationship Id="rId21" Type="http://schemas.openxmlformats.org/officeDocument/2006/relationships/image" Target="../media/image25.png"/><Relationship Id="rId20" Type="http://schemas.openxmlformats.org/officeDocument/2006/relationships/image" Target="../media/image24.png"/><Relationship Id="rId2" Type="http://schemas.openxmlformats.org/officeDocument/2006/relationships/image" Target="../media/image6.png"/><Relationship Id="rId19" Type="http://schemas.openxmlformats.org/officeDocument/2006/relationships/image" Target="../media/image23.png"/><Relationship Id="rId18" Type="http://schemas.openxmlformats.org/officeDocument/2006/relationships/image" Target="../media/image22.png"/><Relationship Id="rId17" Type="http://schemas.openxmlformats.org/officeDocument/2006/relationships/image" Target="../media/image21.png"/><Relationship Id="rId16" Type="http://schemas.openxmlformats.org/officeDocument/2006/relationships/image" Target="../media/image20.png"/><Relationship Id="rId15" Type="http://schemas.openxmlformats.org/officeDocument/2006/relationships/image" Target="../media/image19.png"/><Relationship Id="rId14" Type="http://schemas.openxmlformats.org/officeDocument/2006/relationships/image" Target="../media/image18.png"/><Relationship Id="rId13" Type="http://schemas.openxmlformats.org/officeDocument/2006/relationships/image" Target="../media/image17.png"/><Relationship Id="rId12" Type="http://schemas.openxmlformats.org/officeDocument/2006/relationships/image" Target="../media/image16.png"/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8" Type="http://schemas.openxmlformats.org/officeDocument/2006/relationships/notesSlide" Target="../notesSlides/notesSlide3.xml"/><Relationship Id="rId37" Type="http://schemas.openxmlformats.org/officeDocument/2006/relationships/slideLayout" Target="../slideLayouts/slideLayout12.xml"/><Relationship Id="rId36" Type="http://schemas.openxmlformats.org/officeDocument/2006/relationships/tags" Target="../tags/tag66.xml"/><Relationship Id="rId35" Type="http://schemas.openxmlformats.org/officeDocument/2006/relationships/tags" Target="../tags/tag65.xml"/><Relationship Id="rId34" Type="http://schemas.openxmlformats.org/officeDocument/2006/relationships/image" Target="../media/image34.jpeg"/><Relationship Id="rId33" Type="http://schemas.openxmlformats.org/officeDocument/2006/relationships/tags" Target="../tags/tag64.xml"/><Relationship Id="rId32" Type="http://schemas.openxmlformats.org/officeDocument/2006/relationships/tags" Target="../tags/tag63.xml"/><Relationship Id="rId31" Type="http://schemas.openxmlformats.org/officeDocument/2006/relationships/tags" Target="../tags/tag62.xml"/><Relationship Id="rId30" Type="http://schemas.openxmlformats.org/officeDocument/2006/relationships/tags" Target="../tags/tag61.xml"/><Relationship Id="rId3" Type="http://schemas.openxmlformats.org/officeDocument/2006/relationships/tags" Target="../tags/tag34.xml"/><Relationship Id="rId29" Type="http://schemas.openxmlformats.org/officeDocument/2006/relationships/tags" Target="../tags/tag60.xml"/><Relationship Id="rId28" Type="http://schemas.openxmlformats.org/officeDocument/2006/relationships/tags" Target="../tags/tag59.xml"/><Relationship Id="rId27" Type="http://schemas.openxmlformats.org/officeDocument/2006/relationships/tags" Target="../tags/tag58.xml"/><Relationship Id="rId26" Type="http://schemas.openxmlformats.org/officeDocument/2006/relationships/tags" Target="../tags/tag57.xml"/><Relationship Id="rId25" Type="http://schemas.openxmlformats.org/officeDocument/2006/relationships/tags" Target="../tags/tag56.xml"/><Relationship Id="rId24" Type="http://schemas.openxmlformats.org/officeDocument/2006/relationships/tags" Target="../tags/tag55.xml"/><Relationship Id="rId23" Type="http://schemas.openxmlformats.org/officeDocument/2006/relationships/tags" Target="../tags/tag54.xml"/><Relationship Id="rId22" Type="http://schemas.openxmlformats.org/officeDocument/2006/relationships/tags" Target="../tags/tag53.xml"/><Relationship Id="rId21" Type="http://schemas.openxmlformats.org/officeDocument/2006/relationships/tags" Target="../tags/tag52.xml"/><Relationship Id="rId20" Type="http://schemas.openxmlformats.org/officeDocument/2006/relationships/tags" Target="../tags/tag51.xml"/><Relationship Id="rId2" Type="http://schemas.openxmlformats.org/officeDocument/2006/relationships/tags" Target="../tags/tag33.xml"/><Relationship Id="rId19" Type="http://schemas.openxmlformats.org/officeDocument/2006/relationships/tags" Target="../tags/tag50.xml"/><Relationship Id="rId18" Type="http://schemas.openxmlformats.org/officeDocument/2006/relationships/tags" Target="../tags/tag49.xml"/><Relationship Id="rId17" Type="http://schemas.openxmlformats.org/officeDocument/2006/relationships/tags" Target="../tags/tag48.xml"/><Relationship Id="rId16" Type="http://schemas.openxmlformats.org/officeDocument/2006/relationships/tags" Target="../tags/tag47.xml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image" Target="../media/image37.png"/><Relationship Id="rId7" Type="http://schemas.openxmlformats.org/officeDocument/2006/relationships/image" Target="../media/image36.png"/><Relationship Id="rId6" Type="http://schemas.openxmlformats.org/officeDocument/2006/relationships/image" Target="../media/image35.png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7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image" Target="../media/image34.jpeg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79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9" Type="http://schemas.openxmlformats.org/officeDocument/2006/relationships/notesSlide" Target="../notesSlides/notesSlide6.xml"/><Relationship Id="rId48" Type="http://schemas.openxmlformats.org/officeDocument/2006/relationships/slideLayout" Target="../slideLayouts/slideLayout12.xml"/><Relationship Id="rId47" Type="http://schemas.openxmlformats.org/officeDocument/2006/relationships/tags" Target="../tags/tag114.xml"/><Relationship Id="rId46" Type="http://schemas.openxmlformats.org/officeDocument/2006/relationships/image" Target="../media/image49.png"/><Relationship Id="rId45" Type="http://schemas.openxmlformats.org/officeDocument/2006/relationships/image" Target="../media/image48.png"/><Relationship Id="rId44" Type="http://schemas.openxmlformats.org/officeDocument/2006/relationships/image" Target="../media/image47.png"/><Relationship Id="rId43" Type="http://schemas.openxmlformats.org/officeDocument/2006/relationships/image" Target="../media/image46.png"/><Relationship Id="rId42" Type="http://schemas.openxmlformats.org/officeDocument/2006/relationships/image" Target="../media/image45.png"/><Relationship Id="rId41" Type="http://schemas.openxmlformats.org/officeDocument/2006/relationships/image" Target="../media/image44.png"/><Relationship Id="rId40" Type="http://schemas.openxmlformats.org/officeDocument/2006/relationships/image" Target="../media/image43.png"/><Relationship Id="rId4" Type="http://schemas.openxmlformats.org/officeDocument/2006/relationships/tags" Target="../tags/tag82.xml"/><Relationship Id="rId39" Type="http://schemas.openxmlformats.org/officeDocument/2006/relationships/image" Target="../media/image42.png"/><Relationship Id="rId38" Type="http://schemas.openxmlformats.org/officeDocument/2006/relationships/image" Target="../media/image41.png"/><Relationship Id="rId37" Type="http://schemas.openxmlformats.org/officeDocument/2006/relationships/image" Target="../media/image40.png"/><Relationship Id="rId36" Type="http://schemas.openxmlformats.org/officeDocument/2006/relationships/image" Target="../media/image39.png"/><Relationship Id="rId35" Type="http://schemas.openxmlformats.org/officeDocument/2006/relationships/tags" Target="../tags/tag113.xml"/><Relationship Id="rId34" Type="http://schemas.openxmlformats.org/officeDocument/2006/relationships/tags" Target="../tags/tag112.xml"/><Relationship Id="rId33" Type="http://schemas.openxmlformats.org/officeDocument/2006/relationships/tags" Target="../tags/tag111.xml"/><Relationship Id="rId32" Type="http://schemas.openxmlformats.org/officeDocument/2006/relationships/tags" Target="../tags/tag110.xml"/><Relationship Id="rId31" Type="http://schemas.openxmlformats.org/officeDocument/2006/relationships/tags" Target="../tags/tag109.xml"/><Relationship Id="rId30" Type="http://schemas.openxmlformats.org/officeDocument/2006/relationships/tags" Target="../tags/tag108.xml"/><Relationship Id="rId3" Type="http://schemas.openxmlformats.org/officeDocument/2006/relationships/tags" Target="../tags/tag81.xml"/><Relationship Id="rId29" Type="http://schemas.openxmlformats.org/officeDocument/2006/relationships/tags" Target="../tags/tag107.xml"/><Relationship Id="rId28" Type="http://schemas.openxmlformats.org/officeDocument/2006/relationships/tags" Target="../tags/tag106.xml"/><Relationship Id="rId27" Type="http://schemas.openxmlformats.org/officeDocument/2006/relationships/tags" Target="../tags/tag105.xml"/><Relationship Id="rId26" Type="http://schemas.openxmlformats.org/officeDocument/2006/relationships/tags" Target="../tags/tag104.xml"/><Relationship Id="rId25" Type="http://schemas.openxmlformats.org/officeDocument/2006/relationships/tags" Target="../tags/tag103.xml"/><Relationship Id="rId24" Type="http://schemas.openxmlformats.org/officeDocument/2006/relationships/tags" Target="../tags/tag102.xml"/><Relationship Id="rId23" Type="http://schemas.openxmlformats.org/officeDocument/2006/relationships/tags" Target="../tags/tag101.xml"/><Relationship Id="rId22" Type="http://schemas.openxmlformats.org/officeDocument/2006/relationships/tags" Target="../tags/tag100.xml"/><Relationship Id="rId21" Type="http://schemas.openxmlformats.org/officeDocument/2006/relationships/tags" Target="../tags/tag99.xml"/><Relationship Id="rId20" Type="http://schemas.openxmlformats.org/officeDocument/2006/relationships/tags" Target="../tags/tag98.xml"/><Relationship Id="rId2" Type="http://schemas.openxmlformats.org/officeDocument/2006/relationships/tags" Target="../tags/tag80.xml"/><Relationship Id="rId19" Type="http://schemas.openxmlformats.org/officeDocument/2006/relationships/tags" Target="../tags/tag97.xml"/><Relationship Id="rId18" Type="http://schemas.openxmlformats.org/officeDocument/2006/relationships/tags" Target="../tags/tag96.xml"/><Relationship Id="rId17" Type="http://schemas.openxmlformats.org/officeDocument/2006/relationships/tags" Target="../tags/tag95.xml"/><Relationship Id="rId16" Type="http://schemas.openxmlformats.org/officeDocument/2006/relationships/tags" Target="../tags/tag94.xml"/><Relationship Id="rId15" Type="http://schemas.openxmlformats.org/officeDocument/2006/relationships/tags" Target="../tags/tag93.xml"/><Relationship Id="rId14" Type="http://schemas.openxmlformats.org/officeDocument/2006/relationships/tags" Target="../tags/tag92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png"/><Relationship Id="rId8" Type="http://schemas.openxmlformats.org/officeDocument/2006/relationships/image" Target="../media/image52.png"/><Relationship Id="rId7" Type="http://schemas.openxmlformats.org/officeDocument/2006/relationships/image" Target="../media/image51.png"/><Relationship Id="rId6" Type="http://schemas.openxmlformats.org/officeDocument/2006/relationships/image" Target="../media/image50.png"/><Relationship Id="rId5" Type="http://schemas.openxmlformats.org/officeDocument/2006/relationships/tags" Target="../tags/tag118.xml"/><Relationship Id="rId40" Type="http://schemas.openxmlformats.org/officeDocument/2006/relationships/notesSlide" Target="../notesSlides/notesSlide7.xml"/><Relationship Id="rId4" Type="http://schemas.openxmlformats.org/officeDocument/2006/relationships/tags" Target="../tags/tag117.xml"/><Relationship Id="rId39" Type="http://schemas.openxmlformats.org/officeDocument/2006/relationships/slideLayout" Target="../slideLayouts/slideLayout12.xml"/><Relationship Id="rId38" Type="http://schemas.openxmlformats.org/officeDocument/2006/relationships/tags" Target="../tags/tag119.xml"/><Relationship Id="rId37" Type="http://schemas.openxmlformats.org/officeDocument/2006/relationships/image" Target="../media/image81.png"/><Relationship Id="rId36" Type="http://schemas.openxmlformats.org/officeDocument/2006/relationships/image" Target="../media/image80.png"/><Relationship Id="rId35" Type="http://schemas.openxmlformats.org/officeDocument/2006/relationships/image" Target="../media/image79.png"/><Relationship Id="rId34" Type="http://schemas.openxmlformats.org/officeDocument/2006/relationships/image" Target="../media/image78.png"/><Relationship Id="rId33" Type="http://schemas.openxmlformats.org/officeDocument/2006/relationships/image" Target="../media/image77.png"/><Relationship Id="rId32" Type="http://schemas.openxmlformats.org/officeDocument/2006/relationships/image" Target="../media/image76.png"/><Relationship Id="rId31" Type="http://schemas.openxmlformats.org/officeDocument/2006/relationships/image" Target="../media/image75.png"/><Relationship Id="rId30" Type="http://schemas.openxmlformats.org/officeDocument/2006/relationships/image" Target="../media/image74.png"/><Relationship Id="rId3" Type="http://schemas.openxmlformats.org/officeDocument/2006/relationships/tags" Target="../tags/tag116.xml"/><Relationship Id="rId29" Type="http://schemas.openxmlformats.org/officeDocument/2006/relationships/image" Target="../media/image73.png"/><Relationship Id="rId28" Type="http://schemas.openxmlformats.org/officeDocument/2006/relationships/image" Target="../media/image72.png"/><Relationship Id="rId27" Type="http://schemas.openxmlformats.org/officeDocument/2006/relationships/image" Target="../media/image71.png"/><Relationship Id="rId26" Type="http://schemas.openxmlformats.org/officeDocument/2006/relationships/image" Target="../media/image70.png"/><Relationship Id="rId25" Type="http://schemas.openxmlformats.org/officeDocument/2006/relationships/image" Target="../media/image69.png"/><Relationship Id="rId24" Type="http://schemas.openxmlformats.org/officeDocument/2006/relationships/image" Target="../media/image68.png"/><Relationship Id="rId23" Type="http://schemas.openxmlformats.org/officeDocument/2006/relationships/image" Target="../media/image67.png"/><Relationship Id="rId22" Type="http://schemas.openxmlformats.org/officeDocument/2006/relationships/image" Target="../media/image66.png"/><Relationship Id="rId21" Type="http://schemas.openxmlformats.org/officeDocument/2006/relationships/image" Target="../media/image65.png"/><Relationship Id="rId20" Type="http://schemas.openxmlformats.org/officeDocument/2006/relationships/image" Target="../media/image64.png"/><Relationship Id="rId2" Type="http://schemas.openxmlformats.org/officeDocument/2006/relationships/tags" Target="../tags/tag115.xml"/><Relationship Id="rId19" Type="http://schemas.openxmlformats.org/officeDocument/2006/relationships/image" Target="../media/image63.png"/><Relationship Id="rId18" Type="http://schemas.openxmlformats.org/officeDocument/2006/relationships/image" Target="../media/image62.png"/><Relationship Id="rId17" Type="http://schemas.openxmlformats.org/officeDocument/2006/relationships/image" Target="../media/image61.png"/><Relationship Id="rId16" Type="http://schemas.openxmlformats.org/officeDocument/2006/relationships/image" Target="../media/image60.png"/><Relationship Id="rId15" Type="http://schemas.openxmlformats.org/officeDocument/2006/relationships/image" Target="../media/image59.png"/><Relationship Id="rId14" Type="http://schemas.openxmlformats.org/officeDocument/2006/relationships/image" Target="../media/image58.png"/><Relationship Id="rId13" Type="http://schemas.openxmlformats.org/officeDocument/2006/relationships/image" Target="../media/image57.png"/><Relationship Id="rId12" Type="http://schemas.openxmlformats.org/officeDocument/2006/relationships/image" Target="../media/image56.png"/><Relationship Id="rId11" Type="http://schemas.openxmlformats.org/officeDocument/2006/relationships/image" Target="../media/image55.png"/><Relationship Id="rId10" Type="http://schemas.openxmlformats.org/officeDocument/2006/relationships/image" Target="../media/image54.png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8" Type="http://schemas.openxmlformats.org/officeDocument/2006/relationships/notesSlide" Target="../notesSlides/notesSlide8.xml"/><Relationship Id="rId37" Type="http://schemas.openxmlformats.org/officeDocument/2006/relationships/slideLayout" Target="../slideLayouts/slideLayout12.xml"/><Relationship Id="rId36" Type="http://schemas.openxmlformats.org/officeDocument/2006/relationships/tags" Target="../tags/tag153.xml"/><Relationship Id="rId35" Type="http://schemas.openxmlformats.org/officeDocument/2006/relationships/tags" Target="../tags/tag152.xml"/><Relationship Id="rId34" Type="http://schemas.openxmlformats.org/officeDocument/2006/relationships/image" Target="../media/image34.jpeg"/><Relationship Id="rId33" Type="http://schemas.openxmlformats.org/officeDocument/2006/relationships/tags" Target="../tags/tag151.xml"/><Relationship Id="rId32" Type="http://schemas.openxmlformats.org/officeDocument/2006/relationships/tags" Target="../tags/tag150.xml"/><Relationship Id="rId31" Type="http://schemas.openxmlformats.org/officeDocument/2006/relationships/tags" Target="../tags/tag149.xml"/><Relationship Id="rId30" Type="http://schemas.openxmlformats.org/officeDocument/2006/relationships/tags" Target="../tags/tag148.xml"/><Relationship Id="rId3" Type="http://schemas.openxmlformats.org/officeDocument/2006/relationships/tags" Target="../tags/tag121.xml"/><Relationship Id="rId29" Type="http://schemas.openxmlformats.org/officeDocument/2006/relationships/tags" Target="../tags/tag147.xml"/><Relationship Id="rId28" Type="http://schemas.openxmlformats.org/officeDocument/2006/relationships/tags" Target="../tags/tag146.xml"/><Relationship Id="rId27" Type="http://schemas.openxmlformats.org/officeDocument/2006/relationships/tags" Target="../tags/tag145.xml"/><Relationship Id="rId26" Type="http://schemas.openxmlformats.org/officeDocument/2006/relationships/tags" Target="../tags/tag144.xml"/><Relationship Id="rId25" Type="http://schemas.openxmlformats.org/officeDocument/2006/relationships/tags" Target="../tags/tag143.xml"/><Relationship Id="rId24" Type="http://schemas.openxmlformats.org/officeDocument/2006/relationships/tags" Target="../tags/tag142.xml"/><Relationship Id="rId23" Type="http://schemas.openxmlformats.org/officeDocument/2006/relationships/tags" Target="../tags/tag141.xml"/><Relationship Id="rId22" Type="http://schemas.openxmlformats.org/officeDocument/2006/relationships/tags" Target="../tags/tag140.xml"/><Relationship Id="rId21" Type="http://schemas.openxmlformats.org/officeDocument/2006/relationships/tags" Target="../tags/tag139.xml"/><Relationship Id="rId20" Type="http://schemas.openxmlformats.org/officeDocument/2006/relationships/tags" Target="../tags/tag138.xml"/><Relationship Id="rId2" Type="http://schemas.openxmlformats.org/officeDocument/2006/relationships/tags" Target="../tags/tag120.xml"/><Relationship Id="rId19" Type="http://schemas.openxmlformats.org/officeDocument/2006/relationships/tags" Target="../tags/tag137.xml"/><Relationship Id="rId18" Type="http://schemas.openxmlformats.org/officeDocument/2006/relationships/tags" Target="../tags/tag136.xml"/><Relationship Id="rId17" Type="http://schemas.openxmlformats.org/officeDocument/2006/relationships/tags" Target="../tags/tag135.xml"/><Relationship Id="rId16" Type="http://schemas.openxmlformats.org/officeDocument/2006/relationships/tags" Target="../tags/tag134.xml"/><Relationship Id="rId15" Type="http://schemas.openxmlformats.org/officeDocument/2006/relationships/tags" Target="../tags/tag133.xml"/><Relationship Id="rId14" Type="http://schemas.openxmlformats.org/officeDocument/2006/relationships/tags" Target="../tags/tag132.xml"/><Relationship Id="rId13" Type="http://schemas.openxmlformats.org/officeDocument/2006/relationships/tags" Target="../tags/tag131.xml"/><Relationship Id="rId12" Type="http://schemas.openxmlformats.org/officeDocument/2006/relationships/tags" Target="../tags/tag130.xml"/><Relationship Id="rId11" Type="http://schemas.openxmlformats.org/officeDocument/2006/relationships/tags" Target="../tags/tag129.xml"/><Relationship Id="rId10" Type="http://schemas.openxmlformats.org/officeDocument/2006/relationships/tags" Target="../tags/tag128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62.xml"/><Relationship Id="rId8" Type="http://schemas.openxmlformats.org/officeDocument/2006/relationships/tags" Target="../tags/tag161.xml"/><Relationship Id="rId7" Type="http://schemas.openxmlformats.org/officeDocument/2006/relationships/tags" Target="../tags/tag160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8" Type="http://schemas.openxmlformats.org/officeDocument/2006/relationships/notesSlide" Target="../notesSlides/notesSlide9.xml"/><Relationship Id="rId37" Type="http://schemas.openxmlformats.org/officeDocument/2006/relationships/slideLayout" Target="../slideLayouts/slideLayout12.xml"/><Relationship Id="rId36" Type="http://schemas.openxmlformats.org/officeDocument/2006/relationships/tags" Target="../tags/tag188.xml"/><Relationship Id="rId35" Type="http://schemas.openxmlformats.org/officeDocument/2006/relationships/tags" Target="../tags/tag187.xml"/><Relationship Id="rId34" Type="http://schemas.openxmlformats.org/officeDocument/2006/relationships/tags" Target="../tags/tag186.xml"/><Relationship Id="rId33" Type="http://schemas.openxmlformats.org/officeDocument/2006/relationships/tags" Target="../tags/tag185.xml"/><Relationship Id="rId32" Type="http://schemas.openxmlformats.org/officeDocument/2006/relationships/tags" Target="../tags/tag184.xml"/><Relationship Id="rId31" Type="http://schemas.openxmlformats.org/officeDocument/2006/relationships/image" Target="../media/image5.jpeg"/><Relationship Id="rId30" Type="http://schemas.openxmlformats.org/officeDocument/2006/relationships/tags" Target="../tags/tag183.xml"/><Relationship Id="rId3" Type="http://schemas.openxmlformats.org/officeDocument/2006/relationships/tags" Target="../tags/tag156.xml"/><Relationship Id="rId29" Type="http://schemas.openxmlformats.org/officeDocument/2006/relationships/tags" Target="../tags/tag182.xml"/><Relationship Id="rId28" Type="http://schemas.openxmlformats.org/officeDocument/2006/relationships/tags" Target="../tags/tag181.xml"/><Relationship Id="rId27" Type="http://schemas.openxmlformats.org/officeDocument/2006/relationships/tags" Target="../tags/tag180.xml"/><Relationship Id="rId26" Type="http://schemas.openxmlformats.org/officeDocument/2006/relationships/tags" Target="../tags/tag179.xml"/><Relationship Id="rId25" Type="http://schemas.openxmlformats.org/officeDocument/2006/relationships/tags" Target="../tags/tag178.xml"/><Relationship Id="rId24" Type="http://schemas.openxmlformats.org/officeDocument/2006/relationships/tags" Target="../tags/tag177.xml"/><Relationship Id="rId23" Type="http://schemas.openxmlformats.org/officeDocument/2006/relationships/tags" Target="../tags/tag176.xml"/><Relationship Id="rId22" Type="http://schemas.openxmlformats.org/officeDocument/2006/relationships/tags" Target="../tags/tag175.xml"/><Relationship Id="rId21" Type="http://schemas.openxmlformats.org/officeDocument/2006/relationships/tags" Target="../tags/tag174.xml"/><Relationship Id="rId20" Type="http://schemas.openxmlformats.org/officeDocument/2006/relationships/tags" Target="../tags/tag173.xml"/><Relationship Id="rId2" Type="http://schemas.openxmlformats.org/officeDocument/2006/relationships/tags" Target="../tags/tag155.xml"/><Relationship Id="rId19" Type="http://schemas.openxmlformats.org/officeDocument/2006/relationships/tags" Target="../tags/tag172.xml"/><Relationship Id="rId18" Type="http://schemas.openxmlformats.org/officeDocument/2006/relationships/tags" Target="../tags/tag171.xml"/><Relationship Id="rId17" Type="http://schemas.openxmlformats.org/officeDocument/2006/relationships/tags" Target="../tags/tag170.xml"/><Relationship Id="rId16" Type="http://schemas.openxmlformats.org/officeDocument/2006/relationships/tags" Target="../tags/tag169.xml"/><Relationship Id="rId15" Type="http://schemas.openxmlformats.org/officeDocument/2006/relationships/tags" Target="../tags/tag168.xml"/><Relationship Id="rId14" Type="http://schemas.openxmlformats.org/officeDocument/2006/relationships/tags" Target="../tags/tag167.xml"/><Relationship Id="rId13" Type="http://schemas.openxmlformats.org/officeDocument/2006/relationships/tags" Target="../tags/tag166.xml"/><Relationship Id="rId12" Type="http://schemas.openxmlformats.org/officeDocument/2006/relationships/tags" Target="../tags/tag165.xml"/><Relationship Id="rId11" Type="http://schemas.openxmlformats.org/officeDocument/2006/relationships/tags" Target="../tags/tag164.xml"/><Relationship Id="rId10" Type="http://schemas.openxmlformats.org/officeDocument/2006/relationships/tags" Target="../tags/tag163.xml"/><Relationship Id="rId1" Type="http://schemas.openxmlformats.org/officeDocument/2006/relationships/tags" Target="../tags/tag154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96.xml"/><Relationship Id="rId8" Type="http://schemas.openxmlformats.org/officeDocument/2006/relationships/tags" Target="../tags/tag195.xml"/><Relationship Id="rId7" Type="http://schemas.openxmlformats.org/officeDocument/2006/relationships/tags" Target="../tags/tag194.xml"/><Relationship Id="rId6" Type="http://schemas.openxmlformats.org/officeDocument/2006/relationships/tags" Target="../tags/tag193.xml"/><Relationship Id="rId5" Type="http://schemas.openxmlformats.org/officeDocument/2006/relationships/tags" Target="../tags/tag192.xml"/><Relationship Id="rId4" Type="http://schemas.openxmlformats.org/officeDocument/2006/relationships/tags" Target="../tags/tag191.xml"/><Relationship Id="rId3" Type="http://schemas.openxmlformats.org/officeDocument/2006/relationships/tags" Target="../tags/tag190.xml"/><Relationship Id="rId26" Type="http://schemas.openxmlformats.org/officeDocument/2006/relationships/notesSlide" Target="../notesSlides/notesSlide10.xml"/><Relationship Id="rId25" Type="http://schemas.openxmlformats.org/officeDocument/2006/relationships/slideLayout" Target="../slideLayouts/slideLayout12.xml"/><Relationship Id="rId24" Type="http://schemas.openxmlformats.org/officeDocument/2006/relationships/tags" Target="../tags/tag208.xml"/><Relationship Id="rId23" Type="http://schemas.openxmlformats.org/officeDocument/2006/relationships/image" Target="../media/image84.png"/><Relationship Id="rId22" Type="http://schemas.openxmlformats.org/officeDocument/2006/relationships/image" Target="../media/image83.png"/><Relationship Id="rId21" Type="http://schemas.openxmlformats.org/officeDocument/2006/relationships/image" Target="../media/image82.png"/><Relationship Id="rId20" Type="http://schemas.openxmlformats.org/officeDocument/2006/relationships/tags" Target="../tags/tag207.xml"/><Relationship Id="rId2" Type="http://schemas.openxmlformats.org/officeDocument/2006/relationships/tags" Target="../tags/tag189.xml"/><Relationship Id="rId19" Type="http://schemas.openxmlformats.org/officeDocument/2006/relationships/tags" Target="../tags/tag206.xml"/><Relationship Id="rId18" Type="http://schemas.openxmlformats.org/officeDocument/2006/relationships/tags" Target="../tags/tag205.xml"/><Relationship Id="rId17" Type="http://schemas.openxmlformats.org/officeDocument/2006/relationships/tags" Target="../tags/tag204.xml"/><Relationship Id="rId16" Type="http://schemas.openxmlformats.org/officeDocument/2006/relationships/tags" Target="../tags/tag203.xml"/><Relationship Id="rId15" Type="http://schemas.openxmlformats.org/officeDocument/2006/relationships/tags" Target="../tags/tag202.xml"/><Relationship Id="rId14" Type="http://schemas.openxmlformats.org/officeDocument/2006/relationships/tags" Target="../tags/tag201.xml"/><Relationship Id="rId13" Type="http://schemas.openxmlformats.org/officeDocument/2006/relationships/tags" Target="../tags/tag200.xml"/><Relationship Id="rId12" Type="http://schemas.openxmlformats.org/officeDocument/2006/relationships/tags" Target="../tags/tag199.xml"/><Relationship Id="rId11" Type="http://schemas.openxmlformats.org/officeDocument/2006/relationships/tags" Target="../tags/tag198.xml"/><Relationship Id="rId10" Type="http://schemas.openxmlformats.org/officeDocument/2006/relationships/tags" Target="../tags/tag197.xml"/><Relationship Id="rId1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13.xml"/><Relationship Id="rId8" Type="http://schemas.openxmlformats.org/officeDocument/2006/relationships/image" Target="../media/image87.png"/><Relationship Id="rId7" Type="http://schemas.openxmlformats.org/officeDocument/2006/relationships/image" Target="../media/image86.png"/><Relationship Id="rId6" Type="http://schemas.openxmlformats.org/officeDocument/2006/relationships/image" Target="../media/image85.png"/><Relationship Id="rId5" Type="http://schemas.openxmlformats.org/officeDocument/2006/relationships/tags" Target="../tags/tag212.xml"/><Relationship Id="rId4" Type="http://schemas.openxmlformats.org/officeDocument/2006/relationships/tags" Target="../tags/tag211.xml"/><Relationship Id="rId3" Type="http://schemas.openxmlformats.org/officeDocument/2006/relationships/tags" Target="../tags/tag210.xml"/><Relationship Id="rId2" Type="http://schemas.openxmlformats.org/officeDocument/2006/relationships/tags" Target="../tags/tag209.xml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20.xml"/><Relationship Id="rId8" Type="http://schemas.openxmlformats.org/officeDocument/2006/relationships/tags" Target="../tags/tag219.xml"/><Relationship Id="rId7" Type="http://schemas.openxmlformats.org/officeDocument/2006/relationships/tags" Target="../tags/tag218.xml"/><Relationship Id="rId6" Type="http://schemas.openxmlformats.org/officeDocument/2006/relationships/image" Target="../media/image88.png"/><Relationship Id="rId5" Type="http://schemas.openxmlformats.org/officeDocument/2006/relationships/tags" Target="../tags/tag217.xml"/><Relationship Id="rId4" Type="http://schemas.openxmlformats.org/officeDocument/2006/relationships/tags" Target="../tags/tag216.xml"/><Relationship Id="rId3" Type="http://schemas.openxmlformats.org/officeDocument/2006/relationships/tags" Target="../tags/tag215.xml"/><Relationship Id="rId24" Type="http://schemas.openxmlformats.org/officeDocument/2006/relationships/notesSlide" Target="../notesSlides/notesSlide12.xml"/><Relationship Id="rId23" Type="http://schemas.openxmlformats.org/officeDocument/2006/relationships/slideLayout" Target="../slideLayouts/slideLayout12.xml"/><Relationship Id="rId22" Type="http://schemas.openxmlformats.org/officeDocument/2006/relationships/tags" Target="../tags/tag233.xml"/><Relationship Id="rId21" Type="http://schemas.openxmlformats.org/officeDocument/2006/relationships/tags" Target="../tags/tag232.xml"/><Relationship Id="rId20" Type="http://schemas.openxmlformats.org/officeDocument/2006/relationships/tags" Target="../tags/tag231.xml"/><Relationship Id="rId2" Type="http://schemas.openxmlformats.org/officeDocument/2006/relationships/tags" Target="../tags/tag214.xml"/><Relationship Id="rId19" Type="http://schemas.openxmlformats.org/officeDocument/2006/relationships/tags" Target="../tags/tag230.xml"/><Relationship Id="rId18" Type="http://schemas.openxmlformats.org/officeDocument/2006/relationships/tags" Target="../tags/tag229.xml"/><Relationship Id="rId17" Type="http://schemas.openxmlformats.org/officeDocument/2006/relationships/tags" Target="../tags/tag228.xml"/><Relationship Id="rId16" Type="http://schemas.openxmlformats.org/officeDocument/2006/relationships/tags" Target="../tags/tag227.xml"/><Relationship Id="rId15" Type="http://schemas.openxmlformats.org/officeDocument/2006/relationships/tags" Target="../tags/tag226.xml"/><Relationship Id="rId14" Type="http://schemas.openxmlformats.org/officeDocument/2006/relationships/tags" Target="../tags/tag225.xml"/><Relationship Id="rId13" Type="http://schemas.openxmlformats.org/officeDocument/2006/relationships/tags" Target="../tags/tag224.xml"/><Relationship Id="rId12" Type="http://schemas.openxmlformats.org/officeDocument/2006/relationships/tags" Target="../tags/tag223.xml"/><Relationship Id="rId11" Type="http://schemas.openxmlformats.org/officeDocument/2006/relationships/tags" Target="../tags/tag222.xml"/><Relationship Id="rId10" Type="http://schemas.openxmlformats.org/officeDocument/2006/relationships/tags" Target="../tags/tag221.xml"/><Relationship Id="rId1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41.xml"/><Relationship Id="rId8" Type="http://schemas.openxmlformats.org/officeDocument/2006/relationships/tags" Target="../tags/tag240.xml"/><Relationship Id="rId7" Type="http://schemas.openxmlformats.org/officeDocument/2006/relationships/tags" Target="../tags/tag239.xml"/><Relationship Id="rId6" Type="http://schemas.openxmlformats.org/officeDocument/2006/relationships/tags" Target="../tags/tag238.xml"/><Relationship Id="rId5" Type="http://schemas.openxmlformats.org/officeDocument/2006/relationships/tags" Target="../tags/tag237.xml"/><Relationship Id="rId4" Type="http://schemas.openxmlformats.org/officeDocument/2006/relationships/tags" Target="../tags/tag236.xml"/><Relationship Id="rId3" Type="http://schemas.openxmlformats.org/officeDocument/2006/relationships/tags" Target="../tags/tag235.xml"/><Relationship Id="rId29" Type="http://schemas.openxmlformats.org/officeDocument/2006/relationships/notesSlide" Target="../notesSlides/notesSlide13.xml"/><Relationship Id="rId28" Type="http://schemas.openxmlformats.org/officeDocument/2006/relationships/slideLayout" Target="../slideLayouts/slideLayout12.xml"/><Relationship Id="rId27" Type="http://schemas.openxmlformats.org/officeDocument/2006/relationships/tags" Target="../tags/tag259.xml"/><Relationship Id="rId26" Type="http://schemas.openxmlformats.org/officeDocument/2006/relationships/tags" Target="../tags/tag258.xml"/><Relationship Id="rId25" Type="http://schemas.openxmlformats.org/officeDocument/2006/relationships/tags" Target="../tags/tag257.xml"/><Relationship Id="rId24" Type="http://schemas.openxmlformats.org/officeDocument/2006/relationships/tags" Target="../tags/tag256.xml"/><Relationship Id="rId23" Type="http://schemas.openxmlformats.org/officeDocument/2006/relationships/tags" Target="../tags/tag255.xml"/><Relationship Id="rId22" Type="http://schemas.openxmlformats.org/officeDocument/2006/relationships/tags" Target="../tags/tag254.xml"/><Relationship Id="rId21" Type="http://schemas.openxmlformats.org/officeDocument/2006/relationships/tags" Target="../tags/tag253.xml"/><Relationship Id="rId20" Type="http://schemas.openxmlformats.org/officeDocument/2006/relationships/tags" Target="../tags/tag252.xml"/><Relationship Id="rId2" Type="http://schemas.openxmlformats.org/officeDocument/2006/relationships/tags" Target="../tags/tag234.xml"/><Relationship Id="rId19" Type="http://schemas.openxmlformats.org/officeDocument/2006/relationships/tags" Target="../tags/tag251.xml"/><Relationship Id="rId18" Type="http://schemas.openxmlformats.org/officeDocument/2006/relationships/tags" Target="../tags/tag250.xml"/><Relationship Id="rId17" Type="http://schemas.openxmlformats.org/officeDocument/2006/relationships/tags" Target="../tags/tag249.xml"/><Relationship Id="rId16" Type="http://schemas.openxmlformats.org/officeDocument/2006/relationships/tags" Target="../tags/tag248.xml"/><Relationship Id="rId15" Type="http://schemas.openxmlformats.org/officeDocument/2006/relationships/tags" Target="../tags/tag247.xml"/><Relationship Id="rId14" Type="http://schemas.openxmlformats.org/officeDocument/2006/relationships/tags" Target="../tags/tag246.xml"/><Relationship Id="rId13" Type="http://schemas.openxmlformats.org/officeDocument/2006/relationships/tags" Target="../tags/tag245.xml"/><Relationship Id="rId12" Type="http://schemas.openxmlformats.org/officeDocument/2006/relationships/tags" Target="../tags/tag244.xml"/><Relationship Id="rId11" Type="http://schemas.openxmlformats.org/officeDocument/2006/relationships/tags" Target="../tags/tag243.xml"/><Relationship Id="rId10" Type="http://schemas.openxmlformats.org/officeDocument/2006/relationships/tags" Target="../tags/tag242.xml"/><Relationship Id="rId1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67.xml"/><Relationship Id="rId8" Type="http://schemas.openxmlformats.org/officeDocument/2006/relationships/tags" Target="../tags/tag266.xml"/><Relationship Id="rId7" Type="http://schemas.openxmlformats.org/officeDocument/2006/relationships/tags" Target="../tags/tag265.xml"/><Relationship Id="rId6" Type="http://schemas.openxmlformats.org/officeDocument/2006/relationships/tags" Target="../tags/tag264.xml"/><Relationship Id="rId5" Type="http://schemas.openxmlformats.org/officeDocument/2006/relationships/tags" Target="../tags/tag263.xml"/><Relationship Id="rId4" Type="http://schemas.openxmlformats.org/officeDocument/2006/relationships/tags" Target="../tags/tag262.xml"/><Relationship Id="rId3" Type="http://schemas.openxmlformats.org/officeDocument/2006/relationships/tags" Target="../tags/tag261.xml"/><Relationship Id="rId26" Type="http://schemas.openxmlformats.org/officeDocument/2006/relationships/notesSlide" Target="../notesSlides/notesSlide14.xml"/><Relationship Id="rId25" Type="http://schemas.openxmlformats.org/officeDocument/2006/relationships/slideLayout" Target="../slideLayouts/slideLayout12.xml"/><Relationship Id="rId24" Type="http://schemas.openxmlformats.org/officeDocument/2006/relationships/tags" Target="../tags/tag282.xml"/><Relationship Id="rId23" Type="http://schemas.openxmlformats.org/officeDocument/2006/relationships/tags" Target="../tags/tag281.xml"/><Relationship Id="rId22" Type="http://schemas.openxmlformats.org/officeDocument/2006/relationships/tags" Target="../tags/tag280.xml"/><Relationship Id="rId21" Type="http://schemas.openxmlformats.org/officeDocument/2006/relationships/tags" Target="../tags/tag279.xml"/><Relationship Id="rId20" Type="http://schemas.openxmlformats.org/officeDocument/2006/relationships/tags" Target="../tags/tag278.xml"/><Relationship Id="rId2" Type="http://schemas.openxmlformats.org/officeDocument/2006/relationships/tags" Target="../tags/tag260.xml"/><Relationship Id="rId19" Type="http://schemas.openxmlformats.org/officeDocument/2006/relationships/tags" Target="../tags/tag277.xml"/><Relationship Id="rId18" Type="http://schemas.openxmlformats.org/officeDocument/2006/relationships/tags" Target="../tags/tag276.xml"/><Relationship Id="rId17" Type="http://schemas.openxmlformats.org/officeDocument/2006/relationships/tags" Target="../tags/tag275.xml"/><Relationship Id="rId16" Type="http://schemas.openxmlformats.org/officeDocument/2006/relationships/tags" Target="../tags/tag274.xml"/><Relationship Id="rId15" Type="http://schemas.openxmlformats.org/officeDocument/2006/relationships/tags" Target="../tags/tag273.xml"/><Relationship Id="rId14" Type="http://schemas.openxmlformats.org/officeDocument/2006/relationships/tags" Target="../tags/tag272.xml"/><Relationship Id="rId13" Type="http://schemas.openxmlformats.org/officeDocument/2006/relationships/tags" Target="../tags/tag271.xml"/><Relationship Id="rId12" Type="http://schemas.openxmlformats.org/officeDocument/2006/relationships/tags" Target="../tags/tag270.xml"/><Relationship Id="rId11" Type="http://schemas.openxmlformats.org/officeDocument/2006/relationships/tags" Target="../tags/tag269.xml"/><Relationship Id="rId10" Type="http://schemas.openxmlformats.org/officeDocument/2006/relationships/tags" Target="../tags/tag268.xml"/><Relationship Id="rId1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89.xml"/><Relationship Id="rId8" Type="http://schemas.openxmlformats.org/officeDocument/2006/relationships/tags" Target="../tags/tag288.xml"/><Relationship Id="rId7" Type="http://schemas.openxmlformats.org/officeDocument/2006/relationships/tags" Target="../tags/tag287.xml"/><Relationship Id="rId6" Type="http://schemas.openxmlformats.org/officeDocument/2006/relationships/tags" Target="../tags/tag286.xml"/><Relationship Id="rId5" Type="http://schemas.openxmlformats.org/officeDocument/2006/relationships/tags" Target="../tags/tag285.xml"/><Relationship Id="rId4" Type="http://schemas.openxmlformats.org/officeDocument/2006/relationships/tags" Target="../tags/tag284.xml"/><Relationship Id="rId38" Type="http://schemas.openxmlformats.org/officeDocument/2006/relationships/notesSlide" Target="../notesSlides/notesSlide15.xml"/><Relationship Id="rId37" Type="http://schemas.openxmlformats.org/officeDocument/2006/relationships/slideLayout" Target="../slideLayouts/slideLayout12.xml"/><Relationship Id="rId36" Type="http://schemas.openxmlformats.org/officeDocument/2006/relationships/tags" Target="../tags/tag316.xml"/><Relationship Id="rId35" Type="http://schemas.openxmlformats.org/officeDocument/2006/relationships/tags" Target="../tags/tag315.xml"/><Relationship Id="rId34" Type="http://schemas.openxmlformats.org/officeDocument/2006/relationships/tags" Target="../tags/tag314.xml"/><Relationship Id="rId33" Type="http://schemas.openxmlformats.org/officeDocument/2006/relationships/tags" Target="../tags/tag313.xml"/><Relationship Id="rId32" Type="http://schemas.openxmlformats.org/officeDocument/2006/relationships/tags" Target="../tags/tag312.xml"/><Relationship Id="rId31" Type="http://schemas.openxmlformats.org/officeDocument/2006/relationships/tags" Target="../tags/tag311.xml"/><Relationship Id="rId30" Type="http://schemas.openxmlformats.org/officeDocument/2006/relationships/tags" Target="../tags/tag310.xml"/><Relationship Id="rId3" Type="http://schemas.openxmlformats.org/officeDocument/2006/relationships/tags" Target="../tags/tag283.xml"/><Relationship Id="rId29" Type="http://schemas.openxmlformats.org/officeDocument/2006/relationships/tags" Target="../tags/tag309.xml"/><Relationship Id="rId28" Type="http://schemas.openxmlformats.org/officeDocument/2006/relationships/tags" Target="../tags/tag308.xml"/><Relationship Id="rId27" Type="http://schemas.openxmlformats.org/officeDocument/2006/relationships/tags" Target="../tags/tag307.xml"/><Relationship Id="rId26" Type="http://schemas.openxmlformats.org/officeDocument/2006/relationships/tags" Target="../tags/tag306.xml"/><Relationship Id="rId25" Type="http://schemas.openxmlformats.org/officeDocument/2006/relationships/tags" Target="../tags/tag305.xml"/><Relationship Id="rId24" Type="http://schemas.openxmlformats.org/officeDocument/2006/relationships/tags" Target="../tags/tag304.xml"/><Relationship Id="rId23" Type="http://schemas.openxmlformats.org/officeDocument/2006/relationships/tags" Target="../tags/tag303.xml"/><Relationship Id="rId22" Type="http://schemas.openxmlformats.org/officeDocument/2006/relationships/tags" Target="../tags/tag302.xml"/><Relationship Id="rId21" Type="http://schemas.openxmlformats.org/officeDocument/2006/relationships/tags" Target="../tags/tag301.xml"/><Relationship Id="rId20" Type="http://schemas.openxmlformats.org/officeDocument/2006/relationships/tags" Target="../tags/tag300.xml"/><Relationship Id="rId2" Type="http://schemas.openxmlformats.org/officeDocument/2006/relationships/image" Target="../media/image34.jpeg"/><Relationship Id="rId19" Type="http://schemas.openxmlformats.org/officeDocument/2006/relationships/tags" Target="../tags/tag299.xml"/><Relationship Id="rId18" Type="http://schemas.openxmlformats.org/officeDocument/2006/relationships/tags" Target="../tags/tag298.xml"/><Relationship Id="rId17" Type="http://schemas.openxmlformats.org/officeDocument/2006/relationships/tags" Target="../tags/tag297.xml"/><Relationship Id="rId16" Type="http://schemas.openxmlformats.org/officeDocument/2006/relationships/tags" Target="../tags/tag296.xml"/><Relationship Id="rId15" Type="http://schemas.openxmlformats.org/officeDocument/2006/relationships/tags" Target="../tags/tag295.xml"/><Relationship Id="rId14" Type="http://schemas.openxmlformats.org/officeDocument/2006/relationships/tags" Target="../tags/tag294.xml"/><Relationship Id="rId13" Type="http://schemas.openxmlformats.org/officeDocument/2006/relationships/tags" Target="../tags/tag293.xml"/><Relationship Id="rId12" Type="http://schemas.openxmlformats.org/officeDocument/2006/relationships/tags" Target="../tags/tag292.xml"/><Relationship Id="rId11" Type="http://schemas.openxmlformats.org/officeDocument/2006/relationships/tags" Target="../tags/tag291.xml"/><Relationship Id="rId10" Type="http://schemas.openxmlformats.org/officeDocument/2006/relationships/tags" Target="../tags/tag290.xml"/><Relationship Id="rId1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324.xml"/><Relationship Id="rId8" Type="http://schemas.openxmlformats.org/officeDocument/2006/relationships/tags" Target="../tags/tag323.xml"/><Relationship Id="rId7" Type="http://schemas.openxmlformats.org/officeDocument/2006/relationships/tags" Target="../tags/tag322.xml"/><Relationship Id="rId6" Type="http://schemas.openxmlformats.org/officeDocument/2006/relationships/tags" Target="../tags/tag321.xml"/><Relationship Id="rId5" Type="http://schemas.openxmlformats.org/officeDocument/2006/relationships/tags" Target="../tags/tag320.xml"/><Relationship Id="rId4" Type="http://schemas.openxmlformats.org/officeDocument/2006/relationships/tags" Target="../tags/tag319.xml"/><Relationship Id="rId38" Type="http://schemas.openxmlformats.org/officeDocument/2006/relationships/notesSlide" Target="../notesSlides/notesSlide16.xml"/><Relationship Id="rId37" Type="http://schemas.openxmlformats.org/officeDocument/2006/relationships/slideLayout" Target="../slideLayouts/slideLayout12.xml"/><Relationship Id="rId36" Type="http://schemas.openxmlformats.org/officeDocument/2006/relationships/tags" Target="../tags/tag351.xml"/><Relationship Id="rId35" Type="http://schemas.openxmlformats.org/officeDocument/2006/relationships/tags" Target="../tags/tag350.xml"/><Relationship Id="rId34" Type="http://schemas.openxmlformats.org/officeDocument/2006/relationships/tags" Target="../tags/tag349.xml"/><Relationship Id="rId33" Type="http://schemas.openxmlformats.org/officeDocument/2006/relationships/tags" Target="../tags/tag348.xml"/><Relationship Id="rId32" Type="http://schemas.openxmlformats.org/officeDocument/2006/relationships/tags" Target="../tags/tag347.xml"/><Relationship Id="rId31" Type="http://schemas.openxmlformats.org/officeDocument/2006/relationships/tags" Target="../tags/tag346.xml"/><Relationship Id="rId30" Type="http://schemas.openxmlformats.org/officeDocument/2006/relationships/tags" Target="../tags/tag345.xml"/><Relationship Id="rId3" Type="http://schemas.openxmlformats.org/officeDocument/2006/relationships/tags" Target="../tags/tag318.xml"/><Relationship Id="rId29" Type="http://schemas.openxmlformats.org/officeDocument/2006/relationships/tags" Target="../tags/tag344.xml"/><Relationship Id="rId28" Type="http://schemas.openxmlformats.org/officeDocument/2006/relationships/tags" Target="../tags/tag343.xml"/><Relationship Id="rId27" Type="http://schemas.openxmlformats.org/officeDocument/2006/relationships/tags" Target="../tags/tag342.xml"/><Relationship Id="rId26" Type="http://schemas.openxmlformats.org/officeDocument/2006/relationships/tags" Target="../tags/tag341.xml"/><Relationship Id="rId25" Type="http://schemas.openxmlformats.org/officeDocument/2006/relationships/tags" Target="../tags/tag340.xml"/><Relationship Id="rId24" Type="http://schemas.openxmlformats.org/officeDocument/2006/relationships/tags" Target="../tags/tag339.xml"/><Relationship Id="rId23" Type="http://schemas.openxmlformats.org/officeDocument/2006/relationships/tags" Target="../tags/tag338.xml"/><Relationship Id="rId22" Type="http://schemas.openxmlformats.org/officeDocument/2006/relationships/tags" Target="../tags/tag337.xml"/><Relationship Id="rId21" Type="http://schemas.openxmlformats.org/officeDocument/2006/relationships/tags" Target="../tags/tag336.xml"/><Relationship Id="rId20" Type="http://schemas.openxmlformats.org/officeDocument/2006/relationships/tags" Target="../tags/tag335.xml"/><Relationship Id="rId2" Type="http://schemas.openxmlformats.org/officeDocument/2006/relationships/tags" Target="../tags/tag317.xml"/><Relationship Id="rId19" Type="http://schemas.openxmlformats.org/officeDocument/2006/relationships/tags" Target="../tags/tag334.xml"/><Relationship Id="rId18" Type="http://schemas.openxmlformats.org/officeDocument/2006/relationships/tags" Target="../tags/tag333.xml"/><Relationship Id="rId17" Type="http://schemas.openxmlformats.org/officeDocument/2006/relationships/tags" Target="../tags/tag332.xml"/><Relationship Id="rId16" Type="http://schemas.openxmlformats.org/officeDocument/2006/relationships/tags" Target="../tags/tag331.xml"/><Relationship Id="rId15" Type="http://schemas.openxmlformats.org/officeDocument/2006/relationships/tags" Target="../tags/tag330.xml"/><Relationship Id="rId14" Type="http://schemas.openxmlformats.org/officeDocument/2006/relationships/tags" Target="../tags/tag329.xml"/><Relationship Id="rId13" Type="http://schemas.openxmlformats.org/officeDocument/2006/relationships/tags" Target="../tags/tag328.xml"/><Relationship Id="rId12" Type="http://schemas.openxmlformats.org/officeDocument/2006/relationships/tags" Target="../tags/tag327.xml"/><Relationship Id="rId11" Type="http://schemas.openxmlformats.org/officeDocument/2006/relationships/tags" Target="../tags/tag326.xml"/><Relationship Id="rId10" Type="http://schemas.openxmlformats.org/officeDocument/2006/relationships/tags" Target="../tags/tag325.xml"/><Relationship Id="rId1" Type="http://schemas.openxmlformats.org/officeDocument/2006/relationships/image" Target="../media/image5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356.xml"/><Relationship Id="rId5" Type="http://schemas.openxmlformats.org/officeDocument/2006/relationships/tags" Target="../tags/tag355.xml"/><Relationship Id="rId4" Type="http://schemas.openxmlformats.org/officeDocument/2006/relationships/tags" Target="../tags/tag354.xml"/><Relationship Id="rId3" Type="http://schemas.openxmlformats.org/officeDocument/2006/relationships/tags" Target="../tags/tag353.xml"/><Relationship Id="rId2" Type="http://schemas.openxmlformats.org/officeDocument/2006/relationships/tags" Target="../tags/tag352.xml"/><Relationship Id="rId1" Type="http://schemas.openxmlformats.org/officeDocument/2006/relationships/image" Target="../media/image5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8.xml"/><Relationship Id="rId8" Type="http://schemas.openxmlformats.org/officeDocument/2006/relationships/slideLayout" Target="../slideLayouts/slideLayout12.xml"/><Relationship Id="rId7" Type="http://schemas.openxmlformats.org/officeDocument/2006/relationships/tags" Target="../tags/tag361.xml"/><Relationship Id="rId6" Type="http://schemas.openxmlformats.org/officeDocument/2006/relationships/tags" Target="../tags/tag360.xml"/><Relationship Id="rId5" Type="http://schemas.openxmlformats.org/officeDocument/2006/relationships/tags" Target="../tags/tag359.xml"/><Relationship Id="rId4" Type="http://schemas.openxmlformats.org/officeDocument/2006/relationships/tags" Target="../tags/tag358.xml"/><Relationship Id="rId3" Type="http://schemas.openxmlformats.org/officeDocument/2006/relationships/tags" Target="../tags/tag357.xml"/><Relationship Id="rId2" Type="http://schemas.openxmlformats.org/officeDocument/2006/relationships/image" Target="../media/image5.jpeg"/><Relationship Id="rId1" Type="http://schemas.openxmlformats.org/officeDocument/2006/relationships/chart" Target="../charts/chart1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369.xml"/><Relationship Id="rId8" Type="http://schemas.openxmlformats.org/officeDocument/2006/relationships/tags" Target="../tags/tag368.xml"/><Relationship Id="rId7" Type="http://schemas.openxmlformats.org/officeDocument/2006/relationships/tags" Target="../tags/tag367.xml"/><Relationship Id="rId6" Type="http://schemas.openxmlformats.org/officeDocument/2006/relationships/tags" Target="../tags/tag366.xml"/><Relationship Id="rId5" Type="http://schemas.openxmlformats.org/officeDocument/2006/relationships/tags" Target="../tags/tag365.xml"/><Relationship Id="rId4" Type="http://schemas.openxmlformats.org/officeDocument/2006/relationships/tags" Target="../tags/tag364.xml"/><Relationship Id="rId3" Type="http://schemas.openxmlformats.org/officeDocument/2006/relationships/tags" Target="../tags/tag363.xml"/><Relationship Id="rId2" Type="http://schemas.openxmlformats.org/officeDocument/2006/relationships/tags" Target="../tags/tag362.xml"/><Relationship Id="rId16" Type="http://schemas.openxmlformats.org/officeDocument/2006/relationships/notesSlide" Target="../notesSlides/notesSlide19.x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374.xml"/><Relationship Id="rId13" Type="http://schemas.openxmlformats.org/officeDocument/2006/relationships/tags" Target="../tags/tag373.xml"/><Relationship Id="rId12" Type="http://schemas.openxmlformats.org/officeDocument/2006/relationships/tags" Target="../tags/tag372.xml"/><Relationship Id="rId11" Type="http://schemas.openxmlformats.org/officeDocument/2006/relationships/tags" Target="../tags/tag371.xml"/><Relationship Id="rId10" Type="http://schemas.openxmlformats.org/officeDocument/2006/relationships/tags" Target="../tags/tag370.xml"/><Relationship Id="rId1" Type="http://schemas.openxmlformats.org/officeDocument/2006/relationships/image" Target="../media/image5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379.xml"/><Relationship Id="rId5" Type="http://schemas.openxmlformats.org/officeDocument/2006/relationships/tags" Target="../tags/tag378.xml"/><Relationship Id="rId4" Type="http://schemas.openxmlformats.org/officeDocument/2006/relationships/tags" Target="../tags/tag377.xml"/><Relationship Id="rId3" Type="http://schemas.openxmlformats.org/officeDocument/2006/relationships/tags" Target="../tags/tag376.xml"/><Relationship Id="rId2" Type="http://schemas.openxmlformats.org/officeDocument/2006/relationships/tags" Target="../tags/tag375.xml"/><Relationship Id="rId1" Type="http://schemas.openxmlformats.org/officeDocument/2006/relationships/image" Target="../media/image5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80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email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背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0"/>
            <a:ext cx="12192000" cy="6852285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989965" y="4003040"/>
            <a:ext cx="10172700" cy="635000"/>
          </a:xfrm>
          <a:prstGeom prst="rect">
            <a:avLst/>
          </a:prstGeom>
          <a:gradFill>
            <a:gsLst>
              <a:gs pos="0">
                <a:srgbClr val="052D91">
                  <a:alpha val="0"/>
                </a:srgbClr>
              </a:gs>
              <a:gs pos="55000">
                <a:srgbClr val="ACD556"/>
              </a:gs>
              <a:gs pos="100000">
                <a:srgbClr val="052D91">
                  <a:alpha val="0"/>
                </a:srgbClr>
              </a:gs>
            </a:gsLst>
            <a:lin ang="203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05" y="2296160"/>
            <a:ext cx="12189460" cy="1014730"/>
          </a:xfrm>
          <a:prstGeom prst="rect">
            <a:avLst/>
          </a:prstGeom>
          <a:noFill/>
          <a:effectLst>
            <a:outerShdw blurRad="50800" dist="38100" dir="8100000" algn="tr" rotWithShape="0">
              <a:srgbClr val="02143B">
                <a:alpha val="5000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spc="1000" dirty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多模态智能助盲系统</a:t>
            </a:r>
            <a:endParaRPr lang="zh-CN" altLang="en-US" sz="6000" b="1" spc="1000" dirty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70" y="4126230"/>
            <a:ext cx="12190730" cy="37274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  <a:sym typeface="+mn-ea"/>
              </a:rPr>
              <a:t>用AI赋能视障人士，提升生活质量与工作效率</a:t>
            </a:r>
            <a:endParaRPr lang="en-US" altLang="en-US" sz="2000" b="1" dirty="0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  <a:sym typeface="+mn-ea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3727236" y="4899660"/>
          <a:ext cx="5375668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955"/>
                <a:gridCol w="3811713"/>
              </a:tblGrid>
              <a:tr h="370840">
                <a:tc>
                  <a:txBody>
                    <a:bodyPr/>
                    <a:lstStyle/>
                    <a:p>
                      <a:pPr algn="dist"/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团队成员</a:t>
                      </a:r>
                      <a:endParaRPr lang="en-US" altLang="zh-CN" sz="1800" b="1" kern="1200" dirty="0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费洋</a:t>
                      </a:r>
                      <a:r>
                        <a:rPr lang="en-US" altLang="zh-CN" sz="1800" b="1" kern="120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/</a:t>
                      </a:r>
                      <a:r>
                        <a:rPr lang="zh-CN" altLang="en-US" sz="1800" b="1" kern="120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赖珺杰</a:t>
                      </a:r>
                      <a:endParaRPr lang="zh-CN" altLang="en-US" sz="1800" b="1" kern="1200" dirty="0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dist"/>
                      <a:r>
                        <a:rPr lang="zh-CN" altLang="en-US" sz="1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导师组成员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李军</a:t>
                      </a:r>
                      <a:r>
                        <a:rPr lang="en-US" altLang="zh-CN" sz="18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8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裴庆祺</a:t>
                      </a:r>
                      <a:endParaRPr lang="zh-CN" altLang="en-US" sz="18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dist"/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8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 descr="背景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0"/>
            <a:ext cx="12192000" cy="685228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3238500" y="709930"/>
            <a:ext cx="5715000" cy="47625"/>
          </a:xfrm>
          <a:prstGeom prst="rect">
            <a:avLst/>
          </a:prstGeom>
          <a:gradFill flip="none" rotWithShape="1">
            <a:gsLst>
              <a:gs pos="0">
                <a:srgbClr val="052D91">
                  <a:alpha val="0"/>
                </a:srgbClr>
              </a:gs>
              <a:gs pos="50000">
                <a:srgbClr val="70AD47"/>
              </a:gs>
              <a:gs pos="100000">
                <a:srgbClr val="052D91">
                  <a:alpha val="0"/>
                </a:srgbClr>
              </a:gs>
            </a:gsLst>
            <a:lin ang="0" scaled="1"/>
          </a:gradFill>
        </p:spPr>
      </p:sp>
      <p:sp>
        <p:nvSpPr>
          <p:cNvPr id="3" name="Text 1"/>
          <p:cNvSpPr/>
          <p:nvPr/>
        </p:nvSpPr>
        <p:spPr>
          <a:xfrm>
            <a:off x="0" y="948055"/>
            <a:ext cx="12192000" cy="6667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kern="0" spc="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为什么要选择我们</a:t>
            </a:r>
            <a:endParaRPr lang="en-US" sz="3600" b="1" kern="0" spc="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0" y="1614805"/>
            <a:ext cx="12192000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核心竞争优势与不可替代性</a:t>
            </a:r>
            <a:endParaRPr lang="en-US" sz="1400" b="1" dirty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500" y="2043430"/>
            <a:ext cx="1905000" cy="19050"/>
          </a:xfrm>
          <a:prstGeom prst="rect">
            <a:avLst/>
          </a:prstGeom>
          <a:solidFill>
            <a:srgbClr val="70AD47"/>
          </a:solidFill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666750" y="2329180"/>
            <a:ext cx="2476500" cy="2667000"/>
          </a:xfrm>
          <a:prstGeom prst="roundRect">
            <a:avLst>
              <a:gd name="adj" fmla="val 8000"/>
            </a:avLst>
          </a:prstGeom>
          <a:solidFill>
            <a:srgbClr val="F8FBF5"/>
          </a:solidFill>
          <a:ln w="12700">
            <a:solidFill>
              <a:srgbClr val="E0EDD5"/>
            </a:solidFill>
            <a:prstDash val="solid"/>
          </a:ln>
        </p:spPr>
      </p:sp>
      <p:sp>
        <p:nvSpPr>
          <p:cNvPr id="7" name="Shape 5"/>
          <p:cNvSpPr/>
          <p:nvPr>
            <p:custDataLst>
              <p:tags r:id="rId3"/>
            </p:custDataLst>
          </p:nvPr>
        </p:nvSpPr>
        <p:spPr>
          <a:xfrm>
            <a:off x="666750" y="2329180"/>
            <a:ext cx="2476500" cy="47625"/>
          </a:xfrm>
          <a:prstGeom prst="rect">
            <a:avLst/>
          </a:prstGeom>
          <a:solidFill>
            <a:srgbClr val="70AD47"/>
          </a:solidFill>
        </p:spPr>
      </p:sp>
      <p:sp>
        <p:nvSpPr>
          <p:cNvPr id="8" name="Shape 6"/>
          <p:cNvSpPr/>
          <p:nvPr>
            <p:custDataLst>
              <p:tags r:id="rId4"/>
            </p:custDataLst>
          </p:nvPr>
        </p:nvSpPr>
        <p:spPr>
          <a:xfrm>
            <a:off x="1619250" y="2567305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381000" y="19050"/>
                </a:moveTo>
                <a:cubicBezTo>
                  <a:pt x="449341" y="19050"/>
                  <a:pt x="504825" y="74534"/>
                  <a:pt x="504825" y="142875"/>
                </a:cubicBezTo>
                <a:cubicBezTo>
                  <a:pt x="504825" y="211216"/>
                  <a:pt x="449341" y="266700"/>
                  <a:pt x="381000" y="266700"/>
                </a:cubicBezTo>
                <a:cubicBezTo>
                  <a:pt x="312659" y="266700"/>
                  <a:pt x="257175" y="211216"/>
                  <a:pt x="257175" y="142875"/>
                </a:cubicBezTo>
                <a:cubicBezTo>
                  <a:pt x="257175" y="74534"/>
                  <a:pt x="312659" y="19050"/>
                  <a:pt x="381000" y="19050"/>
                </a:cubicBezTo>
                <a:close/>
                <a:moveTo>
                  <a:pt x="114300" y="104775"/>
                </a:moveTo>
                <a:cubicBezTo>
                  <a:pt x="161613" y="104775"/>
                  <a:pt x="200025" y="143187"/>
                  <a:pt x="200025" y="190500"/>
                </a:cubicBezTo>
                <a:cubicBezTo>
                  <a:pt x="200025" y="237813"/>
                  <a:pt x="161613" y="276225"/>
                  <a:pt x="114300" y="276225"/>
                </a:cubicBezTo>
                <a:cubicBezTo>
                  <a:pt x="66987" y="276225"/>
                  <a:pt x="28575" y="237813"/>
                  <a:pt x="28575" y="190500"/>
                </a:cubicBezTo>
                <a:cubicBezTo>
                  <a:pt x="28575" y="143187"/>
                  <a:pt x="66987" y="104775"/>
                  <a:pt x="114300" y="104775"/>
                </a:cubicBezTo>
                <a:close/>
                <a:moveTo>
                  <a:pt x="0" y="495300"/>
                </a:moveTo>
                <a:cubicBezTo>
                  <a:pt x="0" y="411123"/>
                  <a:pt x="68223" y="342900"/>
                  <a:pt x="152400" y="342900"/>
                </a:cubicBezTo>
                <a:cubicBezTo>
                  <a:pt x="167640" y="342900"/>
                  <a:pt x="182404" y="345162"/>
                  <a:pt x="196334" y="349329"/>
                </a:cubicBezTo>
                <a:cubicBezTo>
                  <a:pt x="157163" y="393144"/>
                  <a:pt x="133350" y="451009"/>
                  <a:pt x="133350" y="514350"/>
                </a:cubicBezTo>
                <a:lnTo>
                  <a:pt x="133350" y="533400"/>
                </a:lnTo>
                <a:cubicBezTo>
                  <a:pt x="133350" y="546973"/>
                  <a:pt x="136208" y="559832"/>
                  <a:pt x="141327" y="571500"/>
                </a:cubicBezTo>
                <a:lnTo>
                  <a:pt x="38100" y="571500"/>
                </a:lnTo>
                <a:cubicBezTo>
                  <a:pt x="17026" y="571500"/>
                  <a:pt x="0" y="554474"/>
                  <a:pt x="0" y="533400"/>
                </a:cubicBezTo>
                <a:lnTo>
                  <a:pt x="0" y="495300"/>
                </a:lnTo>
                <a:close/>
                <a:moveTo>
                  <a:pt x="620673" y="571500"/>
                </a:moveTo>
                <a:cubicBezTo>
                  <a:pt x="625793" y="559832"/>
                  <a:pt x="628650" y="546973"/>
                  <a:pt x="628650" y="533400"/>
                </a:cubicBezTo>
                <a:lnTo>
                  <a:pt x="628650" y="514350"/>
                </a:lnTo>
                <a:cubicBezTo>
                  <a:pt x="628650" y="451009"/>
                  <a:pt x="604837" y="393144"/>
                  <a:pt x="565666" y="349329"/>
                </a:cubicBezTo>
                <a:cubicBezTo>
                  <a:pt x="579596" y="345162"/>
                  <a:pt x="594360" y="342900"/>
                  <a:pt x="609600" y="342900"/>
                </a:cubicBezTo>
                <a:cubicBezTo>
                  <a:pt x="693777" y="342900"/>
                  <a:pt x="762000" y="411123"/>
                  <a:pt x="762000" y="495300"/>
                </a:cubicBezTo>
                <a:lnTo>
                  <a:pt x="762000" y="533400"/>
                </a:lnTo>
                <a:cubicBezTo>
                  <a:pt x="762000" y="554474"/>
                  <a:pt x="744974" y="571500"/>
                  <a:pt x="723900" y="571500"/>
                </a:cubicBezTo>
                <a:lnTo>
                  <a:pt x="620673" y="571500"/>
                </a:lnTo>
                <a:close/>
                <a:moveTo>
                  <a:pt x="561975" y="190500"/>
                </a:moveTo>
                <a:cubicBezTo>
                  <a:pt x="561975" y="143187"/>
                  <a:pt x="600387" y="104775"/>
                  <a:pt x="647700" y="104775"/>
                </a:cubicBezTo>
                <a:cubicBezTo>
                  <a:pt x="695013" y="104775"/>
                  <a:pt x="733425" y="143187"/>
                  <a:pt x="733425" y="190500"/>
                </a:cubicBezTo>
                <a:cubicBezTo>
                  <a:pt x="733425" y="237813"/>
                  <a:pt x="695013" y="276225"/>
                  <a:pt x="647700" y="276225"/>
                </a:cubicBezTo>
                <a:cubicBezTo>
                  <a:pt x="600387" y="276225"/>
                  <a:pt x="561975" y="237813"/>
                  <a:pt x="561975" y="190500"/>
                </a:cubicBezTo>
                <a:close/>
                <a:moveTo>
                  <a:pt x="190500" y="514350"/>
                </a:moveTo>
                <a:cubicBezTo>
                  <a:pt x="190500" y="409099"/>
                  <a:pt x="275749" y="323850"/>
                  <a:pt x="381000" y="323850"/>
                </a:cubicBezTo>
                <a:cubicBezTo>
                  <a:pt x="486251" y="323850"/>
                  <a:pt x="571500" y="409099"/>
                  <a:pt x="571500" y="514350"/>
                </a:cubicBezTo>
                <a:lnTo>
                  <a:pt x="571500" y="533400"/>
                </a:lnTo>
                <a:cubicBezTo>
                  <a:pt x="571500" y="554474"/>
                  <a:pt x="554474" y="571500"/>
                  <a:pt x="533400" y="571500"/>
                </a:cubicBezTo>
                <a:lnTo>
                  <a:pt x="228600" y="571500"/>
                </a:lnTo>
                <a:cubicBezTo>
                  <a:pt x="207526" y="571500"/>
                  <a:pt x="190500" y="554474"/>
                  <a:pt x="190500" y="533400"/>
                </a:cubicBezTo>
                <a:lnTo>
                  <a:pt x="190500" y="514350"/>
                </a:lnTo>
                <a:close/>
              </a:path>
            </a:pathLst>
          </a:custGeom>
          <a:solidFill>
            <a:srgbClr val="70AD47"/>
          </a:solidFill>
        </p:spPr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809625" y="3138805"/>
            <a:ext cx="219075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顶尖团队背景</a:t>
            </a:r>
            <a:endParaRPr lang="en-US" sz="15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809625" y="3491230"/>
            <a:ext cx="2190750" cy="1381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050" b="1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西安电子科技大学广州研究院，信息安全领域优势学科积淀。导师团队深耕AI与嵌入式系统，具备产学研一体化经验。</a:t>
            </a:r>
            <a:endParaRPr lang="en-US" sz="1050" b="1" dirty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3429000" y="2329180"/>
            <a:ext cx="2476500" cy="2667000"/>
          </a:xfrm>
          <a:prstGeom prst="roundRect">
            <a:avLst>
              <a:gd name="adj" fmla="val 8000"/>
            </a:avLst>
          </a:prstGeom>
          <a:solidFill>
            <a:srgbClr val="F8FBF5"/>
          </a:solidFill>
          <a:ln w="12700">
            <a:solidFill>
              <a:srgbClr val="E0EDD5"/>
            </a:solidFill>
            <a:prstDash val="solid"/>
          </a:ln>
        </p:spPr>
      </p:sp>
      <p:sp>
        <p:nvSpPr>
          <p:cNvPr id="12" name="Shape 10"/>
          <p:cNvSpPr/>
          <p:nvPr>
            <p:custDataLst>
              <p:tags r:id="rId8"/>
            </p:custDataLst>
          </p:nvPr>
        </p:nvSpPr>
        <p:spPr>
          <a:xfrm>
            <a:off x="3429000" y="2329180"/>
            <a:ext cx="2476500" cy="47625"/>
          </a:xfrm>
          <a:prstGeom prst="rect">
            <a:avLst/>
          </a:prstGeom>
          <a:solidFill>
            <a:srgbClr val="70AD47"/>
          </a:solidFill>
        </p:spPr>
      </p:sp>
      <p:sp>
        <p:nvSpPr>
          <p:cNvPr id="13" name="Shape 11"/>
          <p:cNvSpPr/>
          <p:nvPr>
            <p:custDataLst>
              <p:tags r:id="rId9"/>
            </p:custDataLst>
          </p:nvPr>
        </p:nvSpPr>
        <p:spPr>
          <a:xfrm>
            <a:off x="4438650" y="256730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09550" y="28575"/>
                </a:moveTo>
                <a:cubicBezTo>
                  <a:pt x="209550" y="12740"/>
                  <a:pt x="196810" y="0"/>
                  <a:pt x="180975" y="0"/>
                </a:cubicBezTo>
                <a:cubicBezTo>
                  <a:pt x="165140" y="0"/>
                  <a:pt x="152400" y="12740"/>
                  <a:pt x="152400" y="28575"/>
                </a:cubicBezTo>
                <a:lnTo>
                  <a:pt x="152400" y="76200"/>
                </a:lnTo>
                <a:cubicBezTo>
                  <a:pt x="110371" y="76200"/>
                  <a:pt x="76200" y="110371"/>
                  <a:pt x="76200" y="152400"/>
                </a:cubicBezTo>
                <a:lnTo>
                  <a:pt x="28575" y="152400"/>
                </a:lnTo>
                <a:cubicBezTo>
                  <a:pt x="12740" y="152400"/>
                  <a:pt x="0" y="165140"/>
                  <a:pt x="0" y="180975"/>
                </a:cubicBezTo>
                <a:cubicBezTo>
                  <a:pt x="0" y="196810"/>
                  <a:pt x="12740" y="209550"/>
                  <a:pt x="28575" y="209550"/>
                </a:cubicBezTo>
                <a:lnTo>
                  <a:pt x="76200" y="209550"/>
                </a:lnTo>
                <a:lnTo>
                  <a:pt x="76200" y="276225"/>
                </a:lnTo>
                <a:lnTo>
                  <a:pt x="28575" y="276225"/>
                </a:lnTo>
                <a:cubicBezTo>
                  <a:pt x="12740" y="276225"/>
                  <a:pt x="0" y="288965"/>
                  <a:pt x="0" y="304800"/>
                </a:cubicBezTo>
                <a:cubicBezTo>
                  <a:pt x="0" y="320635"/>
                  <a:pt x="12740" y="333375"/>
                  <a:pt x="28575" y="333375"/>
                </a:cubicBezTo>
                <a:lnTo>
                  <a:pt x="76200" y="333375"/>
                </a:lnTo>
                <a:lnTo>
                  <a:pt x="76200" y="400050"/>
                </a:lnTo>
                <a:lnTo>
                  <a:pt x="28575" y="400050"/>
                </a:lnTo>
                <a:cubicBezTo>
                  <a:pt x="12740" y="400050"/>
                  <a:pt x="0" y="412790"/>
                  <a:pt x="0" y="428625"/>
                </a:cubicBezTo>
                <a:cubicBezTo>
                  <a:pt x="0" y="444460"/>
                  <a:pt x="12740" y="457200"/>
                  <a:pt x="28575" y="457200"/>
                </a:cubicBezTo>
                <a:lnTo>
                  <a:pt x="76200" y="457200"/>
                </a:lnTo>
                <a:cubicBezTo>
                  <a:pt x="76200" y="499229"/>
                  <a:pt x="110371" y="533400"/>
                  <a:pt x="152400" y="533400"/>
                </a:cubicBezTo>
                <a:lnTo>
                  <a:pt x="152400" y="581025"/>
                </a:lnTo>
                <a:cubicBezTo>
                  <a:pt x="152400" y="596860"/>
                  <a:pt x="165140" y="609600"/>
                  <a:pt x="180975" y="609600"/>
                </a:cubicBezTo>
                <a:cubicBezTo>
                  <a:pt x="196810" y="609600"/>
                  <a:pt x="209550" y="596860"/>
                  <a:pt x="209550" y="581025"/>
                </a:cubicBezTo>
                <a:lnTo>
                  <a:pt x="209550" y="533400"/>
                </a:lnTo>
                <a:lnTo>
                  <a:pt x="276225" y="533400"/>
                </a:lnTo>
                <a:lnTo>
                  <a:pt x="276225" y="581025"/>
                </a:lnTo>
                <a:cubicBezTo>
                  <a:pt x="276225" y="596860"/>
                  <a:pt x="288965" y="609600"/>
                  <a:pt x="304800" y="609600"/>
                </a:cubicBezTo>
                <a:cubicBezTo>
                  <a:pt x="320635" y="609600"/>
                  <a:pt x="333375" y="596860"/>
                  <a:pt x="333375" y="581025"/>
                </a:cubicBezTo>
                <a:lnTo>
                  <a:pt x="333375" y="533400"/>
                </a:lnTo>
                <a:lnTo>
                  <a:pt x="400050" y="533400"/>
                </a:lnTo>
                <a:lnTo>
                  <a:pt x="400050" y="581025"/>
                </a:lnTo>
                <a:cubicBezTo>
                  <a:pt x="400050" y="596860"/>
                  <a:pt x="412790" y="609600"/>
                  <a:pt x="428625" y="609600"/>
                </a:cubicBezTo>
                <a:cubicBezTo>
                  <a:pt x="444460" y="609600"/>
                  <a:pt x="457200" y="596860"/>
                  <a:pt x="457200" y="581025"/>
                </a:cubicBezTo>
                <a:lnTo>
                  <a:pt x="457200" y="533400"/>
                </a:lnTo>
                <a:cubicBezTo>
                  <a:pt x="499229" y="533400"/>
                  <a:pt x="533400" y="499229"/>
                  <a:pt x="533400" y="457200"/>
                </a:cubicBezTo>
                <a:lnTo>
                  <a:pt x="581025" y="457200"/>
                </a:lnTo>
                <a:cubicBezTo>
                  <a:pt x="596860" y="457200"/>
                  <a:pt x="609600" y="444460"/>
                  <a:pt x="609600" y="428625"/>
                </a:cubicBezTo>
                <a:cubicBezTo>
                  <a:pt x="609600" y="412790"/>
                  <a:pt x="596860" y="400050"/>
                  <a:pt x="581025" y="400050"/>
                </a:cubicBezTo>
                <a:lnTo>
                  <a:pt x="533400" y="400050"/>
                </a:lnTo>
                <a:lnTo>
                  <a:pt x="533400" y="333375"/>
                </a:lnTo>
                <a:lnTo>
                  <a:pt x="581025" y="333375"/>
                </a:lnTo>
                <a:cubicBezTo>
                  <a:pt x="596860" y="333375"/>
                  <a:pt x="609600" y="320635"/>
                  <a:pt x="609600" y="304800"/>
                </a:cubicBezTo>
                <a:cubicBezTo>
                  <a:pt x="609600" y="288965"/>
                  <a:pt x="596860" y="276225"/>
                  <a:pt x="581025" y="276225"/>
                </a:cubicBezTo>
                <a:lnTo>
                  <a:pt x="533400" y="276225"/>
                </a:lnTo>
                <a:lnTo>
                  <a:pt x="533400" y="209550"/>
                </a:lnTo>
                <a:lnTo>
                  <a:pt x="581025" y="209550"/>
                </a:lnTo>
                <a:cubicBezTo>
                  <a:pt x="596860" y="209550"/>
                  <a:pt x="609600" y="196810"/>
                  <a:pt x="609600" y="180975"/>
                </a:cubicBezTo>
                <a:cubicBezTo>
                  <a:pt x="609600" y="165140"/>
                  <a:pt x="596860" y="152400"/>
                  <a:pt x="581025" y="152400"/>
                </a:cubicBezTo>
                <a:lnTo>
                  <a:pt x="533400" y="152400"/>
                </a:lnTo>
                <a:cubicBezTo>
                  <a:pt x="533400" y="110371"/>
                  <a:pt x="499229" y="76200"/>
                  <a:pt x="457200" y="76200"/>
                </a:cubicBezTo>
                <a:lnTo>
                  <a:pt x="457200" y="28575"/>
                </a:lnTo>
                <a:cubicBezTo>
                  <a:pt x="457200" y="12740"/>
                  <a:pt x="444460" y="0"/>
                  <a:pt x="428625" y="0"/>
                </a:cubicBezTo>
                <a:cubicBezTo>
                  <a:pt x="412790" y="0"/>
                  <a:pt x="400050" y="12740"/>
                  <a:pt x="400050" y="28575"/>
                </a:cubicBezTo>
                <a:lnTo>
                  <a:pt x="400050" y="76200"/>
                </a:lnTo>
                <a:lnTo>
                  <a:pt x="333375" y="76200"/>
                </a:lnTo>
                <a:lnTo>
                  <a:pt x="333375" y="28575"/>
                </a:lnTo>
                <a:cubicBezTo>
                  <a:pt x="333375" y="12740"/>
                  <a:pt x="320635" y="0"/>
                  <a:pt x="304800" y="0"/>
                </a:cubicBezTo>
                <a:cubicBezTo>
                  <a:pt x="288965" y="0"/>
                  <a:pt x="276225" y="12740"/>
                  <a:pt x="276225" y="28575"/>
                </a:cubicBezTo>
                <a:lnTo>
                  <a:pt x="276225" y="76200"/>
                </a:lnTo>
                <a:lnTo>
                  <a:pt x="209550" y="76200"/>
                </a:lnTo>
                <a:lnTo>
                  <a:pt x="209550" y="28575"/>
                </a:lnTo>
                <a:close/>
                <a:moveTo>
                  <a:pt x="190500" y="152400"/>
                </a:moveTo>
                <a:lnTo>
                  <a:pt x="419100" y="152400"/>
                </a:lnTo>
                <a:cubicBezTo>
                  <a:pt x="440174" y="152400"/>
                  <a:pt x="457200" y="169426"/>
                  <a:pt x="457200" y="190500"/>
                </a:cubicBezTo>
                <a:lnTo>
                  <a:pt x="457200" y="419100"/>
                </a:lnTo>
                <a:cubicBezTo>
                  <a:pt x="457200" y="440174"/>
                  <a:pt x="440174" y="457200"/>
                  <a:pt x="419100" y="457200"/>
                </a:cubicBezTo>
                <a:lnTo>
                  <a:pt x="190500" y="457200"/>
                </a:lnTo>
                <a:cubicBezTo>
                  <a:pt x="169426" y="457200"/>
                  <a:pt x="152400" y="440174"/>
                  <a:pt x="152400" y="419100"/>
                </a:cubicBezTo>
                <a:lnTo>
                  <a:pt x="152400" y="190500"/>
                </a:lnTo>
                <a:cubicBezTo>
                  <a:pt x="152400" y="169426"/>
                  <a:pt x="169426" y="152400"/>
                  <a:pt x="190500" y="152400"/>
                </a:cubicBezTo>
                <a:close/>
                <a:moveTo>
                  <a:pt x="209550" y="209550"/>
                </a:moveTo>
                <a:lnTo>
                  <a:pt x="209550" y="400050"/>
                </a:lnTo>
                <a:lnTo>
                  <a:pt x="400050" y="400050"/>
                </a:lnTo>
                <a:lnTo>
                  <a:pt x="400050" y="209550"/>
                </a:lnTo>
                <a:lnTo>
                  <a:pt x="209550" y="209550"/>
                </a:lnTo>
                <a:close/>
              </a:path>
            </a:pathLst>
          </a:custGeom>
          <a:solidFill>
            <a:srgbClr val="70AD47"/>
          </a:solidFill>
        </p:spPr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3571875" y="3138805"/>
            <a:ext cx="219075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独创技术方案</a:t>
            </a:r>
            <a:endParaRPr lang="en-US" sz="15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3571875" y="3491230"/>
            <a:ext cx="2190750" cy="1381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050" b="1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业界首创"眼镜+手杖+算力盒"分体式多终端协同架构，突破单一设备感知盲区、发热、续航三大瓶颈。</a:t>
            </a:r>
            <a:endParaRPr lang="en-US" sz="1050" b="1" dirty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hape 14"/>
          <p:cNvSpPr/>
          <p:nvPr>
            <p:custDataLst>
              <p:tags r:id="rId12"/>
            </p:custDataLst>
          </p:nvPr>
        </p:nvSpPr>
        <p:spPr>
          <a:xfrm>
            <a:off x="6191250" y="2329180"/>
            <a:ext cx="2476500" cy="2667000"/>
          </a:xfrm>
          <a:prstGeom prst="roundRect">
            <a:avLst>
              <a:gd name="adj" fmla="val 8000"/>
            </a:avLst>
          </a:prstGeom>
          <a:solidFill>
            <a:srgbClr val="F8FBF5"/>
          </a:solidFill>
          <a:ln w="12700">
            <a:solidFill>
              <a:srgbClr val="E0EDD5"/>
            </a:solidFill>
            <a:prstDash val="solid"/>
          </a:ln>
        </p:spPr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6191250" y="2329180"/>
            <a:ext cx="2476500" cy="47625"/>
          </a:xfrm>
          <a:prstGeom prst="rect">
            <a:avLst/>
          </a:prstGeom>
          <a:solidFill>
            <a:srgbClr val="70AD47"/>
          </a:solidFill>
        </p:spPr>
      </p:sp>
      <p:sp>
        <p:nvSpPr>
          <p:cNvPr id="18" name="Shape 16"/>
          <p:cNvSpPr/>
          <p:nvPr>
            <p:custDataLst>
              <p:tags r:id="rId14"/>
            </p:custDataLst>
          </p:nvPr>
        </p:nvSpPr>
        <p:spPr>
          <a:xfrm>
            <a:off x="7200900" y="256730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76200"/>
                </a:moveTo>
                <a:cubicBezTo>
                  <a:pt x="76200" y="55126"/>
                  <a:pt x="59174" y="38100"/>
                  <a:pt x="38100" y="38100"/>
                </a:cubicBezTo>
                <a:cubicBezTo>
                  <a:pt x="17026" y="38100"/>
                  <a:pt x="0" y="55126"/>
                  <a:pt x="0" y="76200"/>
                </a:cubicBezTo>
                <a:lnTo>
                  <a:pt x="0" y="476250"/>
                </a:lnTo>
                <a:cubicBezTo>
                  <a:pt x="0" y="528876"/>
                  <a:pt x="42624" y="571500"/>
                  <a:pt x="95250" y="571500"/>
                </a:cubicBezTo>
                <a:lnTo>
                  <a:pt x="571500" y="571500"/>
                </a:lnTo>
                <a:cubicBezTo>
                  <a:pt x="592574" y="571500"/>
                  <a:pt x="609600" y="554474"/>
                  <a:pt x="609600" y="533400"/>
                </a:cubicBezTo>
                <a:cubicBezTo>
                  <a:pt x="609600" y="512326"/>
                  <a:pt x="592574" y="495300"/>
                  <a:pt x="571500" y="495300"/>
                </a:cubicBezTo>
                <a:lnTo>
                  <a:pt x="95250" y="495300"/>
                </a:lnTo>
                <a:cubicBezTo>
                  <a:pt x="84773" y="495300"/>
                  <a:pt x="76200" y="486728"/>
                  <a:pt x="76200" y="476250"/>
                </a:cubicBezTo>
                <a:lnTo>
                  <a:pt x="76200" y="76200"/>
                </a:lnTo>
                <a:close/>
                <a:moveTo>
                  <a:pt x="560308" y="179308"/>
                </a:moveTo>
                <a:cubicBezTo>
                  <a:pt x="575191" y="164425"/>
                  <a:pt x="575191" y="140256"/>
                  <a:pt x="560308" y="125373"/>
                </a:cubicBezTo>
                <a:cubicBezTo>
                  <a:pt x="545425" y="110490"/>
                  <a:pt x="521256" y="110490"/>
                  <a:pt x="506373" y="125373"/>
                </a:cubicBezTo>
                <a:lnTo>
                  <a:pt x="381000" y="250865"/>
                </a:lnTo>
                <a:lnTo>
                  <a:pt x="312658" y="182642"/>
                </a:lnTo>
                <a:cubicBezTo>
                  <a:pt x="297775" y="167759"/>
                  <a:pt x="273606" y="167759"/>
                  <a:pt x="258723" y="182642"/>
                </a:cubicBezTo>
                <a:lnTo>
                  <a:pt x="144423" y="296942"/>
                </a:lnTo>
                <a:cubicBezTo>
                  <a:pt x="129540" y="311825"/>
                  <a:pt x="129540" y="335994"/>
                  <a:pt x="144423" y="350877"/>
                </a:cubicBezTo>
                <a:cubicBezTo>
                  <a:pt x="159306" y="365760"/>
                  <a:pt x="183475" y="365760"/>
                  <a:pt x="198358" y="350877"/>
                </a:cubicBezTo>
                <a:lnTo>
                  <a:pt x="285750" y="263485"/>
                </a:lnTo>
                <a:lnTo>
                  <a:pt x="354092" y="331827"/>
                </a:lnTo>
                <a:cubicBezTo>
                  <a:pt x="368975" y="346710"/>
                  <a:pt x="393144" y="346710"/>
                  <a:pt x="408027" y="331827"/>
                </a:cubicBezTo>
                <a:lnTo>
                  <a:pt x="560427" y="179427"/>
                </a:lnTo>
                <a:close/>
              </a:path>
            </a:pathLst>
          </a:custGeom>
          <a:solidFill>
            <a:srgbClr val="70AD47"/>
          </a:solidFill>
        </p:spPr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6334125" y="3138805"/>
            <a:ext cx="219075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广阔市场空间</a:t>
            </a:r>
            <a:endParaRPr lang="en-US" sz="15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0" name="Text 18"/>
          <p:cNvSpPr/>
          <p:nvPr>
            <p:custDataLst>
              <p:tags r:id="rId16"/>
            </p:custDataLst>
          </p:nvPr>
        </p:nvSpPr>
        <p:spPr>
          <a:xfrm>
            <a:off x="6334125" y="3491230"/>
            <a:ext cx="2190750" cy="1381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050" b="1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全球2.2亿视障人群，助视器具市场预计2034年达210亿美元（CAGR 13.9%），国内1700万+视障人士刚需亟待释放。</a:t>
            </a:r>
            <a:endParaRPr lang="en-US" sz="1050" b="1" dirty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Shape 19"/>
          <p:cNvSpPr/>
          <p:nvPr>
            <p:custDataLst>
              <p:tags r:id="rId17"/>
            </p:custDataLst>
          </p:nvPr>
        </p:nvSpPr>
        <p:spPr>
          <a:xfrm>
            <a:off x="8953500" y="2329180"/>
            <a:ext cx="2476500" cy="2667000"/>
          </a:xfrm>
          <a:prstGeom prst="roundRect">
            <a:avLst>
              <a:gd name="adj" fmla="val 8000"/>
            </a:avLst>
          </a:prstGeom>
          <a:solidFill>
            <a:srgbClr val="F8FBF5"/>
          </a:solidFill>
          <a:ln w="12700">
            <a:solidFill>
              <a:srgbClr val="E0EDD5"/>
            </a:solidFill>
            <a:prstDash val="solid"/>
          </a:ln>
        </p:spPr>
      </p:sp>
      <p:sp>
        <p:nvSpPr>
          <p:cNvPr id="22" name="Shape 20"/>
          <p:cNvSpPr/>
          <p:nvPr>
            <p:custDataLst>
              <p:tags r:id="rId18"/>
            </p:custDataLst>
          </p:nvPr>
        </p:nvSpPr>
        <p:spPr>
          <a:xfrm>
            <a:off x="8953500" y="2329180"/>
            <a:ext cx="2476500" cy="47625"/>
          </a:xfrm>
          <a:prstGeom prst="rect">
            <a:avLst/>
          </a:prstGeom>
          <a:solidFill>
            <a:srgbClr val="70AD47"/>
          </a:solidFill>
        </p:spPr>
      </p:sp>
      <p:sp>
        <p:nvSpPr>
          <p:cNvPr id="23" name="Shape 21"/>
          <p:cNvSpPr/>
          <p:nvPr>
            <p:custDataLst>
              <p:tags r:id="rId19"/>
            </p:custDataLst>
          </p:nvPr>
        </p:nvSpPr>
        <p:spPr>
          <a:xfrm>
            <a:off x="9963150" y="256730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114300"/>
                </a:moveTo>
                <a:lnTo>
                  <a:pt x="152400" y="95250"/>
                </a:lnTo>
                <a:cubicBezTo>
                  <a:pt x="152400" y="42624"/>
                  <a:pt x="254794" y="0"/>
                  <a:pt x="381000" y="0"/>
                </a:cubicBezTo>
                <a:cubicBezTo>
                  <a:pt x="507206" y="0"/>
                  <a:pt x="609600" y="42624"/>
                  <a:pt x="609600" y="95250"/>
                </a:cubicBezTo>
                <a:lnTo>
                  <a:pt x="609600" y="114300"/>
                </a:lnTo>
                <a:cubicBezTo>
                  <a:pt x="609600" y="150733"/>
                  <a:pt x="560427" y="182404"/>
                  <a:pt x="488156" y="198477"/>
                </a:cubicBezTo>
                <a:cubicBezTo>
                  <a:pt x="485299" y="195143"/>
                  <a:pt x="482322" y="191929"/>
                  <a:pt x="479346" y="188952"/>
                </a:cubicBezTo>
                <a:cubicBezTo>
                  <a:pt x="460891" y="170736"/>
                  <a:pt x="437078" y="156924"/>
                  <a:pt x="412194" y="146685"/>
                </a:cubicBezTo>
                <a:cubicBezTo>
                  <a:pt x="362307" y="125849"/>
                  <a:pt x="297299" y="114419"/>
                  <a:pt x="228600" y="114419"/>
                </a:cubicBezTo>
                <a:cubicBezTo>
                  <a:pt x="202525" y="114419"/>
                  <a:pt x="177046" y="116086"/>
                  <a:pt x="152638" y="119301"/>
                </a:cubicBezTo>
                <a:cubicBezTo>
                  <a:pt x="152400" y="117753"/>
                  <a:pt x="152400" y="116086"/>
                  <a:pt x="152400" y="114419"/>
                </a:cubicBezTo>
                <a:close/>
                <a:moveTo>
                  <a:pt x="514350" y="420291"/>
                </a:moveTo>
                <a:lnTo>
                  <a:pt x="514350" y="365284"/>
                </a:lnTo>
                <a:cubicBezTo>
                  <a:pt x="532328" y="360640"/>
                  <a:pt x="549235" y="355163"/>
                  <a:pt x="564594" y="348734"/>
                </a:cubicBezTo>
                <a:cubicBezTo>
                  <a:pt x="580311" y="342186"/>
                  <a:pt x="595670" y="334208"/>
                  <a:pt x="609600" y="324564"/>
                </a:cubicBezTo>
                <a:lnTo>
                  <a:pt x="609600" y="342900"/>
                </a:lnTo>
                <a:cubicBezTo>
                  <a:pt x="609600" y="374809"/>
                  <a:pt x="572095" y="403027"/>
                  <a:pt x="514350" y="420291"/>
                </a:cubicBezTo>
                <a:close/>
                <a:moveTo>
                  <a:pt x="514350" y="305991"/>
                </a:moveTo>
                <a:lnTo>
                  <a:pt x="514350" y="266700"/>
                </a:lnTo>
                <a:cubicBezTo>
                  <a:pt x="514350" y="261342"/>
                  <a:pt x="513874" y="256223"/>
                  <a:pt x="513159" y="251222"/>
                </a:cubicBezTo>
                <a:cubicBezTo>
                  <a:pt x="531614" y="246578"/>
                  <a:pt x="548878" y="240983"/>
                  <a:pt x="564594" y="234315"/>
                </a:cubicBezTo>
                <a:cubicBezTo>
                  <a:pt x="580311" y="227648"/>
                  <a:pt x="595670" y="219789"/>
                  <a:pt x="609600" y="210145"/>
                </a:cubicBezTo>
                <a:lnTo>
                  <a:pt x="609600" y="228481"/>
                </a:lnTo>
                <a:cubicBezTo>
                  <a:pt x="609600" y="260390"/>
                  <a:pt x="572095" y="288608"/>
                  <a:pt x="514350" y="305872"/>
                </a:cubicBezTo>
                <a:close/>
                <a:moveTo>
                  <a:pt x="0" y="285750"/>
                </a:moveTo>
                <a:lnTo>
                  <a:pt x="0" y="266700"/>
                </a:lnTo>
                <a:cubicBezTo>
                  <a:pt x="0" y="214074"/>
                  <a:pt x="102394" y="171450"/>
                  <a:pt x="228600" y="171450"/>
                </a:cubicBezTo>
                <a:cubicBezTo>
                  <a:pt x="354806" y="171450"/>
                  <a:pt x="457200" y="214074"/>
                  <a:pt x="457200" y="266700"/>
                </a:cubicBezTo>
                <a:lnTo>
                  <a:pt x="457200" y="285750"/>
                </a:lnTo>
                <a:cubicBezTo>
                  <a:pt x="457200" y="338376"/>
                  <a:pt x="354806" y="381000"/>
                  <a:pt x="228600" y="381000"/>
                </a:cubicBezTo>
                <a:cubicBezTo>
                  <a:pt x="102394" y="381000"/>
                  <a:pt x="0" y="338376"/>
                  <a:pt x="0" y="285750"/>
                </a:cubicBezTo>
                <a:close/>
                <a:moveTo>
                  <a:pt x="457200" y="400050"/>
                </a:moveTo>
                <a:cubicBezTo>
                  <a:pt x="457200" y="452676"/>
                  <a:pt x="354806" y="495300"/>
                  <a:pt x="228600" y="495300"/>
                </a:cubicBezTo>
                <a:cubicBezTo>
                  <a:pt x="102394" y="495300"/>
                  <a:pt x="0" y="452676"/>
                  <a:pt x="0" y="400050"/>
                </a:cubicBezTo>
                <a:lnTo>
                  <a:pt x="0" y="381714"/>
                </a:lnTo>
                <a:cubicBezTo>
                  <a:pt x="13811" y="391358"/>
                  <a:pt x="29170" y="399217"/>
                  <a:pt x="45006" y="405884"/>
                </a:cubicBezTo>
                <a:cubicBezTo>
                  <a:pt x="94893" y="426720"/>
                  <a:pt x="159901" y="438150"/>
                  <a:pt x="228600" y="438150"/>
                </a:cubicBezTo>
                <a:cubicBezTo>
                  <a:pt x="297299" y="438150"/>
                  <a:pt x="362307" y="426601"/>
                  <a:pt x="412194" y="405884"/>
                </a:cubicBezTo>
                <a:cubicBezTo>
                  <a:pt x="427911" y="399336"/>
                  <a:pt x="443270" y="391358"/>
                  <a:pt x="457200" y="381714"/>
                </a:cubicBezTo>
                <a:lnTo>
                  <a:pt x="457200" y="400050"/>
                </a:lnTo>
                <a:close/>
                <a:moveTo>
                  <a:pt x="457200" y="496014"/>
                </a:moveTo>
                <a:lnTo>
                  <a:pt x="457200" y="514350"/>
                </a:lnTo>
                <a:cubicBezTo>
                  <a:pt x="457200" y="566976"/>
                  <a:pt x="354806" y="609600"/>
                  <a:pt x="228600" y="609600"/>
                </a:cubicBezTo>
                <a:cubicBezTo>
                  <a:pt x="102394" y="609600"/>
                  <a:pt x="0" y="566976"/>
                  <a:pt x="0" y="514350"/>
                </a:cubicBezTo>
                <a:lnTo>
                  <a:pt x="0" y="496014"/>
                </a:lnTo>
                <a:cubicBezTo>
                  <a:pt x="13811" y="505658"/>
                  <a:pt x="29170" y="513517"/>
                  <a:pt x="45006" y="520184"/>
                </a:cubicBezTo>
                <a:cubicBezTo>
                  <a:pt x="94893" y="541020"/>
                  <a:pt x="159901" y="552450"/>
                  <a:pt x="228600" y="552450"/>
                </a:cubicBezTo>
                <a:cubicBezTo>
                  <a:pt x="297299" y="552450"/>
                  <a:pt x="362307" y="540901"/>
                  <a:pt x="412194" y="520184"/>
                </a:cubicBezTo>
                <a:cubicBezTo>
                  <a:pt x="427911" y="513636"/>
                  <a:pt x="443270" y="505658"/>
                  <a:pt x="457200" y="496014"/>
                </a:cubicBezTo>
                <a:close/>
              </a:path>
            </a:pathLst>
          </a:custGeom>
          <a:solidFill>
            <a:srgbClr val="70AD47"/>
          </a:solidFill>
        </p:spPr>
      </p:sp>
      <p:sp>
        <p:nvSpPr>
          <p:cNvPr id="24" name="Text 22"/>
          <p:cNvSpPr/>
          <p:nvPr>
            <p:custDataLst>
              <p:tags r:id="rId20"/>
            </p:custDataLst>
          </p:nvPr>
        </p:nvSpPr>
        <p:spPr>
          <a:xfrm>
            <a:off x="9096375" y="3138805"/>
            <a:ext cx="219075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清晰商业模式</a:t>
            </a:r>
            <a:endParaRPr lang="en-US" sz="15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5" name="Text 23"/>
          <p:cNvSpPr/>
          <p:nvPr>
            <p:custDataLst>
              <p:tags r:id="rId21"/>
            </p:custDataLst>
          </p:nvPr>
        </p:nvSpPr>
        <p:spPr>
          <a:xfrm>
            <a:off x="9096375" y="3491230"/>
            <a:ext cx="2190750" cy="1381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050" b="1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"硬件+服务"双轮驱动，整机售价1999元毛利率40%，搭配年订阅服务，5年营收预计增长至9000万。</a:t>
            </a:r>
            <a:endParaRPr lang="en-US" sz="1050" b="1" dirty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333500" y="5281930"/>
            <a:ext cx="9525000" cy="533400"/>
          </a:xfrm>
          <a:prstGeom prst="roundRect">
            <a:avLst>
              <a:gd name="adj" fmla="val 12000"/>
            </a:avLst>
          </a:prstGeom>
          <a:gradFill flip="none" rotWithShape="1">
            <a:gsLst>
              <a:gs pos="0">
                <a:srgbClr val="70AD47">
                  <a:alpha val="13000"/>
                </a:srgbClr>
              </a:gs>
              <a:gs pos="100000">
                <a:srgbClr val="4472C4">
                  <a:alpha val="13000"/>
                </a:srgbClr>
              </a:gs>
            </a:gsLst>
            <a:lin ang="0" scaled="1"/>
          </a:gradFill>
        </p:spPr>
      </p:sp>
      <p:sp>
        <p:nvSpPr>
          <p:cNvPr id="27" name="Text 25"/>
          <p:cNvSpPr/>
          <p:nvPr/>
        </p:nvSpPr>
        <p:spPr>
          <a:xfrm>
            <a:off x="1524000" y="5281930"/>
            <a:ext cx="9144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5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技术壁垒高 · 市场容量大 · 团队能力强 · 商业路径清晰</a:t>
            </a:r>
            <a:r>
              <a:rPr lang="en-US" sz="135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助盲赛道的最优解</a:t>
            </a:r>
            <a:endParaRPr 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238500" y="6139180"/>
            <a:ext cx="5715000" cy="38100"/>
          </a:xfrm>
          <a:prstGeom prst="rect">
            <a:avLst/>
          </a:prstGeom>
          <a:gradFill flip="none" rotWithShape="1">
            <a:gsLst>
              <a:gs pos="0">
                <a:srgbClr val="052D91">
                  <a:alpha val="0"/>
                </a:srgbClr>
              </a:gs>
              <a:gs pos="50000">
                <a:srgbClr val="70AD47"/>
              </a:gs>
              <a:gs pos="100000">
                <a:srgbClr val="052D91">
                  <a:alpha val="0"/>
                </a:srgbClr>
              </a:gs>
            </a:gsLst>
            <a:lin ang="0" scaled="1"/>
          </a:gradFill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背景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0"/>
            <a:ext cx="12192000" cy="6852285"/>
          </a:xfrm>
          <a:prstGeom prst="rect">
            <a:avLst/>
          </a:prstGeom>
        </p:spPr>
      </p:pic>
      <p:pic>
        <p:nvPicPr>
          <p:cNvPr id="143" name="图片 142"/>
          <p:cNvPicPr>
            <a:picLocks noChangeAspect="1"/>
          </p:cNvPicPr>
          <p:nvPr/>
        </p:nvPicPr>
        <p:blipFill rotWithShape="1">
          <a:blip r:embed="rId2">
            <a:alphaModFix amt="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33" r="3333"/>
          <a:stretch>
            <a:fillRect/>
          </a:stretch>
        </p:blipFill>
        <p:spPr>
          <a:xfrm flipV="1">
            <a:off x="-2" y="755648"/>
            <a:ext cx="12192004" cy="6858002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42428" y="1642990"/>
            <a:ext cx="2376170" cy="2245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0" b="1" i="0" u="none" strike="noStrike" kern="0" cap="none" spc="0" normalizeH="0" baseline="0" noProof="0" dirty="0">
                <a:ln>
                  <a:solidFill>
                    <a:schemeClr val="bg1">
                      <a:lumMod val="75000"/>
                    </a:schemeClr>
                  </a:solidFill>
                </a:ln>
                <a:noFill/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kumimoji="0" lang="en-US" altLang="zh-CN" sz="14000" b="1" i="0" u="none" strike="noStrike" kern="0" cap="none" spc="0" normalizeH="0" baseline="0" noProof="0" dirty="0">
              <a:ln>
                <a:solidFill>
                  <a:schemeClr val="bg1">
                    <a:lumMod val="75000"/>
                  </a:schemeClr>
                </a:solidFill>
              </a:ln>
              <a:noFill/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65745" y="1642990"/>
            <a:ext cx="2376170" cy="2245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0" b="1" i="0" u="none" strike="noStrike" kern="0" cap="none" spc="0" normalizeH="0" baseline="0" noProof="0" dirty="0">
                <a:ln>
                  <a:solidFill>
                    <a:schemeClr val="bg1">
                      <a:lumMod val="75000"/>
                    </a:schemeClr>
                  </a:solidFill>
                </a:ln>
                <a:noFill/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kumimoji="0" lang="en-US" altLang="zh-CN" sz="14000" b="1" i="0" u="none" strike="noStrike" kern="0" cap="none" spc="0" normalizeH="0" baseline="0" noProof="0" dirty="0">
              <a:ln>
                <a:solidFill>
                  <a:schemeClr val="bg1">
                    <a:lumMod val="75000"/>
                  </a:schemeClr>
                </a:solidFill>
              </a:ln>
              <a:noFill/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289303" y="1642990"/>
            <a:ext cx="2376170" cy="2245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0" b="1" i="0" u="none" strike="noStrike" kern="0" cap="none" spc="0" normalizeH="0" baseline="0" noProof="0" dirty="0">
                <a:ln>
                  <a:solidFill>
                    <a:schemeClr val="bg1">
                      <a:lumMod val="75000"/>
                    </a:schemeClr>
                  </a:solidFill>
                </a:ln>
                <a:noFill/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kumimoji="0" lang="en-US" altLang="zh-CN" sz="14000" b="1" i="0" u="none" strike="noStrike" kern="0" cap="none" spc="0" normalizeH="0" baseline="0" noProof="0" dirty="0">
              <a:ln>
                <a:solidFill>
                  <a:schemeClr val="bg1">
                    <a:lumMod val="75000"/>
                  </a:schemeClr>
                </a:solidFill>
              </a:ln>
              <a:noFill/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9039127" y="1642990"/>
            <a:ext cx="2376170" cy="2245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0" b="1" i="0" u="none" strike="noStrike" kern="0" cap="none" spc="0" normalizeH="0" baseline="0" noProof="0" dirty="0">
                <a:ln>
                  <a:solidFill>
                    <a:schemeClr val="bg1">
                      <a:lumMod val="75000"/>
                    </a:schemeClr>
                  </a:solidFill>
                </a:ln>
                <a:noFill/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kumimoji="0" lang="en-US" altLang="zh-CN" sz="14000" b="1" i="0" u="none" strike="noStrike" kern="0" cap="none" spc="0" normalizeH="0" baseline="0" noProof="0" dirty="0">
              <a:ln>
                <a:solidFill>
                  <a:schemeClr val="bg1">
                    <a:lumMod val="75000"/>
                  </a:schemeClr>
                </a:solidFill>
              </a:ln>
              <a:noFill/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任意多边形: 形状 42"/>
          <p:cNvSpPr/>
          <p:nvPr/>
        </p:nvSpPr>
        <p:spPr>
          <a:xfrm>
            <a:off x="0" y="4566285"/>
            <a:ext cx="12278995" cy="2118995"/>
          </a:xfrm>
          <a:custGeom>
            <a:avLst/>
            <a:gdLst>
              <a:gd name="connsiteX0" fmla="*/ 6096001 w 12192000"/>
              <a:gd name="connsiteY0" fmla="*/ 0 h 2291796"/>
              <a:gd name="connsiteX1" fmla="*/ 12188241 w 12192000"/>
              <a:gd name="connsiteY1" fmla="*/ 1276213 h 2291796"/>
              <a:gd name="connsiteX2" fmla="*/ 12192000 w 12192000"/>
              <a:gd name="connsiteY2" fmla="*/ 1279982 h 2291796"/>
              <a:gd name="connsiteX3" fmla="*/ 12192000 w 12192000"/>
              <a:gd name="connsiteY3" fmla="*/ 2291796 h 2291796"/>
              <a:gd name="connsiteX4" fmla="*/ 0 w 12192000"/>
              <a:gd name="connsiteY4" fmla="*/ 2291796 h 2291796"/>
              <a:gd name="connsiteX5" fmla="*/ 0 w 12192000"/>
              <a:gd name="connsiteY5" fmla="*/ 1279984 h 2291796"/>
              <a:gd name="connsiteX6" fmla="*/ 3761 w 12192000"/>
              <a:gd name="connsiteY6" fmla="*/ 1276213 h 2291796"/>
              <a:gd name="connsiteX7" fmla="*/ 6096001 w 12192000"/>
              <a:gd name="connsiteY7" fmla="*/ 0 h 2291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291796">
                <a:moveTo>
                  <a:pt x="6096001" y="0"/>
                </a:moveTo>
                <a:cubicBezTo>
                  <a:pt x="8958471" y="0"/>
                  <a:pt x="11380583" y="536840"/>
                  <a:pt x="12188241" y="1276213"/>
                </a:cubicBezTo>
                <a:lnTo>
                  <a:pt x="12192000" y="1279982"/>
                </a:lnTo>
                <a:lnTo>
                  <a:pt x="12192000" y="2291796"/>
                </a:lnTo>
                <a:lnTo>
                  <a:pt x="0" y="2291796"/>
                </a:lnTo>
                <a:lnTo>
                  <a:pt x="0" y="1279984"/>
                </a:lnTo>
                <a:lnTo>
                  <a:pt x="3761" y="1276213"/>
                </a:lnTo>
                <a:cubicBezTo>
                  <a:pt x="811419" y="536840"/>
                  <a:pt x="3233531" y="0"/>
                  <a:pt x="6096001" y="0"/>
                </a:cubicBezTo>
                <a:close/>
              </a:path>
            </a:pathLst>
          </a:custGeom>
          <a:gradFill>
            <a:gsLst>
              <a:gs pos="0">
                <a:srgbClr val="C8DD4F"/>
              </a:gs>
              <a:gs pos="56000">
                <a:srgbClr val="3884C0"/>
              </a:gs>
              <a:gs pos="100000">
                <a:srgbClr val="0E4F92"/>
              </a:gs>
            </a:gsLst>
            <a:lin ang="3780000" scaled="0"/>
          </a:gradFill>
          <a:ln w="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zh-CN" altLang="en-US" kern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圆角矩形 95"/>
          <p:cNvSpPr/>
          <p:nvPr/>
        </p:nvSpPr>
        <p:spPr>
          <a:xfrm>
            <a:off x="853440" y="3047365"/>
            <a:ext cx="2289175" cy="3372485"/>
          </a:xfrm>
          <a:prstGeom prst="roundRect">
            <a:avLst>
              <a:gd name="adj" fmla="val 6486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673100" dist="190500" dir="5400000" sx="96000" sy="96000" algn="t" rotWithShape="0">
              <a:srgbClr val="005E60">
                <a:lumMod val="50000"/>
                <a:alpha val="29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椭圆 96"/>
          <p:cNvSpPr/>
          <p:nvPr/>
        </p:nvSpPr>
        <p:spPr>
          <a:xfrm>
            <a:off x="1479550" y="3585845"/>
            <a:ext cx="949325" cy="949325"/>
          </a:xfrm>
          <a:prstGeom prst="ellipse">
            <a:avLst/>
          </a:prstGeom>
          <a:gradFill>
            <a:gsLst>
              <a:gs pos="51000">
                <a:srgbClr val="58C6E3"/>
              </a:gs>
              <a:gs pos="0">
                <a:srgbClr val="C8DD4F"/>
              </a:gs>
              <a:gs pos="99000">
                <a:srgbClr val="1C4CA2"/>
              </a:gs>
            </a:gsLst>
            <a:lin ang="7500000" scaled="1"/>
          </a:gradFill>
          <a:ln>
            <a:noFill/>
          </a:ln>
          <a:effectLst>
            <a:glow rad="110482">
              <a:srgbClr val="005E60">
                <a:alpha val="23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56590" y="5117465"/>
            <a:ext cx="2737485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2000" b="1" dirty="0">
                <a:ln w="12700">
                  <a:noFill/>
                </a:ln>
                <a:gradFill>
                  <a:gsLst>
                    <a:gs pos="100000">
                      <a:srgbClr val="FAFE41"/>
                    </a:gs>
                    <a:gs pos="69000">
                      <a:srgbClr val="50B99A"/>
                    </a:gs>
                    <a:gs pos="0">
                      <a:srgbClr val="033091"/>
                    </a:gs>
                  </a:gsLst>
                  <a:lin ang="1644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背景介绍</a:t>
            </a:r>
            <a:endParaRPr kumimoji="1" lang="en-US" altLang="zh-CN" sz="2000" b="1" dirty="0">
              <a:ln w="12700">
                <a:noFill/>
              </a:ln>
              <a:gradFill>
                <a:gsLst>
                  <a:gs pos="100000">
                    <a:srgbClr val="FAFE41"/>
                  </a:gs>
                  <a:gs pos="69000">
                    <a:srgbClr val="50B99A"/>
                  </a:gs>
                  <a:gs pos="0">
                    <a:srgbClr val="033091"/>
                  </a:gs>
                </a:gsLst>
                <a:lin ang="1644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圆角矩形 90"/>
          <p:cNvSpPr/>
          <p:nvPr/>
        </p:nvSpPr>
        <p:spPr>
          <a:xfrm>
            <a:off x="3614420" y="3047365"/>
            <a:ext cx="2289175" cy="3372485"/>
          </a:xfrm>
          <a:prstGeom prst="roundRect">
            <a:avLst>
              <a:gd name="adj" fmla="val 6486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673100" dist="190500" dir="5400000" sx="96000" sy="96000" algn="t" rotWithShape="0">
              <a:srgbClr val="005E60">
                <a:lumMod val="50000"/>
                <a:alpha val="29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椭圆 91"/>
          <p:cNvSpPr/>
          <p:nvPr/>
        </p:nvSpPr>
        <p:spPr>
          <a:xfrm>
            <a:off x="4240530" y="3585845"/>
            <a:ext cx="949325" cy="949325"/>
          </a:xfrm>
          <a:prstGeom prst="ellipse">
            <a:avLst/>
          </a:prstGeom>
          <a:gradFill>
            <a:gsLst>
              <a:gs pos="51000">
                <a:srgbClr val="58C6E3"/>
              </a:gs>
              <a:gs pos="0">
                <a:srgbClr val="C8DD4F"/>
              </a:gs>
              <a:gs pos="99000">
                <a:srgbClr val="1C4CA2"/>
              </a:gs>
            </a:gsLst>
            <a:lin ang="7500000" scaled="1"/>
          </a:gradFill>
          <a:ln>
            <a:noFill/>
          </a:ln>
          <a:effectLst>
            <a:glow rad="110482">
              <a:srgbClr val="005E60">
                <a:alpha val="23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86" name="圆角矩形 85"/>
          <p:cNvSpPr/>
          <p:nvPr/>
        </p:nvSpPr>
        <p:spPr>
          <a:xfrm>
            <a:off x="6375400" y="3047365"/>
            <a:ext cx="2289175" cy="3372485"/>
          </a:xfrm>
          <a:prstGeom prst="roundRect">
            <a:avLst>
              <a:gd name="adj" fmla="val 6486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673100" dist="190500" dir="5400000" sx="96000" sy="96000" algn="t" rotWithShape="0">
              <a:srgbClr val="005E60">
                <a:lumMod val="50000"/>
                <a:alpha val="29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椭圆 86"/>
          <p:cNvSpPr/>
          <p:nvPr/>
        </p:nvSpPr>
        <p:spPr>
          <a:xfrm>
            <a:off x="7001510" y="3585845"/>
            <a:ext cx="949325" cy="949325"/>
          </a:xfrm>
          <a:prstGeom prst="ellipse">
            <a:avLst/>
          </a:prstGeom>
          <a:gradFill>
            <a:gsLst>
              <a:gs pos="51000">
                <a:srgbClr val="58C6E3"/>
              </a:gs>
              <a:gs pos="0">
                <a:srgbClr val="C8DD4F"/>
              </a:gs>
              <a:gs pos="99000">
                <a:srgbClr val="1C4CA2"/>
              </a:gs>
            </a:gsLst>
            <a:lin ang="7500000" scaled="1"/>
          </a:gradFill>
          <a:ln>
            <a:noFill/>
          </a:ln>
          <a:effectLst>
            <a:glow rad="110482">
              <a:srgbClr val="005E60">
                <a:alpha val="23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6748272" y="5061278"/>
            <a:ext cx="1637630" cy="745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zh-CN" altLang="en-US" sz="2000" b="1" spc="200" dirty="0">
                <a:ln w="12700">
                  <a:noFill/>
                </a:ln>
                <a:gradFill>
                  <a:gsLst>
                    <a:gs pos="100000">
                      <a:srgbClr val="FAFE41"/>
                    </a:gs>
                    <a:gs pos="69000">
                      <a:srgbClr val="50B99A"/>
                    </a:gs>
                    <a:gs pos="0">
                      <a:srgbClr val="033091"/>
                    </a:gs>
                  </a:gsLst>
                  <a:lin ang="1644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产品规划和关键技术</a:t>
            </a:r>
            <a:endParaRPr kumimoji="1" lang="zh-CN" altLang="en-US" sz="2000" b="1" spc="200" dirty="0">
              <a:ln w="12700">
                <a:noFill/>
              </a:ln>
              <a:gradFill>
                <a:gsLst>
                  <a:gs pos="100000">
                    <a:srgbClr val="FAFE41"/>
                  </a:gs>
                  <a:gs pos="69000">
                    <a:srgbClr val="50B99A"/>
                  </a:gs>
                  <a:gs pos="0">
                    <a:srgbClr val="033091"/>
                  </a:gs>
                </a:gsLst>
                <a:lin ang="1644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圆角矩形 80"/>
          <p:cNvSpPr/>
          <p:nvPr/>
        </p:nvSpPr>
        <p:spPr>
          <a:xfrm>
            <a:off x="9137015" y="3047365"/>
            <a:ext cx="2289175" cy="3372485"/>
          </a:xfrm>
          <a:prstGeom prst="roundRect">
            <a:avLst>
              <a:gd name="adj" fmla="val 6486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673100" dist="190500" dir="5400000" sx="96000" sy="96000" algn="t" rotWithShape="0">
              <a:srgbClr val="005E60">
                <a:lumMod val="50000"/>
                <a:alpha val="29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椭圆 81"/>
          <p:cNvSpPr/>
          <p:nvPr/>
        </p:nvSpPr>
        <p:spPr>
          <a:xfrm>
            <a:off x="9763125" y="3585845"/>
            <a:ext cx="949325" cy="949325"/>
          </a:xfrm>
          <a:prstGeom prst="ellipse">
            <a:avLst/>
          </a:prstGeom>
          <a:gradFill>
            <a:gsLst>
              <a:gs pos="51000">
                <a:srgbClr val="58C6E3"/>
              </a:gs>
              <a:gs pos="0">
                <a:srgbClr val="C8DD4F"/>
              </a:gs>
              <a:gs pos="99000">
                <a:srgbClr val="1C4CA2"/>
              </a:gs>
            </a:gsLst>
            <a:lin ang="7500000" scaled="1"/>
          </a:gradFill>
          <a:ln>
            <a:noFill/>
          </a:ln>
          <a:effectLst>
            <a:glow rad="110482">
              <a:srgbClr val="005E60">
                <a:alpha val="23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9391350" y="5007417"/>
            <a:ext cx="1815759" cy="799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2000" b="1" dirty="0">
                <a:ln w="12700">
                  <a:noFill/>
                </a:ln>
                <a:gradFill>
                  <a:gsLst>
                    <a:gs pos="100000">
                      <a:srgbClr val="FAFE41"/>
                    </a:gs>
                    <a:gs pos="69000">
                      <a:srgbClr val="50B99A"/>
                    </a:gs>
                    <a:gs pos="0">
                      <a:srgbClr val="033091"/>
                    </a:gs>
                  </a:gsLst>
                  <a:lin ang="1644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未来使用场景和时间规划</a:t>
            </a:r>
            <a:endParaRPr kumimoji="1" lang="en-US" altLang="zh-CN" sz="2000" b="1" dirty="0">
              <a:ln w="12700">
                <a:noFill/>
              </a:ln>
              <a:gradFill>
                <a:gsLst>
                  <a:gs pos="100000">
                    <a:srgbClr val="FAFE41"/>
                  </a:gs>
                  <a:gs pos="69000">
                    <a:srgbClr val="50B99A"/>
                  </a:gs>
                  <a:gs pos="0">
                    <a:srgbClr val="033091"/>
                  </a:gs>
                </a:gsLst>
                <a:lin ang="1644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02" name="组合 101"/>
          <p:cNvGrpSpPr/>
          <p:nvPr/>
        </p:nvGrpSpPr>
        <p:grpSpPr>
          <a:xfrm>
            <a:off x="1682863" y="3767709"/>
            <a:ext cx="565425" cy="562917"/>
            <a:chOff x="1685544" y="3721607"/>
            <a:chExt cx="687324" cy="684276"/>
          </a:xfrm>
        </p:grpSpPr>
        <p:pic>
          <p:nvPicPr>
            <p:cNvPr id="103" name="Picture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68525" y="4043299"/>
              <a:ext cx="42164" cy="42164"/>
            </a:xfrm>
            <a:prstGeom prst="rect">
              <a:avLst/>
            </a:prstGeom>
          </p:spPr>
        </p:pic>
        <p:pic>
          <p:nvPicPr>
            <p:cNvPr id="104" name="Picture 1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85544" y="3721607"/>
              <a:ext cx="527304" cy="684276"/>
            </a:xfrm>
            <a:prstGeom prst="rect">
              <a:avLst/>
            </a:prstGeom>
          </p:spPr>
        </p:pic>
        <p:pic>
          <p:nvPicPr>
            <p:cNvPr id="105" name="Picture 1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54124" y="3881628"/>
              <a:ext cx="91440" cy="89915"/>
            </a:xfrm>
            <a:prstGeom prst="rect">
              <a:avLst/>
            </a:prstGeom>
          </p:spPr>
        </p:pic>
        <p:pic>
          <p:nvPicPr>
            <p:cNvPr id="106" name="Picture 1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54124" y="3994404"/>
              <a:ext cx="91440" cy="92963"/>
            </a:xfrm>
            <a:prstGeom prst="rect">
              <a:avLst/>
            </a:prstGeom>
          </p:spPr>
        </p:pic>
        <p:pic>
          <p:nvPicPr>
            <p:cNvPr id="107" name="Picture 1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961388" y="3892295"/>
              <a:ext cx="181355" cy="22860"/>
            </a:xfrm>
            <a:prstGeom prst="rect">
              <a:avLst/>
            </a:prstGeom>
          </p:spPr>
        </p:pic>
        <p:pic>
          <p:nvPicPr>
            <p:cNvPr id="108" name="Picture 2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869948" y="3892295"/>
              <a:ext cx="68579" cy="22860"/>
            </a:xfrm>
            <a:prstGeom prst="rect">
              <a:avLst/>
            </a:prstGeom>
          </p:spPr>
        </p:pic>
        <p:pic>
          <p:nvPicPr>
            <p:cNvPr id="109" name="Picture 21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028444" y="3938016"/>
              <a:ext cx="114300" cy="22859"/>
            </a:xfrm>
            <a:prstGeom prst="rect">
              <a:avLst/>
            </a:prstGeom>
          </p:spPr>
        </p:pic>
        <p:pic>
          <p:nvPicPr>
            <p:cNvPr id="110" name="Picture 2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869948" y="3938016"/>
              <a:ext cx="137159" cy="22859"/>
            </a:xfrm>
            <a:prstGeom prst="rect">
              <a:avLst/>
            </a:prstGeom>
          </p:spPr>
        </p:pic>
        <p:pic>
          <p:nvPicPr>
            <p:cNvPr id="111" name="Picture 23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074164" y="4006595"/>
              <a:ext cx="68579" cy="24384"/>
            </a:xfrm>
            <a:prstGeom prst="rect">
              <a:avLst/>
            </a:prstGeom>
          </p:spPr>
        </p:pic>
        <p:pic>
          <p:nvPicPr>
            <p:cNvPr id="112" name="Picture 24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869948" y="4006595"/>
              <a:ext cx="181355" cy="24384"/>
            </a:xfrm>
            <a:prstGeom prst="rect">
              <a:avLst/>
            </a:prstGeom>
          </p:spPr>
        </p:pic>
        <p:pic>
          <p:nvPicPr>
            <p:cNvPr id="113" name="Picture 25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994916" y="4053840"/>
              <a:ext cx="147828" cy="21335"/>
            </a:xfrm>
            <a:prstGeom prst="rect">
              <a:avLst/>
            </a:prstGeom>
          </p:spPr>
        </p:pic>
        <p:pic>
          <p:nvPicPr>
            <p:cNvPr id="114" name="Picture 26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869948" y="4053840"/>
              <a:ext cx="102107" cy="21335"/>
            </a:xfrm>
            <a:prstGeom prst="rect">
              <a:avLst/>
            </a:prstGeom>
          </p:spPr>
        </p:pic>
        <p:pic>
          <p:nvPicPr>
            <p:cNvPr id="115" name="Picture 27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235708" y="3721607"/>
              <a:ext cx="137160" cy="684276"/>
            </a:xfrm>
            <a:prstGeom prst="rect">
              <a:avLst/>
            </a:prstGeom>
          </p:spPr>
        </p:pic>
        <p:pic>
          <p:nvPicPr>
            <p:cNvPr id="116" name="Picture 28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754499" y="4109182"/>
              <a:ext cx="273944" cy="252027"/>
            </a:xfrm>
            <a:prstGeom prst="rect">
              <a:avLst/>
            </a:prstGeom>
          </p:spPr>
        </p:pic>
        <p:pic>
          <p:nvPicPr>
            <p:cNvPr id="117" name="Picture 29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051304" y="4110228"/>
              <a:ext cx="91439" cy="91439"/>
            </a:xfrm>
            <a:prstGeom prst="rect">
              <a:avLst/>
            </a:prstGeom>
          </p:spPr>
        </p:pic>
        <p:pic>
          <p:nvPicPr>
            <p:cNvPr id="118" name="Picture 30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2051304" y="4270248"/>
              <a:ext cx="91439" cy="89916"/>
            </a:xfrm>
            <a:prstGeom prst="rect">
              <a:avLst/>
            </a:prstGeom>
          </p:spPr>
        </p:pic>
      </p:grpSp>
      <p:pic>
        <p:nvPicPr>
          <p:cNvPr id="119" name="Picture 32" descr="C:/Users/龙龙/AppData/Local/Temp/picturecompress_20220705185917/output_6.pngoutput_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05804" y="3784633"/>
            <a:ext cx="547874" cy="547873"/>
          </a:xfrm>
          <a:prstGeom prst="rect">
            <a:avLst/>
          </a:prstGeom>
        </p:spPr>
      </p:pic>
      <p:grpSp>
        <p:nvGrpSpPr>
          <p:cNvPr id="120" name="组合 119"/>
          <p:cNvGrpSpPr/>
          <p:nvPr/>
        </p:nvGrpSpPr>
        <p:grpSpPr>
          <a:xfrm>
            <a:off x="9908543" y="3784633"/>
            <a:ext cx="561793" cy="561152"/>
            <a:chOff x="9822021" y="3723753"/>
            <a:chExt cx="682910" cy="682130"/>
          </a:xfrm>
        </p:grpSpPr>
        <p:pic>
          <p:nvPicPr>
            <p:cNvPr id="121" name="Picture 34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9894351" y="3723753"/>
              <a:ext cx="610580" cy="592214"/>
            </a:xfrm>
            <a:prstGeom prst="rect">
              <a:avLst/>
            </a:prstGeom>
          </p:spPr>
        </p:pic>
        <p:pic>
          <p:nvPicPr>
            <p:cNvPr id="122" name="Picture 35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9895143" y="4183097"/>
              <a:ext cx="151348" cy="149634"/>
            </a:xfrm>
            <a:prstGeom prst="rect">
              <a:avLst/>
            </a:prstGeom>
          </p:spPr>
        </p:pic>
        <p:pic>
          <p:nvPicPr>
            <p:cNvPr id="123" name="Picture 36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9822021" y="4347823"/>
              <a:ext cx="58225" cy="58060"/>
            </a:xfrm>
            <a:prstGeom prst="rect">
              <a:avLst/>
            </a:prstGeom>
          </p:spPr>
        </p:pic>
        <p:pic>
          <p:nvPicPr>
            <p:cNvPr id="124" name="Picture 37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9989820" y="4378452"/>
              <a:ext cx="27432" cy="25907"/>
            </a:xfrm>
            <a:prstGeom prst="rect">
              <a:avLst/>
            </a:prstGeom>
          </p:spPr>
        </p:pic>
        <p:pic>
          <p:nvPicPr>
            <p:cNvPr id="125" name="Picture 38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0023159" y="4279205"/>
              <a:ext cx="91819" cy="91626"/>
            </a:xfrm>
            <a:prstGeom prst="rect">
              <a:avLst/>
            </a:prstGeom>
          </p:spPr>
        </p:pic>
        <p:pic>
          <p:nvPicPr>
            <p:cNvPr id="126" name="Picture 39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0250235" y="4274633"/>
              <a:ext cx="93403" cy="91626"/>
            </a:xfrm>
            <a:prstGeom prst="rect">
              <a:avLst/>
            </a:prstGeom>
          </p:spPr>
        </p:pic>
        <p:pic>
          <p:nvPicPr>
            <p:cNvPr id="127" name="Picture 40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0177272" y="3901440"/>
              <a:ext cx="27432" cy="25907"/>
            </a:xfrm>
            <a:prstGeom prst="rect">
              <a:avLst/>
            </a:prstGeom>
          </p:spPr>
        </p:pic>
      </p:grpSp>
      <p:grpSp>
        <p:nvGrpSpPr>
          <p:cNvPr id="128" name="组合 127"/>
          <p:cNvGrpSpPr/>
          <p:nvPr/>
        </p:nvGrpSpPr>
        <p:grpSpPr>
          <a:xfrm>
            <a:off x="7180709" y="3775545"/>
            <a:ext cx="587992" cy="582977"/>
            <a:chOff x="7094219" y="3709416"/>
            <a:chExt cx="714756" cy="708660"/>
          </a:xfrm>
        </p:grpSpPr>
        <p:pic>
          <p:nvPicPr>
            <p:cNvPr id="129" name="Picture 42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7094219" y="3709416"/>
              <a:ext cx="714756" cy="371855"/>
            </a:xfrm>
            <a:prstGeom prst="rect">
              <a:avLst/>
            </a:prstGeom>
          </p:spPr>
        </p:pic>
        <p:pic>
          <p:nvPicPr>
            <p:cNvPr id="130" name="Picture 43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7094219" y="3846576"/>
              <a:ext cx="714756" cy="571500"/>
            </a:xfrm>
            <a:prstGeom prst="rect">
              <a:avLst/>
            </a:prstGeom>
          </p:spPr>
        </p:pic>
      </p:grpSp>
      <p:sp>
        <p:nvSpPr>
          <p:cNvPr id="137" name="文本框 136"/>
          <p:cNvSpPr txBox="1"/>
          <p:nvPr/>
        </p:nvSpPr>
        <p:spPr>
          <a:xfrm>
            <a:off x="580572" y="1059234"/>
            <a:ext cx="1562554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4400" b="1" dirty="0">
                <a:solidFill>
                  <a:srgbClr val="005E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lang="zh-CN" altLang="en-US" sz="4400" b="1" dirty="0">
              <a:solidFill>
                <a:srgbClr val="005E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1834641" y="1369072"/>
            <a:ext cx="169786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CONTENTS</a:t>
            </a:r>
            <a:endParaRPr lang="zh-CN" altLang="en-US" sz="2000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1" y="1160464"/>
            <a:ext cx="203200" cy="531812"/>
          </a:xfrm>
          <a:prstGeom prst="rect">
            <a:avLst/>
          </a:prstGeom>
          <a:gradFill>
            <a:gsLst>
              <a:gs pos="0">
                <a:srgbClr val="005E60">
                  <a:alpha val="96000"/>
                </a:srgbClr>
              </a:gs>
              <a:gs pos="100000">
                <a:srgbClr val="3E8B94">
                  <a:lumMod val="50000"/>
                </a:srgbClr>
              </a:gs>
            </a:gsLst>
            <a:lin ang="3600000" scaled="0"/>
          </a:gradFill>
          <a:ln w="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zh-CN" altLang="en-US" kern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228362" y="1160464"/>
            <a:ext cx="64531" cy="531812"/>
          </a:xfrm>
          <a:prstGeom prst="rect">
            <a:avLst/>
          </a:prstGeom>
          <a:gradFill>
            <a:gsLst>
              <a:gs pos="0">
                <a:srgbClr val="005E60">
                  <a:alpha val="96000"/>
                </a:srgbClr>
              </a:gs>
              <a:gs pos="100000">
                <a:srgbClr val="3E8B94">
                  <a:lumMod val="50000"/>
                </a:srgbClr>
              </a:gs>
            </a:gsLst>
            <a:lin ang="3600000" scaled="0"/>
          </a:gradFill>
          <a:ln w="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zh-CN" altLang="en-US" kern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2" name="矩形 141"/>
          <p:cNvSpPr/>
          <p:nvPr/>
        </p:nvSpPr>
        <p:spPr>
          <a:xfrm>
            <a:off x="319228" y="1322388"/>
            <a:ext cx="64531" cy="369888"/>
          </a:xfrm>
          <a:prstGeom prst="rect">
            <a:avLst/>
          </a:prstGeom>
          <a:gradFill>
            <a:gsLst>
              <a:gs pos="0">
                <a:srgbClr val="005E60">
                  <a:alpha val="96000"/>
                </a:srgbClr>
              </a:gs>
              <a:gs pos="100000">
                <a:srgbClr val="3E8B94">
                  <a:lumMod val="50000"/>
                </a:srgbClr>
              </a:gs>
            </a:gsLst>
            <a:lin ang="3600000" scaled="0"/>
          </a:gradFill>
          <a:ln w="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00360" y="5140548"/>
            <a:ext cx="2289174" cy="407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zh-CN" altLang="en-US" sz="2000" b="1" spc="200" dirty="0">
                <a:ln w="12700">
                  <a:noFill/>
                </a:ln>
                <a:gradFill>
                  <a:gsLst>
                    <a:gs pos="100000">
                      <a:srgbClr val="FAFE41"/>
                    </a:gs>
                    <a:gs pos="69000">
                      <a:srgbClr val="50B99A"/>
                    </a:gs>
                    <a:gs pos="0">
                      <a:srgbClr val="033091"/>
                    </a:gs>
                  </a:gsLst>
                  <a:lin ang="1644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痛点和竞品</a:t>
            </a:r>
            <a:endParaRPr kumimoji="1" lang="zh-CN" altLang="en-US" sz="2000" b="1" spc="200" dirty="0">
              <a:ln w="12700">
                <a:noFill/>
              </a:ln>
              <a:gradFill>
                <a:gsLst>
                  <a:gs pos="100000">
                    <a:srgbClr val="FAFE41"/>
                  </a:gs>
                  <a:gs pos="69000">
                    <a:srgbClr val="50B99A"/>
                  </a:gs>
                  <a:gs pos="0">
                    <a:srgbClr val="033091"/>
                  </a:gs>
                </a:gsLst>
                <a:lin ang="1644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0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 descr="背景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0"/>
            <a:ext cx="12192000" cy="6852285"/>
          </a:xfrm>
          <a:prstGeom prst="rect">
            <a:avLst/>
          </a:prstGeom>
        </p:spPr>
      </p:pic>
      <p:grpSp>
        <p:nvGrpSpPr>
          <p:cNvPr id="14" name="图形 39"/>
          <p:cNvGrpSpPr/>
          <p:nvPr>
            <p:custDataLst>
              <p:tags r:id="rId2"/>
            </p:custDataLst>
          </p:nvPr>
        </p:nvGrpSpPr>
        <p:grpSpPr>
          <a:xfrm>
            <a:off x="321945" y="5059045"/>
            <a:ext cx="12872085" cy="1747520"/>
            <a:chOff x="0" y="1983176"/>
            <a:chExt cx="12191630" cy="3623830"/>
          </a:xfrm>
          <a:gradFill flip="none" rotWithShape="1">
            <a:gsLst>
              <a:gs pos="40000">
                <a:srgbClr val="ACD556"/>
              </a:gs>
              <a:gs pos="70000">
                <a:srgbClr val="53BADC"/>
              </a:gs>
              <a:gs pos="25000">
                <a:srgbClr val="53A3A2"/>
              </a:gs>
              <a:gs pos="11000">
                <a:srgbClr val="53BADC"/>
              </a:gs>
              <a:gs pos="50000">
                <a:schemeClr val="accent5">
                  <a:lumMod val="40000"/>
                  <a:lumOff val="60000"/>
                </a:schemeClr>
              </a:gs>
              <a:gs pos="100000">
                <a:srgbClr val="99D061"/>
              </a:gs>
            </a:gsLst>
            <a:lin ang="0" scaled="1"/>
            <a:tileRect/>
          </a:gradFill>
        </p:grpSpPr>
        <p:sp>
          <p:nvSpPr>
            <p:cNvPr id="15" name="任意多边形: 形状 1382"/>
            <p:cNvSpPr/>
            <p:nvPr>
              <p:custDataLst>
                <p:tags r:id="rId3"/>
              </p:custDataLst>
            </p:nvPr>
          </p:nvSpPr>
          <p:spPr>
            <a:xfrm>
              <a:off x="2214577" y="3383201"/>
              <a:ext cx="9977052" cy="1443507"/>
            </a:xfrm>
            <a:custGeom>
              <a:avLst/>
              <a:gdLst>
                <a:gd name="connsiteX0" fmla="*/ 9971793 w 9977052"/>
                <a:gd name="connsiteY0" fmla="*/ 1443508 h 1443507"/>
                <a:gd name="connsiteX1" fmla="*/ 9050366 w 9977052"/>
                <a:gd name="connsiteY1" fmla="*/ 532423 h 1443507"/>
                <a:gd name="connsiteX2" fmla="*/ 8388505 w 9977052"/>
                <a:gd name="connsiteY2" fmla="*/ 345119 h 1443507"/>
                <a:gd name="connsiteX3" fmla="*/ 7913754 w 9977052"/>
                <a:gd name="connsiteY3" fmla="*/ 309322 h 1443507"/>
                <a:gd name="connsiteX4" fmla="*/ 6781961 w 9977052"/>
                <a:gd name="connsiteY4" fmla="*/ 554763 h 1443507"/>
                <a:gd name="connsiteX5" fmla="*/ 5453964 w 9977052"/>
                <a:gd name="connsiteY5" fmla="*/ 815332 h 1443507"/>
                <a:gd name="connsiteX6" fmla="*/ 5096823 w 9977052"/>
                <a:gd name="connsiteY6" fmla="*/ 824338 h 1443507"/>
                <a:gd name="connsiteX7" fmla="*/ 3823848 w 9977052"/>
                <a:gd name="connsiteY7" fmla="*/ 690509 h 1443507"/>
                <a:gd name="connsiteX8" fmla="*/ 2679901 w 9977052"/>
                <a:gd name="connsiteY8" fmla="*/ 327018 h 1443507"/>
                <a:gd name="connsiteX9" fmla="*/ 872649 w 9977052"/>
                <a:gd name="connsiteY9" fmla="*/ 61137 h 1443507"/>
                <a:gd name="connsiteX10" fmla="*/ 5119 w 9977052"/>
                <a:gd name="connsiteY10" fmla="*/ 1296081 h 1443507"/>
                <a:gd name="connsiteX11" fmla="*/ 0 w 9977052"/>
                <a:gd name="connsiteY11" fmla="*/ 1294779 h 1443507"/>
                <a:gd name="connsiteX12" fmla="*/ 263014 w 9977052"/>
                <a:gd name="connsiteY12" fmla="*/ 534780 h 1443507"/>
                <a:gd name="connsiteX13" fmla="*/ 871523 w 9977052"/>
                <a:gd name="connsiteY13" fmla="*/ 56001 h 1443507"/>
                <a:gd name="connsiteX14" fmla="*/ 1812810 w 9977052"/>
                <a:gd name="connsiteY14" fmla="*/ 45007 h 1443507"/>
                <a:gd name="connsiteX15" fmla="*/ 2681783 w 9977052"/>
                <a:gd name="connsiteY15" fmla="*/ 322128 h 1443507"/>
                <a:gd name="connsiteX16" fmla="*/ 5453734 w 9977052"/>
                <a:gd name="connsiteY16" fmla="*/ 810107 h 1443507"/>
                <a:gd name="connsiteX17" fmla="*/ 6780606 w 9977052"/>
                <a:gd name="connsiteY17" fmla="*/ 549715 h 1443507"/>
                <a:gd name="connsiteX18" fmla="*/ 7913208 w 9977052"/>
                <a:gd name="connsiteY18" fmla="*/ 304133 h 1443507"/>
                <a:gd name="connsiteX19" fmla="*/ 8389454 w 9977052"/>
                <a:gd name="connsiteY19" fmla="*/ 339983 h 1443507"/>
                <a:gd name="connsiteX20" fmla="*/ 9052353 w 9977052"/>
                <a:gd name="connsiteY20" fmla="*/ 527568 h 1443507"/>
                <a:gd name="connsiteX21" fmla="*/ 9661813 w 9977052"/>
                <a:gd name="connsiteY21" fmla="*/ 887981 h 1443507"/>
                <a:gd name="connsiteX22" fmla="*/ 9977053 w 9977052"/>
                <a:gd name="connsiteY22" fmla="*/ 1442857 h 1443507"/>
                <a:gd name="connsiteX23" fmla="*/ 9971793 w 9977052"/>
                <a:gd name="connsiteY23" fmla="*/ 1443508 h 1443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77052" h="1443507">
                  <a:moveTo>
                    <a:pt x="9971793" y="1443508"/>
                  </a:moveTo>
                  <a:cubicBezTo>
                    <a:pt x="9909030" y="969970"/>
                    <a:pt x="9436073" y="686692"/>
                    <a:pt x="9050366" y="532423"/>
                  </a:cubicBezTo>
                  <a:cubicBezTo>
                    <a:pt x="8791063" y="428709"/>
                    <a:pt x="8547329" y="373334"/>
                    <a:pt x="8388505" y="345119"/>
                  </a:cubicBezTo>
                  <a:cubicBezTo>
                    <a:pt x="8197067" y="311116"/>
                    <a:pt x="8019579" y="297748"/>
                    <a:pt x="7913754" y="309322"/>
                  </a:cubicBezTo>
                  <a:cubicBezTo>
                    <a:pt x="7529752" y="351364"/>
                    <a:pt x="7149603" y="454761"/>
                    <a:pt x="6781961" y="554763"/>
                  </a:cubicBezTo>
                  <a:cubicBezTo>
                    <a:pt x="6351397" y="671881"/>
                    <a:pt x="5906181" y="792974"/>
                    <a:pt x="5453964" y="815332"/>
                  </a:cubicBezTo>
                  <a:cubicBezTo>
                    <a:pt x="5332764" y="821330"/>
                    <a:pt x="5213764" y="824338"/>
                    <a:pt x="5096823" y="824338"/>
                  </a:cubicBezTo>
                  <a:cubicBezTo>
                    <a:pt x="4648229" y="824338"/>
                    <a:pt x="4229011" y="780115"/>
                    <a:pt x="3823848" y="690509"/>
                  </a:cubicBezTo>
                  <a:cubicBezTo>
                    <a:pt x="3378192" y="591949"/>
                    <a:pt x="3007208" y="451208"/>
                    <a:pt x="2679901" y="327018"/>
                  </a:cubicBezTo>
                  <a:cubicBezTo>
                    <a:pt x="2085605" y="101560"/>
                    <a:pt x="1572348" y="-93167"/>
                    <a:pt x="872649" y="61137"/>
                  </a:cubicBezTo>
                  <a:cubicBezTo>
                    <a:pt x="284509" y="190850"/>
                    <a:pt x="129590" y="803669"/>
                    <a:pt x="5119" y="1296081"/>
                  </a:cubicBezTo>
                  <a:lnTo>
                    <a:pt x="0" y="1294779"/>
                  </a:lnTo>
                  <a:cubicBezTo>
                    <a:pt x="62464" y="1047668"/>
                    <a:pt x="133266" y="767573"/>
                    <a:pt x="263014" y="534780"/>
                  </a:cubicBezTo>
                  <a:cubicBezTo>
                    <a:pt x="410334" y="270412"/>
                    <a:pt x="609371" y="113804"/>
                    <a:pt x="871523" y="56001"/>
                  </a:cubicBezTo>
                  <a:cubicBezTo>
                    <a:pt x="1192990" y="-14889"/>
                    <a:pt x="1492100" y="-18389"/>
                    <a:pt x="1812810" y="45007"/>
                  </a:cubicBezTo>
                  <a:cubicBezTo>
                    <a:pt x="2102051" y="102176"/>
                    <a:pt x="2383659" y="209004"/>
                    <a:pt x="2681783" y="322128"/>
                  </a:cubicBezTo>
                  <a:cubicBezTo>
                    <a:pt x="3364946" y="581307"/>
                    <a:pt x="4139264" y="875069"/>
                    <a:pt x="5453734" y="810107"/>
                  </a:cubicBezTo>
                  <a:cubicBezTo>
                    <a:pt x="5905371" y="787785"/>
                    <a:pt x="6350306" y="666762"/>
                    <a:pt x="6780606" y="549715"/>
                  </a:cubicBezTo>
                  <a:cubicBezTo>
                    <a:pt x="7148442" y="449660"/>
                    <a:pt x="7528785" y="346210"/>
                    <a:pt x="7913208" y="304133"/>
                  </a:cubicBezTo>
                  <a:cubicBezTo>
                    <a:pt x="8019525" y="292506"/>
                    <a:pt x="8197542" y="305892"/>
                    <a:pt x="8389454" y="339983"/>
                  </a:cubicBezTo>
                  <a:cubicBezTo>
                    <a:pt x="8548508" y="368233"/>
                    <a:pt x="8792629" y="423696"/>
                    <a:pt x="9052353" y="527568"/>
                  </a:cubicBezTo>
                  <a:cubicBezTo>
                    <a:pt x="9302966" y="627799"/>
                    <a:pt x="9508018" y="749068"/>
                    <a:pt x="9661813" y="887981"/>
                  </a:cubicBezTo>
                  <a:cubicBezTo>
                    <a:pt x="9843998" y="1052558"/>
                    <a:pt x="9950069" y="1239246"/>
                    <a:pt x="9977053" y="1442857"/>
                  </a:cubicBezTo>
                  <a:lnTo>
                    <a:pt x="9971793" y="1443508"/>
                  </a:ln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任意多边形: 形状 1383"/>
            <p:cNvSpPr/>
            <p:nvPr>
              <p:custDataLst>
                <p:tags r:id="rId4"/>
              </p:custDataLst>
            </p:nvPr>
          </p:nvSpPr>
          <p:spPr>
            <a:xfrm>
              <a:off x="2135490" y="3436533"/>
              <a:ext cx="10056016" cy="1340042"/>
            </a:xfrm>
            <a:custGeom>
              <a:avLst/>
              <a:gdLst>
                <a:gd name="connsiteX0" fmla="*/ 10050898 w 10056016"/>
                <a:gd name="connsiteY0" fmla="*/ 1340042 h 1340042"/>
                <a:gd name="connsiteX1" fmla="*/ 9157228 w 10056016"/>
                <a:gd name="connsiteY1" fmla="*/ 449820 h 1340042"/>
                <a:gd name="connsiteX2" fmla="*/ 8054882 w 10056016"/>
                <a:gd name="connsiteY2" fmla="*/ 216992 h 1340042"/>
                <a:gd name="connsiteX3" fmla="*/ 8015198 w 10056016"/>
                <a:gd name="connsiteY3" fmla="*/ 219437 h 1340042"/>
                <a:gd name="connsiteX4" fmla="*/ 7736915 w 10056016"/>
                <a:gd name="connsiteY4" fmla="*/ 242991 h 1340042"/>
                <a:gd name="connsiteX5" fmla="*/ 7215268 w 10056016"/>
                <a:gd name="connsiteY5" fmla="*/ 374638 h 1340042"/>
                <a:gd name="connsiteX6" fmla="*/ 7157836 w 10056016"/>
                <a:gd name="connsiteY6" fmla="*/ 392669 h 1340042"/>
                <a:gd name="connsiteX7" fmla="*/ 6824055 w 10056016"/>
                <a:gd name="connsiteY7" fmla="*/ 501413 h 1340042"/>
                <a:gd name="connsiteX8" fmla="*/ 6116458 w 10056016"/>
                <a:gd name="connsiteY8" fmla="*/ 715174 h 1340042"/>
                <a:gd name="connsiteX9" fmla="*/ 5573051 w 10056016"/>
                <a:gd name="connsiteY9" fmla="*/ 809230 h 1340042"/>
                <a:gd name="connsiteX10" fmla="*/ 5409389 w 10056016"/>
                <a:gd name="connsiteY10" fmla="*/ 815229 h 1340042"/>
                <a:gd name="connsiteX11" fmla="*/ 5078493 w 10056016"/>
                <a:gd name="connsiteY11" fmla="*/ 800611 h 1340042"/>
                <a:gd name="connsiteX12" fmla="*/ 4556864 w 10056016"/>
                <a:gd name="connsiteY12" fmla="*/ 735931 h 1340042"/>
                <a:gd name="connsiteX13" fmla="*/ 4028391 w 10056016"/>
                <a:gd name="connsiteY13" fmla="*/ 621926 h 1340042"/>
                <a:gd name="connsiteX14" fmla="*/ 3556121 w 10056016"/>
                <a:gd name="connsiteY14" fmla="*/ 480146 h 1340042"/>
                <a:gd name="connsiteX15" fmla="*/ 3464245 w 10056016"/>
                <a:gd name="connsiteY15" fmla="*/ 449768 h 1340042"/>
                <a:gd name="connsiteX16" fmla="*/ 3253071 w 10056016"/>
                <a:gd name="connsiteY16" fmla="*/ 381077 h 1340042"/>
                <a:gd name="connsiteX17" fmla="*/ 2937373 w 10056016"/>
                <a:gd name="connsiteY17" fmla="*/ 279773 h 1340042"/>
                <a:gd name="connsiteX18" fmla="*/ 949309 w 10056016"/>
                <a:gd name="connsiteY18" fmla="*/ 82213 h 1340042"/>
                <a:gd name="connsiteX19" fmla="*/ 476176 w 10056016"/>
                <a:gd name="connsiteY19" fmla="*/ 333582 h 1340042"/>
                <a:gd name="connsiteX20" fmla="*/ 4960 w 10056016"/>
                <a:gd name="connsiteY20" fmla="*/ 1236100 h 1340042"/>
                <a:gd name="connsiteX21" fmla="*/ 0 w 10056016"/>
                <a:gd name="connsiteY21" fmla="*/ 1234482 h 1340042"/>
                <a:gd name="connsiteX22" fmla="*/ 178984 w 10056016"/>
                <a:gd name="connsiteY22" fmla="*/ 757285 h 1340042"/>
                <a:gd name="connsiteX23" fmla="*/ 472552 w 10056016"/>
                <a:gd name="connsiteY23" fmla="*/ 329835 h 1340042"/>
                <a:gd name="connsiteX24" fmla="*/ 683234 w 10056016"/>
                <a:gd name="connsiteY24" fmla="*/ 174564 h 1340042"/>
                <a:gd name="connsiteX25" fmla="*/ 948200 w 10056016"/>
                <a:gd name="connsiteY25" fmla="*/ 77112 h 1340042"/>
                <a:gd name="connsiteX26" fmla="*/ 2938974 w 10056016"/>
                <a:gd name="connsiteY26" fmla="*/ 274812 h 1340042"/>
                <a:gd name="connsiteX27" fmla="*/ 3254618 w 10056016"/>
                <a:gd name="connsiteY27" fmla="*/ 376098 h 1340042"/>
                <a:gd name="connsiteX28" fmla="*/ 3465881 w 10056016"/>
                <a:gd name="connsiteY28" fmla="*/ 444807 h 1340042"/>
                <a:gd name="connsiteX29" fmla="*/ 3557756 w 10056016"/>
                <a:gd name="connsiteY29" fmla="*/ 475186 h 1340042"/>
                <a:gd name="connsiteX30" fmla="*/ 4029710 w 10056016"/>
                <a:gd name="connsiteY30" fmla="*/ 616878 h 1340042"/>
                <a:gd name="connsiteX31" fmla="*/ 4557726 w 10056016"/>
                <a:gd name="connsiteY31" fmla="*/ 730776 h 1340042"/>
                <a:gd name="connsiteX32" fmla="*/ 5078880 w 10056016"/>
                <a:gd name="connsiteY32" fmla="*/ 795404 h 1340042"/>
                <a:gd name="connsiteX33" fmla="*/ 5409372 w 10056016"/>
                <a:gd name="connsiteY33" fmla="*/ 810004 h 1340042"/>
                <a:gd name="connsiteX34" fmla="*/ 5410497 w 10056016"/>
                <a:gd name="connsiteY34" fmla="*/ 810004 h 1340042"/>
                <a:gd name="connsiteX35" fmla="*/ 5572665 w 10056016"/>
                <a:gd name="connsiteY35" fmla="*/ 804023 h 1340042"/>
                <a:gd name="connsiteX36" fmla="*/ 6115209 w 10056016"/>
                <a:gd name="connsiteY36" fmla="*/ 710090 h 1340042"/>
                <a:gd name="connsiteX37" fmla="*/ 6822384 w 10056016"/>
                <a:gd name="connsiteY37" fmla="*/ 496453 h 1340042"/>
                <a:gd name="connsiteX38" fmla="*/ 7156253 w 10056016"/>
                <a:gd name="connsiteY38" fmla="*/ 387673 h 1340042"/>
                <a:gd name="connsiteX39" fmla="*/ 7213686 w 10056016"/>
                <a:gd name="connsiteY39" fmla="*/ 369643 h 1340042"/>
                <a:gd name="connsiteX40" fmla="*/ 7736212 w 10056016"/>
                <a:gd name="connsiteY40" fmla="*/ 237802 h 1340042"/>
                <a:gd name="connsiteX41" fmla="*/ 8014846 w 10056016"/>
                <a:gd name="connsiteY41" fmla="*/ 214213 h 1340042"/>
                <a:gd name="connsiteX42" fmla="*/ 8054513 w 10056016"/>
                <a:gd name="connsiteY42" fmla="*/ 211768 h 1340042"/>
                <a:gd name="connsiteX43" fmla="*/ 9159145 w 10056016"/>
                <a:gd name="connsiteY43" fmla="*/ 444965 h 1340042"/>
                <a:gd name="connsiteX44" fmla="*/ 10056017 w 10056016"/>
                <a:gd name="connsiteY44" fmla="*/ 1339321 h 1340042"/>
                <a:gd name="connsiteX45" fmla="*/ 10050898 w 10056016"/>
                <a:gd name="connsiteY45" fmla="*/ 1340042 h 1340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0056016" h="1340042">
                  <a:moveTo>
                    <a:pt x="10050898" y="1340042"/>
                  </a:moveTo>
                  <a:cubicBezTo>
                    <a:pt x="9988680" y="879698"/>
                    <a:pt x="9530569" y="601855"/>
                    <a:pt x="9157228" y="449820"/>
                  </a:cubicBezTo>
                  <a:cubicBezTo>
                    <a:pt x="8714140" y="269394"/>
                    <a:pt x="8245881" y="205048"/>
                    <a:pt x="8054882" y="216992"/>
                  </a:cubicBezTo>
                  <a:cubicBezTo>
                    <a:pt x="8041654" y="217819"/>
                    <a:pt x="8028426" y="218628"/>
                    <a:pt x="8015198" y="219437"/>
                  </a:cubicBezTo>
                  <a:cubicBezTo>
                    <a:pt x="7924572" y="224978"/>
                    <a:pt x="7830850" y="230695"/>
                    <a:pt x="7736915" y="242991"/>
                  </a:cubicBezTo>
                  <a:cubicBezTo>
                    <a:pt x="7559726" y="266193"/>
                    <a:pt x="7384613" y="321321"/>
                    <a:pt x="7215268" y="374638"/>
                  </a:cubicBezTo>
                  <a:cubicBezTo>
                    <a:pt x="7196042" y="380689"/>
                    <a:pt x="7176886" y="386723"/>
                    <a:pt x="7157836" y="392669"/>
                  </a:cubicBezTo>
                  <a:cubicBezTo>
                    <a:pt x="7045995" y="427586"/>
                    <a:pt x="6933169" y="465124"/>
                    <a:pt x="6824055" y="501413"/>
                  </a:cubicBezTo>
                  <a:cubicBezTo>
                    <a:pt x="6593584" y="578073"/>
                    <a:pt x="6355285" y="657353"/>
                    <a:pt x="6116458" y="715174"/>
                  </a:cubicBezTo>
                  <a:cubicBezTo>
                    <a:pt x="5946956" y="756212"/>
                    <a:pt x="5763821" y="796020"/>
                    <a:pt x="5573051" y="809230"/>
                  </a:cubicBezTo>
                  <a:cubicBezTo>
                    <a:pt x="5514950" y="813294"/>
                    <a:pt x="5461457" y="815317"/>
                    <a:pt x="5409389" y="815229"/>
                  </a:cubicBezTo>
                  <a:cubicBezTo>
                    <a:pt x="5286748" y="815598"/>
                    <a:pt x="5173324" y="808069"/>
                    <a:pt x="5078493" y="800611"/>
                  </a:cubicBezTo>
                  <a:cubicBezTo>
                    <a:pt x="4909782" y="787840"/>
                    <a:pt x="4739154" y="766679"/>
                    <a:pt x="4556864" y="735931"/>
                  </a:cubicBezTo>
                  <a:cubicBezTo>
                    <a:pt x="4379164" y="705956"/>
                    <a:pt x="4206302" y="668664"/>
                    <a:pt x="4028391" y="621926"/>
                  </a:cubicBezTo>
                  <a:cubicBezTo>
                    <a:pt x="3881457" y="583333"/>
                    <a:pt x="3731392" y="538283"/>
                    <a:pt x="3556121" y="480146"/>
                  </a:cubicBezTo>
                  <a:cubicBezTo>
                    <a:pt x="3525284" y="470032"/>
                    <a:pt x="3494254" y="459724"/>
                    <a:pt x="3464245" y="449768"/>
                  </a:cubicBezTo>
                  <a:cubicBezTo>
                    <a:pt x="3391121" y="425510"/>
                    <a:pt x="3322061" y="402607"/>
                    <a:pt x="3253071" y="381077"/>
                  </a:cubicBezTo>
                  <a:cubicBezTo>
                    <a:pt x="3142461" y="346582"/>
                    <a:pt x="3038202" y="312614"/>
                    <a:pt x="2937373" y="279773"/>
                  </a:cubicBezTo>
                  <a:cubicBezTo>
                    <a:pt x="2268300" y="61826"/>
                    <a:pt x="1784894" y="-95645"/>
                    <a:pt x="949309" y="82213"/>
                  </a:cubicBezTo>
                  <a:cubicBezTo>
                    <a:pt x="765188" y="122144"/>
                    <a:pt x="610427" y="204362"/>
                    <a:pt x="476176" y="333582"/>
                  </a:cubicBezTo>
                  <a:cubicBezTo>
                    <a:pt x="218439" y="581661"/>
                    <a:pt x="100073" y="944519"/>
                    <a:pt x="4960" y="1236100"/>
                  </a:cubicBezTo>
                  <a:lnTo>
                    <a:pt x="0" y="1234482"/>
                  </a:lnTo>
                  <a:cubicBezTo>
                    <a:pt x="45806" y="1094056"/>
                    <a:pt x="102834" y="919277"/>
                    <a:pt x="178984" y="757285"/>
                  </a:cubicBezTo>
                  <a:cubicBezTo>
                    <a:pt x="262715" y="579199"/>
                    <a:pt x="358741" y="439372"/>
                    <a:pt x="472552" y="329835"/>
                  </a:cubicBezTo>
                  <a:cubicBezTo>
                    <a:pt x="536951" y="267864"/>
                    <a:pt x="607823" y="215620"/>
                    <a:pt x="683234" y="174564"/>
                  </a:cubicBezTo>
                  <a:cubicBezTo>
                    <a:pt x="764256" y="130464"/>
                    <a:pt x="853405" y="97676"/>
                    <a:pt x="948200" y="77112"/>
                  </a:cubicBezTo>
                  <a:cubicBezTo>
                    <a:pt x="1785158" y="-101045"/>
                    <a:pt x="2269126" y="56601"/>
                    <a:pt x="2938974" y="274812"/>
                  </a:cubicBezTo>
                  <a:cubicBezTo>
                    <a:pt x="3039785" y="307654"/>
                    <a:pt x="3144045" y="341603"/>
                    <a:pt x="3254618" y="376098"/>
                  </a:cubicBezTo>
                  <a:cubicBezTo>
                    <a:pt x="3323661" y="397629"/>
                    <a:pt x="3392739" y="420550"/>
                    <a:pt x="3465881" y="444807"/>
                  </a:cubicBezTo>
                  <a:cubicBezTo>
                    <a:pt x="3495891" y="454763"/>
                    <a:pt x="3526920" y="465054"/>
                    <a:pt x="3557756" y="475186"/>
                  </a:cubicBezTo>
                  <a:cubicBezTo>
                    <a:pt x="3732923" y="533287"/>
                    <a:pt x="3882882" y="578302"/>
                    <a:pt x="4029710" y="616878"/>
                  </a:cubicBezTo>
                  <a:cubicBezTo>
                    <a:pt x="4207463" y="663563"/>
                    <a:pt x="4380184" y="700837"/>
                    <a:pt x="4557726" y="730776"/>
                  </a:cubicBezTo>
                  <a:cubicBezTo>
                    <a:pt x="4739858" y="761507"/>
                    <a:pt x="4910328" y="782633"/>
                    <a:pt x="5078880" y="795404"/>
                  </a:cubicBezTo>
                  <a:cubicBezTo>
                    <a:pt x="5173605" y="802845"/>
                    <a:pt x="5286976" y="810391"/>
                    <a:pt x="5409372" y="810004"/>
                  </a:cubicBezTo>
                  <a:cubicBezTo>
                    <a:pt x="5409741" y="810004"/>
                    <a:pt x="5410127" y="810004"/>
                    <a:pt x="5410497" y="810004"/>
                  </a:cubicBezTo>
                  <a:cubicBezTo>
                    <a:pt x="5462055" y="810004"/>
                    <a:pt x="5515108" y="808052"/>
                    <a:pt x="5572665" y="804023"/>
                  </a:cubicBezTo>
                  <a:cubicBezTo>
                    <a:pt x="5763047" y="790830"/>
                    <a:pt x="5945935" y="751076"/>
                    <a:pt x="6115209" y="710090"/>
                  </a:cubicBezTo>
                  <a:cubicBezTo>
                    <a:pt x="6353807" y="652305"/>
                    <a:pt x="6592018" y="573077"/>
                    <a:pt x="6822384" y="496453"/>
                  </a:cubicBezTo>
                  <a:cubicBezTo>
                    <a:pt x="6931515" y="460146"/>
                    <a:pt x="7044359" y="422608"/>
                    <a:pt x="7156253" y="387673"/>
                  </a:cubicBezTo>
                  <a:cubicBezTo>
                    <a:pt x="7175302" y="381727"/>
                    <a:pt x="7194442" y="375694"/>
                    <a:pt x="7213686" y="369643"/>
                  </a:cubicBezTo>
                  <a:cubicBezTo>
                    <a:pt x="7383240" y="316255"/>
                    <a:pt x="7558566" y="261074"/>
                    <a:pt x="7736212" y="237802"/>
                  </a:cubicBezTo>
                  <a:cubicBezTo>
                    <a:pt x="7830321" y="225471"/>
                    <a:pt x="7924132" y="219754"/>
                    <a:pt x="8014846" y="214213"/>
                  </a:cubicBezTo>
                  <a:cubicBezTo>
                    <a:pt x="8028074" y="213404"/>
                    <a:pt x="8041302" y="212594"/>
                    <a:pt x="8054513" y="211768"/>
                  </a:cubicBezTo>
                  <a:cubicBezTo>
                    <a:pt x="8245986" y="199788"/>
                    <a:pt x="8715301" y="264223"/>
                    <a:pt x="9159145" y="444965"/>
                  </a:cubicBezTo>
                  <a:cubicBezTo>
                    <a:pt x="9533771" y="597510"/>
                    <a:pt x="9993465" y="876514"/>
                    <a:pt x="10056017" y="1339321"/>
                  </a:cubicBezTo>
                  <a:lnTo>
                    <a:pt x="10050898" y="1340042"/>
                  </a:ln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任意多边形: 形状 1384"/>
            <p:cNvSpPr/>
            <p:nvPr>
              <p:custDataLst>
                <p:tags r:id="rId5"/>
              </p:custDataLst>
            </p:nvPr>
          </p:nvSpPr>
          <p:spPr>
            <a:xfrm>
              <a:off x="2056456" y="3476962"/>
              <a:ext cx="10135051" cy="1249497"/>
            </a:xfrm>
            <a:custGeom>
              <a:avLst/>
              <a:gdLst>
                <a:gd name="connsiteX0" fmla="*/ 10129967 w 10135051"/>
                <a:gd name="connsiteY0" fmla="*/ 1249497 h 1249497"/>
                <a:gd name="connsiteX1" fmla="*/ 8206319 w 10135051"/>
                <a:gd name="connsiteY1" fmla="*/ 137476 h 1249497"/>
                <a:gd name="connsiteX2" fmla="*/ 8195959 w 10135051"/>
                <a:gd name="connsiteY2" fmla="*/ 137546 h 1249497"/>
                <a:gd name="connsiteX3" fmla="*/ 8092438 w 10135051"/>
                <a:gd name="connsiteY3" fmla="*/ 137546 h 1249497"/>
                <a:gd name="connsiteX4" fmla="*/ 7875740 w 10135051"/>
                <a:gd name="connsiteY4" fmla="*/ 142384 h 1249497"/>
                <a:gd name="connsiteX5" fmla="*/ 7368816 w 10135051"/>
                <a:gd name="connsiteY5" fmla="*/ 279660 h 1249497"/>
                <a:gd name="connsiteX6" fmla="*/ 7285367 w 10135051"/>
                <a:gd name="connsiteY6" fmla="*/ 310321 h 1249497"/>
                <a:gd name="connsiteX7" fmla="*/ 6903248 w 10135051"/>
                <a:gd name="connsiteY7" fmla="*/ 456779 h 1249497"/>
                <a:gd name="connsiteX8" fmla="*/ 6243268 w 10135051"/>
                <a:gd name="connsiteY8" fmla="*/ 694779 h 1249497"/>
                <a:gd name="connsiteX9" fmla="*/ 5692104 w 10135051"/>
                <a:gd name="connsiteY9" fmla="*/ 816049 h 1249497"/>
                <a:gd name="connsiteX10" fmla="*/ 5522355 w 10135051"/>
                <a:gd name="connsiteY10" fmla="*/ 821889 h 1249497"/>
                <a:gd name="connsiteX11" fmla="*/ 5185285 w 10135051"/>
                <a:gd name="connsiteY11" fmla="*/ 790929 h 1249497"/>
                <a:gd name="connsiteX12" fmla="*/ 4663322 w 10135051"/>
                <a:gd name="connsiteY12" fmla="*/ 692985 h 1249497"/>
                <a:gd name="connsiteX13" fmla="*/ 4135957 w 10135051"/>
                <a:gd name="connsiteY13" fmla="*/ 545717 h 1249497"/>
                <a:gd name="connsiteX14" fmla="*/ 3677108 w 10135051"/>
                <a:gd name="connsiteY14" fmla="*/ 384395 h 1249497"/>
                <a:gd name="connsiteX15" fmla="*/ 3660133 w 10135051"/>
                <a:gd name="connsiteY15" fmla="*/ 378167 h 1249497"/>
                <a:gd name="connsiteX16" fmla="*/ 3347462 w 10135051"/>
                <a:gd name="connsiteY16" fmla="*/ 273029 h 1249497"/>
                <a:gd name="connsiteX17" fmla="*/ 3287917 w 10135051"/>
                <a:gd name="connsiteY17" fmla="*/ 256036 h 1249497"/>
                <a:gd name="connsiteX18" fmla="*/ 1948416 w 10135051"/>
                <a:gd name="connsiteY18" fmla="*/ 5828 h 1249497"/>
                <a:gd name="connsiteX19" fmla="*/ 1025986 w 10135051"/>
                <a:gd name="connsiteY19" fmla="*/ 116227 h 1249497"/>
                <a:gd name="connsiteX20" fmla="*/ 529229 w 10135051"/>
                <a:gd name="connsiteY20" fmla="*/ 361281 h 1249497"/>
                <a:gd name="connsiteX21" fmla="*/ 4767 w 10135051"/>
                <a:gd name="connsiteY21" fmla="*/ 1189074 h 1249497"/>
                <a:gd name="connsiteX22" fmla="*/ 0 w 10135051"/>
                <a:gd name="connsiteY22" fmla="*/ 1187104 h 1249497"/>
                <a:gd name="connsiteX23" fmla="*/ 204226 w 10135051"/>
                <a:gd name="connsiteY23" fmla="*/ 754411 h 1249497"/>
                <a:gd name="connsiteX24" fmla="*/ 525869 w 10135051"/>
                <a:gd name="connsiteY24" fmla="*/ 357375 h 1249497"/>
                <a:gd name="connsiteX25" fmla="*/ 750412 w 10135051"/>
                <a:gd name="connsiteY25" fmla="*/ 206730 h 1249497"/>
                <a:gd name="connsiteX26" fmla="*/ 1024930 w 10135051"/>
                <a:gd name="connsiteY26" fmla="*/ 111178 h 1249497"/>
                <a:gd name="connsiteX27" fmla="*/ 1696308 w 10135051"/>
                <a:gd name="connsiteY27" fmla="*/ 9927 h 1249497"/>
                <a:gd name="connsiteX28" fmla="*/ 2237006 w 10135051"/>
                <a:gd name="connsiteY28" fmla="*/ 13850 h 1249497"/>
                <a:gd name="connsiteX29" fmla="*/ 3289325 w 10135051"/>
                <a:gd name="connsiteY29" fmla="*/ 251076 h 1249497"/>
                <a:gd name="connsiteX30" fmla="*/ 3348869 w 10135051"/>
                <a:gd name="connsiteY30" fmla="*/ 268068 h 1249497"/>
                <a:gd name="connsiteX31" fmla="*/ 3661892 w 10135051"/>
                <a:gd name="connsiteY31" fmla="*/ 373312 h 1249497"/>
                <a:gd name="connsiteX32" fmla="*/ 3678867 w 10135051"/>
                <a:gd name="connsiteY32" fmla="*/ 379540 h 1249497"/>
                <a:gd name="connsiteX33" fmla="*/ 4137523 w 10135051"/>
                <a:gd name="connsiteY33" fmla="*/ 540792 h 1249497"/>
                <a:gd name="connsiteX34" fmla="*/ 4664483 w 10135051"/>
                <a:gd name="connsiteY34" fmla="*/ 687954 h 1249497"/>
                <a:gd name="connsiteX35" fmla="*/ 5185954 w 10135051"/>
                <a:gd name="connsiteY35" fmla="*/ 785810 h 1249497"/>
                <a:gd name="connsiteX36" fmla="*/ 5522461 w 10135051"/>
                <a:gd name="connsiteY36" fmla="*/ 816717 h 1249497"/>
                <a:gd name="connsiteX37" fmla="*/ 5691647 w 10135051"/>
                <a:gd name="connsiteY37" fmla="*/ 810895 h 1249497"/>
                <a:gd name="connsiteX38" fmla="*/ 6241808 w 10135051"/>
                <a:gd name="connsiteY38" fmla="*/ 689819 h 1249497"/>
                <a:gd name="connsiteX39" fmla="*/ 6901348 w 10135051"/>
                <a:gd name="connsiteY39" fmla="*/ 451960 h 1249497"/>
                <a:gd name="connsiteX40" fmla="*/ 7283608 w 10135051"/>
                <a:gd name="connsiteY40" fmla="*/ 305448 h 1249497"/>
                <a:gd name="connsiteX41" fmla="*/ 7367022 w 10135051"/>
                <a:gd name="connsiteY41" fmla="*/ 274805 h 1249497"/>
                <a:gd name="connsiteX42" fmla="*/ 7875318 w 10135051"/>
                <a:gd name="connsiteY42" fmla="*/ 137212 h 1249497"/>
                <a:gd name="connsiteX43" fmla="*/ 8092473 w 10135051"/>
                <a:gd name="connsiteY43" fmla="*/ 132357 h 1249497"/>
                <a:gd name="connsiteX44" fmla="*/ 8195870 w 10135051"/>
                <a:gd name="connsiteY44" fmla="*/ 132357 h 1249497"/>
                <a:gd name="connsiteX45" fmla="*/ 8644482 w 10135051"/>
                <a:gd name="connsiteY45" fmla="*/ 186993 h 1249497"/>
                <a:gd name="connsiteX46" fmla="*/ 9265762 w 10135051"/>
                <a:gd name="connsiteY46" fmla="*/ 375142 h 1249497"/>
                <a:gd name="connsiteX47" fmla="*/ 9837050 w 10135051"/>
                <a:gd name="connsiteY47" fmla="*/ 720866 h 1249497"/>
                <a:gd name="connsiteX48" fmla="*/ 10135051 w 10135051"/>
                <a:gd name="connsiteY48" fmla="*/ 1248741 h 1249497"/>
                <a:gd name="connsiteX49" fmla="*/ 10129967 w 10135051"/>
                <a:gd name="connsiteY49" fmla="*/ 1249497 h 1249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135051" h="1249497">
                  <a:moveTo>
                    <a:pt x="10129967" y="1249497"/>
                  </a:moveTo>
                  <a:cubicBezTo>
                    <a:pt x="10015083" y="416550"/>
                    <a:pt x="8584691" y="137476"/>
                    <a:pt x="8206319" y="137476"/>
                  </a:cubicBezTo>
                  <a:cubicBezTo>
                    <a:pt x="8202748" y="137476"/>
                    <a:pt x="8199336" y="137494"/>
                    <a:pt x="8195959" y="137546"/>
                  </a:cubicBezTo>
                  <a:cubicBezTo>
                    <a:pt x="8161551" y="138057"/>
                    <a:pt x="8126423" y="137793"/>
                    <a:pt x="8092438" y="137546"/>
                  </a:cubicBezTo>
                  <a:cubicBezTo>
                    <a:pt x="8022287" y="137036"/>
                    <a:pt x="7949762" y="136509"/>
                    <a:pt x="7875740" y="142384"/>
                  </a:cubicBezTo>
                  <a:cubicBezTo>
                    <a:pt x="7701999" y="156193"/>
                    <a:pt x="7532619" y="218973"/>
                    <a:pt x="7368816" y="279660"/>
                  </a:cubicBezTo>
                  <a:cubicBezTo>
                    <a:pt x="7341287" y="289863"/>
                    <a:pt x="7312825" y="300417"/>
                    <a:pt x="7285367" y="310321"/>
                  </a:cubicBezTo>
                  <a:cubicBezTo>
                    <a:pt x="7156674" y="356760"/>
                    <a:pt x="7027841" y="407596"/>
                    <a:pt x="6903248" y="456779"/>
                  </a:cubicBezTo>
                  <a:cubicBezTo>
                    <a:pt x="6688890" y="541390"/>
                    <a:pt x="6467214" y="628885"/>
                    <a:pt x="6243268" y="694779"/>
                  </a:cubicBezTo>
                  <a:cubicBezTo>
                    <a:pt x="6086097" y="741025"/>
                    <a:pt x="5890491" y="798581"/>
                    <a:pt x="5692104" y="816049"/>
                  </a:cubicBezTo>
                  <a:cubicBezTo>
                    <a:pt x="5634020" y="821220"/>
                    <a:pt x="5576921" y="823190"/>
                    <a:pt x="5522355" y="821889"/>
                  </a:cubicBezTo>
                  <a:cubicBezTo>
                    <a:pt x="5401667" y="819021"/>
                    <a:pt x="5289668" y="805037"/>
                    <a:pt x="5185285" y="790929"/>
                  </a:cubicBezTo>
                  <a:cubicBezTo>
                    <a:pt x="5019143" y="768501"/>
                    <a:pt x="4853282" y="737366"/>
                    <a:pt x="4663322" y="692985"/>
                  </a:cubicBezTo>
                  <a:cubicBezTo>
                    <a:pt x="4489738" y="652422"/>
                    <a:pt x="4317246" y="604241"/>
                    <a:pt x="4135957" y="545717"/>
                  </a:cubicBezTo>
                  <a:cubicBezTo>
                    <a:pt x="3976411" y="494195"/>
                    <a:pt x="3824253" y="438380"/>
                    <a:pt x="3677108" y="384395"/>
                  </a:cubicBezTo>
                  <a:lnTo>
                    <a:pt x="3660133" y="378167"/>
                  </a:lnTo>
                  <a:cubicBezTo>
                    <a:pt x="3542787" y="335123"/>
                    <a:pt x="3444702" y="300769"/>
                    <a:pt x="3347462" y="273029"/>
                  </a:cubicBezTo>
                  <a:cubicBezTo>
                    <a:pt x="3327391" y="267294"/>
                    <a:pt x="3307549" y="261630"/>
                    <a:pt x="3287917" y="256036"/>
                  </a:cubicBezTo>
                  <a:cubicBezTo>
                    <a:pt x="2776543" y="109965"/>
                    <a:pt x="2411944" y="5828"/>
                    <a:pt x="1948416" y="5828"/>
                  </a:cubicBezTo>
                  <a:cubicBezTo>
                    <a:pt x="1687073" y="5828"/>
                    <a:pt x="1394349" y="38899"/>
                    <a:pt x="1025986" y="116227"/>
                  </a:cubicBezTo>
                  <a:cubicBezTo>
                    <a:pt x="837960" y="155682"/>
                    <a:pt x="675477" y="235842"/>
                    <a:pt x="529229" y="361281"/>
                  </a:cubicBezTo>
                  <a:cubicBezTo>
                    <a:pt x="248027" y="602464"/>
                    <a:pt x="113142" y="927731"/>
                    <a:pt x="4767" y="1189074"/>
                  </a:cubicBezTo>
                  <a:lnTo>
                    <a:pt x="0" y="1187104"/>
                  </a:lnTo>
                  <a:cubicBezTo>
                    <a:pt x="61514" y="1038780"/>
                    <a:pt x="123415" y="894080"/>
                    <a:pt x="204226" y="754411"/>
                  </a:cubicBezTo>
                  <a:cubicBezTo>
                    <a:pt x="297878" y="592561"/>
                    <a:pt x="403087" y="462690"/>
                    <a:pt x="525869" y="357375"/>
                  </a:cubicBezTo>
                  <a:cubicBezTo>
                    <a:pt x="595862" y="297339"/>
                    <a:pt x="671413" y="246661"/>
                    <a:pt x="750412" y="206730"/>
                  </a:cubicBezTo>
                  <a:cubicBezTo>
                    <a:pt x="835603" y="163686"/>
                    <a:pt x="927971" y="131531"/>
                    <a:pt x="1024930" y="111178"/>
                  </a:cubicBezTo>
                  <a:cubicBezTo>
                    <a:pt x="1276897" y="58301"/>
                    <a:pt x="1496497" y="25178"/>
                    <a:pt x="1696308" y="9927"/>
                  </a:cubicBezTo>
                  <a:cubicBezTo>
                    <a:pt x="1885336" y="-4497"/>
                    <a:pt x="2062191" y="-3213"/>
                    <a:pt x="2237006" y="13850"/>
                  </a:cubicBezTo>
                  <a:cubicBezTo>
                    <a:pt x="2574023" y="46744"/>
                    <a:pt x="2889686" y="136913"/>
                    <a:pt x="3289325" y="251076"/>
                  </a:cubicBezTo>
                  <a:cubicBezTo>
                    <a:pt x="3308938" y="256687"/>
                    <a:pt x="3328780" y="262351"/>
                    <a:pt x="3348869" y="268068"/>
                  </a:cubicBezTo>
                  <a:cubicBezTo>
                    <a:pt x="3446250" y="295844"/>
                    <a:pt x="3544440" y="330233"/>
                    <a:pt x="3661892" y="373312"/>
                  </a:cubicBezTo>
                  <a:lnTo>
                    <a:pt x="3678867" y="379540"/>
                  </a:lnTo>
                  <a:cubicBezTo>
                    <a:pt x="3825959" y="433507"/>
                    <a:pt x="3978065" y="489304"/>
                    <a:pt x="4137523" y="540792"/>
                  </a:cubicBezTo>
                  <a:cubicBezTo>
                    <a:pt x="4318670" y="599280"/>
                    <a:pt x="4491040" y="647426"/>
                    <a:pt x="4664483" y="687954"/>
                  </a:cubicBezTo>
                  <a:cubicBezTo>
                    <a:pt x="4854284" y="732300"/>
                    <a:pt x="5019988" y="763400"/>
                    <a:pt x="5185954" y="785810"/>
                  </a:cubicBezTo>
                  <a:cubicBezTo>
                    <a:pt x="5290195" y="799883"/>
                    <a:pt x="5402053" y="813867"/>
                    <a:pt x="5522461" y="816717"/>
                  </a:cubicBezTo>
                  <a:cubicBezTo>
                    <a:pt x="5576834" y="818001"/>
                    <a:pt x="5633756" y="816049"/>
                    <a:pt x="5691647" y="810895"/>
                  </a:cubicBezTo>
                  <a:cubicBezTo>
                    <a:pt x="5889541" y="793480"/>
                    <a:pt x="6084866" y="736012"/>
                    <a:pt x="6241808" y="689819"/>
                  </a:cubicBezTo>
                  <a:cubicBezTo>
                    <a:pt x="6465542" y="623978"/>
                    <a:pt x="6687095" y="536535"/>
                    <a:pt x="6901348" y="451960"/>
                  </a:cubicBezTo>
                  <a:cubicBezTo>
                    <a:pt x="7025977" y="402777"/>
                    <a:pt x="7154845" y="351905"/>
                    <a:pt x="7283608" y="305448"/>
                  </a:cubicBezTo>
                  <a:cubicBezTo>
                    <a:pt x="7311049" y="295545"/>
                    <a:pt x="7339493" y="285008"/>
                    <a:pt x="7367022" y="274805"/>
                  </a:cubicBezTo>
                  <a:cubicBezTo>
                    <a:pt x="7531142" y="213977"/>
                    <a:pt x="7700856" y="151091"/>
                    <a:pt x="7875318" y="137212"/>
                  </a:cubicBezTo>
                  <a:cubicBezTo>
                    <a:pt x="7949567" y="131302"/>
                    <a:pt x="8022217" y="131847"/>
                    <a:pt x="8092473" y="132357"/>
                  </a:cubicBezTo>
                  <a:cubicBezTo>
                    <a:pt x="8126423" y="132604"/>
                    <a:pt x="8161533" y="132867"/>
                    <a:pt x="8195870" y="132357"/>
                  </a:cubicBezTo>
                  <a:cubicBezTo>
                    <a:pt x="8302539" y="130809"/>
                    <a:pt x="8470247" y="151232"/>
                    <a:pt x="8644482" y="186993"/>
                  </a:cubicBezTo>
                  <a:cubicBezTo>
                    <a:pt x="8796077" y="218111"/>
                    <a:pt x="9026900" y="276002"/>
                    <a:pt x="9265762" y="375142"/>
                  </a:cubicBezTo>
                  <a:cubicBezTo>
                    <a:pt x="9501176" y="472840"/>
                    <a:pt x="9693370" y="589166"/>
                    <a:pt x="9837050" y="720866"/>
                  </a:cubicBezTo>
                  <a:cubicBezTo>
                    <a:pt x="10008100" y="877686"/>
                    <a:pt x="10108366" y="1055280"/>
                    <a:pt x="10135051" y="1248741"/>
                  </a:cubicBezTo>
                  <a:lnTo>
                    <a:pt x="10129967" y="1249497"/>
                  </a:ln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任意多边形: 形状 1385"/>
            <p:cNvSpPr/>
            <p:nvPr>
              <p:custDataLst>
                <p:tags r:id="rId6"/>
              </p:custDataLst>
            </p:nvPr>
          </p:nvSpPr>
          <p:spPr>
            <a:xfrm>
              <a:off x="1977475" y="3499389"/>
              <a:ext cx="10214067" cy="1176955"/>
            </a:xfrm>
            <a:custGeom>
              <a:avLst/>
              <a:gdLst>
                <a:gd name="connsiteX0" fmla="*/ 10208984 w 10214067"/>
                <a:gd name="connsiteY0" fmla="*/ 1176955 h 1176955"/>
                <a:gd name="connsiteX1" fmla="*/ 9370109 w 10214067"/>
                <a:gd name="connsiteY1" fmla="*/ 327842 h 1176955"/>
                <a:gd name="connsiteX2" fmla="*/ 8336982 w 10214067"/>
                <a:gd name="connsiteY2" fmla="*/ 76104 h 1176955"/>
                <a:gd name="connsiteX3" fmla="*/ 8216574 w 10214067"/>
                <a:gd name="connsiteY3" fmla="*/ 68259 h 1176955"/>
                <a:gd name="connsiteX4" fmla="*/ 8014512 w 10214067"/>
                <a:gd name="connsiteY4" fmla="*/ 59780 h 1176955"/>
                <a:gd name="connsiteX5" fmla="*/ 7503771 w 10214067"/>
                <a:gd name="connsiteY5" fmla="*/ 207716 h 1176955"/>
                <a:gd name="connsiteX6" fmla="*/ 7412845 w 10214067"/>
                <a:gd name="connsiteY6" fmla="*/ 245976 h 1176955"/>
                <a:gd name="connsiteX7" fmla="*/ 6999643 w 10214067"/>
                <a:gd name="connsiteY7" fmla="*/ 428249 h 1176955"/>
                <a:gd name="connsiteX8" fmla="*/ 6370008 w 10214067"/>
                <a:gd name="connsiteY8" fmla="*/ 692389 h 1176955"/>
                <a:gd name="connsiteX9" fmla="*/ 6346489 w 10214067"/>
                <a:gd name="connsiteY9" fmla="*/ 700533 h 1176955"/>
                <a:gd name="connsiteX10" fmla="*/ 5811087 w 10214067"/>
                <a:gd name="connsiteY10" fmla="*/ 840835 h 1176955"/>
                <a:gd name="connsiteX11" fmla="*/ 5635234 w 10214067"/>
                <a:gd name="connsiteY11" fmla="*/ 846534 h 1176955"/>
                <a:gd name="connsiteX12" fmla="*/ 5291972 w 10214067"/>
                <a:gd name="connsiteY12" fmla="*/ 799251 h 1176955"/>
                <a:gd name="connsiteX13" fmla="*/ 4769674 w 10214067"/>
                <a:gd name="connsiteY13" fmla="*/ 668026 h 1176955"/>
                <a:gd name="connsiteX14" fmla="*/ 4243418 w 10214067"/>
                <a:gd name="connsiteY14" fmla="*/ 487476 h 1176955"/>
                <a:gd name="connsiteX15" fmla="*/ 3928090 w 10214067"/>
                <a:gd name="connsiteY15" fmla="*/ 361036 h 1176955"/>
                <a:gd name="connsiteX16" fmla="*/ 3764040 w 10214067"/>
                <a:gd name="connsiteY16" fmla="*/ 294174 h 1176955"/>
                <a:gd name="connsiteX17" fmla="*/ 3441764 w 10214067"/>
                <a:gd name="connsiteY17" fmla="*/ 182967 h 1176955"/>
                <a:gd name="connsiteX18" fmla="*/ 1102610 w 10214067"/>
                <a:gd name="connsiteY18" fmla="*/ 168208 h 1176955"/>
                <a:gd name="connsiteX19" fmla="*/ 582229 w 10214067"/>
                <a:gd name="connsiteY19" fmla="*/ 406947 h 1176955"/>
                <a:gd name="connsiteX20" fmla="*/ 4503 w 10214067"/>
                <a:gd name="connsiteY20" fmla="*/ 1160051 h 1176955"/>
                <a:gd name="connsiteX21" fmla="*/ 0 w 10214067"/>
                <a:gd name="connsiteY21" fmla="*/ 1157693 h 1176955"/>
                <a:gd name="connsiteX22" fmla="*/ 579133 w 10214067"/>
                <a:gd name="connsiteY22" fmla="*/ 402919 h 1176955"/>
                <a:gd name="connsiteX23" fmla="*/ 1101590 w 10214067"/>
                <a:gd name="connsiteY23" fmla="*/ 163247 h 1176955"/>
                <a:gd name="connsiteX24" fmla="*/ 2378170 w 10214067"/>
                <a:gd name="connsiteY24" fmla="*/ 359 h 1176955"/>
                <a:gd name="connsiteX25" fmla="*/ 3443048 w 10214067"/>
                <a:gd name="connsiteY25" fmla="*/ 178059 h 1176955"/>
                <a:gd name="connsiteX26" fmla="*/ 3765940 w 10214067"/>
                <a:gd name="connsiteY26" fmla="*/ 289460 h 1176955"/>
                <a:gd name="connsiteX27" fmla="*/ 3930025 w 10214067"/>
                <a:gd name="connsiteY27" fmla="*/ 356339 h 1176955"/>
                <a:gd name="connsiteX28" fmla="*/ 4245247 w 10214067"/>
                <a:gd name="connsiteY28" fmla="*/ 482744 h 1176955"/>
                <a:gd name="connsiteX29" fmla="*/ 4771151 w 10214067"/>
                <a:gd name="connsiteY29" fmla="*/ 663171 h 1176955"/>
                <a:gd name="connsiteX30" fmla="*/ 5292957 w 10214067"/>
                <a:gd name="connsiteY30" fmla="*/ 794273 h 1176955"/>
                <a:gd name="connsiteX31" fmla="*/ 5635497 w 10214067"/>
                <a:gd name="connsiteY31" fmla="*/ 841486 h 1176955"/>
                <a:gd name="connsiteX32" fmla="*/ 5810576 w 10214067"/>
                <a:gd name="connsiteY32" fmla="*/ 835822 h 1176955"/>
                <a:gd name="connsiteX33" fmla="*/ 6344854 w 10214067"/>
                <a:gd name="connsiteY33" fmla="*/ 695766 h 1176955"/>
                <a:gd name="connsiteX34" fmla="*/ 6368372 w 10214067"/>
                <a:gd name="connsiteY34" fmla="*/ 687604 h 1176955"/>
                <a:gd name="connsiteX35" fmla="*/ 6997550 w 10214067"/>
                <a:gd name="connsiteY35" fmla="*/ 423640 h 1176955"/>
                <a:gd name="connsiteX36" fmla="*/ 7410946 w 10214067"/>
                <a:gd name="connsiteY36" fmla="*/ 241279 h 1176955"/>
                <a:gd name="connsiteX37" fmla="*/ 7501801 w 10214067"/>
                <a:gd name="connsiteY37" fmla="*/ 203037 h 1176955"/>
                <a:gd name="connsiteX38" fmla="*/ 8014389 w 10214067"/>
                <a:gd name="connsiteY38" fmla="*/ 54696 h 1176955"/>
                <a:gd name="connsiteX39" fmla="*/ 8217014 w 10214067"/>
                <a:gd name="connsiteY39" fmla="*/ 63175 h 1176955"/>
                <a:gd name="connsiteX40" fmla="*/ 8337192 w 10214067"/>
                <a:gd name="connsiteY40" fmla="*/ 71003 h 1176955"/>
                <a:gd name="connsiteX41" fmla="*/ 8771609 w 10214067"/>
                <a:gd name="connsiteY41" fmla="*/ 134680 h 1176955"/>
                <a:gd name="connsiteX42" fmla="*/ 9372131 w 10214067"/>
                <a:gd name="connsiteY42" fmla="*/ 323145 h 1176955"/>
                <a:gd name="connsiteX43" fmla="*/ 9924545 w 10214067"/>
                <a:gd name="connsiteY43" fmla="*/ 661728 h 1176955"/>
                <a:gd name="connsiteX44" fmla="*/ 10214068 w 10214067"/>
                <a:gd name="connsiteY44" fmla="*/ 1176234 h 1176955"/>
                <a:gd name="connsiteX45" fmla="*/ 10208984 w 10214067"/>
                <a:gd name="connsiteY45" fmla="*/ 1176955 h 1176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0214067" h="1176955">
                  <a:moveTo>
                    <a:pt x="10208984" y="1176955"/>
                  </a:moveTo>
                  <a:cubicBezTo>
                    <a:pt x="10147857" y="742908"/>
                    <a:pt x="9719052" y="475638"/>
                    <a:pt x="9370109" y="327842"/>
                  </a:cubicBezTo>
                  <a:cubicBezTo>
                    <a:pt x="8965385" y="156440"/>
                    <a:pt x="8521629" y="82454"/>
                    <a:pt x="8336982" y="76104"/>
                  </a:cubicBezTo>
                  <a:cubicBezTo>
                    <a:pt x="8297034" y="74732"/>
                    <a:pt x="8256136" y="71443"/>
                    <a:pt x="8216574" y="68259"/>
                  </a:cubicBezTo>
                  <a:cubicBezTo>
                    <a:pt x="8151560" y="63034"/>
                    <a:pt x="8084328" y="57616"/>
                    <a:pt x="8014512" y="59780"/>
                  </a:cubicBezTo>
                  <a:cubicBezTo>
                    <a:pt x="7837850" y="65268"/>
                    <a:pt x="7660362" y="140943"/>
                    <a:pt x="7503771" y="207716"/>
                  </a:cubicBezTo>
                  <a:cubicBezTo>
                    <a:pt x="7472283" y="221156"/>
                    <a:pt x="7442520" y="233838"/>
                    <a:pt x="7412845" y="245976"/>
                  </a:cubicBezTo>
                  <a:cubicBezTo>
                    <a:pt x="7272895" y="303251"/>
                    <a:pt x="7133982" y="366805"/>
                    <a:pt x="6999643" y="428249"/>
                  </a:cubicBezTo>
                  <a:cubicBezTo>
                    <a:pt x="6795734" y="521532"/>
                    <a:pt x="6584876" y="617980"/>
                    <a:pt x="6370008" y="692389"/>
                  </a:cubicBezTo>
                  <a:lnTo>
                    <a:pt x="6346489" y="700533"/>
                  </a:lnTo>
                  <a:cubicBezTo>
                    <a:pt x="6175861" y="759725"/>
                    <a:pt x="5999428" y="820940"/>
                    <a:pt x="5811087" y="840835"/>
                  </a:cubicBezTo>
                  <a:cubicBezTo>
                    <a:pt x="5750944" y="847273"/>
                    <a:pt x="5691787" y="849191"/>
                    <a:pt x="5635234" y="846534"/>
                  </a:cubicBezTo>
                  <a:cubicBezTo>
                    <a:pt x="5516145" y="840923"/>
                    <a:pt x="5409318" y="821802"/>
                    <a:pt x="5291972" y="799251"/>
                  </a:cubicBezTo>
                  <a:cubicBezTo>
                    <a:pt x="5130350" y="768186"/>
                    <a:pt x="4969273" y="727710"/>
                    <a:pt x="4769674" y="668026"/>
                  </a:cubicBezTo>
                  <a:cubicBezTo>
                    <a:pt x="4601157" y="617629"/>
                    <a:pt x="4429016" y="558577"/>
                    <a:pt x="4243418" y="487476"/>
                  </a:cubicBezTo>
                  <a:cubicBezTo>
                    <a:pt x="4135711" y="446209"/>
                    <a:pt x="4030150" y="402901"/>
                    <a:pt x="3928090" y="361036"/>
                  </a:cubicBezTo>
                  <a:cubicBezTo>
                    <a:pt x="3874228" y="338942"/>
                    <a:pt x="3818536" y="316092"/>
                    <a:pt x="3764040" y="294174"/>
                  </a:cubicBezTo>
                  <a:cubicBezTo>
                    <a:pt x="3674329" y="258096"/>
                    <a:pt x="3556630" y="212853"/>
                    <a:pt x="3441764" y="182967"/>
                  </a:cubicBezTo>
                  <a:cubicBezTo>
                    <a:pt x="2591631" y="-38147"/>
                    <a:pt x="2227630" y="-62949"/>
                    <a:pt x="1102610" y="168208"/>
                  </a:cubicBezTo>
                  <a:cubicBezTo>
                    <a:pt x="910257" y="207734"/>
                    <a:pt x="740051" y="285818"/>
                    <a:pt x="582229" y="406947"/>
                  </a:cubicBezTo>
                  <a:cubicBezTo>
                    <a:pt x="298863" y="624419"/>
                    <a:pt x="147250" y="887274"/>
                    <a:pt x="4503" y="1160051"/>
                  </a:cubicBezTo>
                  <a:lnTo>
                    <a:pt x="0" y="1157693"/>
                  </a:lnTo>
                  <a:cubicBezTo>
                    <a:pt x="143029" y="884389"/>
                    <a:pt x="294958" y="621024"/>
                    <a:pt x="579133" y="402919"/>
                  </a:cubicBezTo>
                  <a:cubicBezTo>
                    <a:pt x="737571" y="281315"/>
                    <a:pt x="908463" y="202914"/>
                    <a:pt x="1101590" y="163247"/>
                  </a:cubicBezTo>
                  <a:cubicBezTo>
                    <a:pt x="1696114" y="41081"/>
                    <a:pt x="2054012" y="-4584"/>
                    <a:pt x="2378170" y="359"/>
                  </a:cubicBezTo>
                  <a:cubicBezTo>
                    <a:pt x="2717263" y="5531"/>
                    <a:pt x="3025396" y="69437"/>
                    <a:pt x="3443048" y="178059"/>
                  </a:cubicBezTo>
                  <a:cubicBezTo>
                    <a:pt x="3558196" y="208015"/>
                    <a:pt x="3676088" y="253329"/>
                    <a:pt x="3765940" y="289460"/>
                  </a:cubicBezTo>
                  <a:cubicBezTo>
                    <a:pt x="3820453" y="311378"/>
                    <a:pt x="3876162" y="334245"/>
                    <a:pt x="3930025" y="356339"/>
                  </a:cubicBezTo>
                  <a:cubicBezTo>
                    <a:pt x="4032068" y="398204"/>
                    <a:pt x="4137593" y="441512"/>
                    <a:pt x="4245247" y="482744"/>
                  </a:cubicBezTo>
                  <a:cubicBezTo>
                    <a:pt x="4430739" y="553793"/>
                    <a:pt x="4602757" y="612809"/>
                    <a:pt x="4771151" y="663171"/>
                  </a:cubicBezTo>
                  <a:cubicBezTo>
                    <a:pt x="4970575" y="722803"/>
                    <a:pt x="5131494" y="763243"/>
                    <a:pt x="5292957" y="794273"/>
                  </a:cubicBezTo>
                  <a:cubicBezTo>
                    <a:pt x="5410110" y="816789"/>
                    <a:pt x="5516744" y="835892"/>
                    <a:pt x="5635497" y="841486"/>
                  </a:cubicBezTo>
                  <a:cubicBezTo>
                    <a:pt x="5691787" y="844142"/>
                    <a:pt x="5750680" y="842225"/>
                    <a:pt x="5810576" y="835822"/>
                  </a:cubicBezTo>
                  <a:cubicBezTo>
                    <a:pt x="5998337" y="815980"/>
                    <a:pt x="6174489" y="754870"/>
                    <a:pt x="6344854" y="695766"/>
                  </a:cubicBezTo>
                  <a:lnTo>
                    <a:pt x="6368372" y="687604"/>
                  </a:lnTo>
                  <a:cubicBezTo>
                    <a:pt x="6582994" y="613266"/>
                    <a:pt x="6793746" y="516870"/>
                    <a:pt x="6997550" y="423640"/>
                  </a:cubicBezTo>
                  <a:cubicBezTo>
                    <a:pt x="7131942" y="362161"/>
                    <a:pt x="7270907" y="298607"/>
                    <a:pt x="7410946" y="241279"/>
                  </a:cubicBezTo>
                  <a:cubicBezTo>
                    <a:pt x="7440585" y="229142"/>
                    <a:pt x="7470331" y="216459"/>
                    <a:pt x="7501801" y="203037"/>
                  </a:cubicBezTo>
                  <a:cubicBezTo>
                    <a:pt x="7658813" y="136088"/>
                    <a:pt x="7836760" y="60202"/>
                    <a:pt x="8014389" y="54696"/>
                  </a:cubicBezTo>
                  <a:cubicBezTo>
                    <a:pt x="8084469" y="52533"/>
                    <a:pt x="8151859" y="57933"/>
                    <a:pt x="8217014" y="63175"/>
                  </a:cubicBezTo>
                  <a:cubicBezTo>
                    <a:pt x="8258335" y="66499"/>
                    <a:pt x="8297368" y="69631"/>
                    <a:pt x="8337192" y="71003"/>
                  </a:cubicBezTo>
                  <a:cubicBezTo>
                    <a:pt x="8445110" y="74714"/>
                    <a:pt x="8607506" y="98532"/>
                    <a:pt x="8771609" y="134680"/>
                  </a:cubicBezTo>
                  <a:cubicBezTo>
                    <a:pt x="8919492" y="167258"/>
                    <a:pt x="9143718" y="226415"/>
                    <a:pt x="9372131" y="323145"/>
                  </a:cubicBezTo>
                  <a:cubicBezTo>
                    <a:pt x="9599999" y="419647"/>
                    <a:pt x="9785861" y="533563"/>
                    <a:pt x="9924545" y="661728"/>
                  </a:cubicBezTo>
                  <a:cubicBezTo>
                    <a:pt x="10090124" y="814748"/>
                    <a:pt x="10187523" y="987857"/>
                    <a:pt x="10214068" y="1176234"/>
                  </a:cubicBezTo>
                  <a:lnTo>
                    <a:pt x="10208984" y="1176955"/>
                  </a:ln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任意多边形: 形状 1386"/>
            <p:cNvSpPr/>
            <p:nvPr>
              <p:custDataLst>
                <p:tags r:id="rId7"/>
              </p:custDataLst>
            </p:nvPr>
          </p:nvSpPr>
          <p:spPr>
            <a:xfrm>
              <a:off x="1898476" y="3493868"/>
              <a:ext cx="10293013" cy="1159010"/>
            </a:xfrm>
            <a:custGeom>
              <a:avLst/>
              <a:gdLst>
                <a:gd name="connsiteX0" fmla="*/ 4187 w 10293013"/>
                <a:gd name="connsiteY0" fmla="*/ 1159010 h 1159010"/>
                <a:gd name="connsiteX1" fmla="*/ 0 w 10293013"/>
                <a:gd name="connsiteY1" fmla="*/ 1156249 h 1159010"/>
                <a:gd name="connsiteX2" fmla="*/ 632380 w 10293013"/>
                <a:gd name="connsiteY2" fmla="*/ 476445 h 1159010"/>
                <a:gd name="connsiteX3" fmla="*/ 1178232 w 10293013"/>
                <a:gd name="connsiteY3" fmla="*/ 243265 h 1159010"/>
                <a:gd name="connsiteX4" fmla="*/ 1392784 w 10293013"/>
                <a:gd name="connsiteY4" fmla="*/ 199834 h 1159010"/>
                <a:gd name="connsiteX5" fmla="*/ 2555641 w 10293013"/>
                <a:gd name="connsiteY5" fmla="*/ 7833 h 1159010"/>
                <a:gd name="connsiteX6" fmla="*/ 3537228 w 10293013"/>
                <a:gd name="connsiteY6" fmla="*/ 115980 h 1159010"/>
                <a:gd name="connsiteX7" fmla="*/ 3869988 w 10293013"/>
                <a:gd name="connsiteY7" fmla="*/ 233537 h 1159010"/>
                <a:gd name="connsiteX8" fmla="*/ 4128287 w 10293013"/>
                <a:gd name="connsiteY8" fmla="*/ 350444 h 1159010"/>
                <a:gd name="connsiteX9" fmla="*/ 4352972 w 10293013"/>
                <a:gd name="connsiteY9" fmla="*/ 452627 h 1159010"/>
                <a:gd name="connsiteX10" fmla="*/ 4877803 w 10293013"/>
                <a:gd name="connsiteY10" fmla="*/ 666317 h 1159010"/>
                <a:gd name="connsiteX11" fmla="*/ 5399925 w 10293013"/>
                <a:gd name="connsiteY11" fmla="*/ 830665 h 1159010"/>
                <a:gd name="connsiteX12" fmla="*/ 5748499 w 10293013"/>
                <a:gd name="connsiteY12" fmla="*/ 894167 h 1159010"/>
                <a:gd name="connsiteX13" fmla="*/ 5929470 w 10293013"/>
                <a:gd name="connsiteY13" fmla="*/ 888644 h 1159010"/>
                <a:gd name="connsiteX14" fmla="*/ 6450009 w 10293013"/>
                <a:gd name="connsiteY14" fmla="*/ 731261 h 1159010"/>
                <a:gd name="connsiteX15" fmla="*/ 6494900 w 10293013"/>
                <a:gd name="connsiteY15" fmla="*/ 713284 h 1159010"/>
                <a:gd name="connsiteX16" fmla="*/ 7103128 w 10293013"/>
                <a:gd name="connsiteY16" fmla="*/ 422196 h 1159010"/>
                <a:gd name="connsiteX17" fmla="*/ 7538248 w 10293013"/>
                <a:gd name="connsiteY17" fmla="*/ 205005 h 1159010"/>
                <a:gd name="connsiteX18" fmla="*/ 7631232 w 10293013"/>
                <a:gd name="connsiteY18" fmla="*/ 160923 h 1159010"/>
                <a:gd name="connsiteX19" fmla="*/ 8153407 w 10293013"/>
                <a:gd name="connsiteY19" fmla="*/ 58 h 1159010"/>
                <a:gd name="connsiteX20" fmla="*/ 8351916 w 10293013"/>
                <a:gd name="connsiteY20" fmla="*/ 20973 h 1159010"/>
                <a:gd name="connsiteX21" fmla="*/ 8478462 w 10293013"/>
                <a:gd name="connsiteY21" fmla="*/ 37561 h 1159010"/>
                <a:gd name="connsiteX22" fmla="*/ 9478220 w 10293013"/>
                <a:gd name="connsiteY22" fmla="*/ 298763 h 1159010"/>
                <a:gd name="connsiteX23" fmla="*/ 10011899 w 10293013"/>
                <a:gd name="connsiteY23" fmla="*/ 630380 h 1159010"/>
                <a:gd name="connsiteX24" fmla="*/ 10293014 w 10293013"/>
                <a:gd name="connsiteY24" fmla="*/ 1131604 h 1159010"/>
                <a:gd name="connsiteX25" fmla="*/ 10288035 w 10293013"/>
                <a:gd name="connsiteY25" fmla="*/ 1132326 h 1159010"/>
                <a:gd name="connsiteX26" fmla="*/ 9476232 w 10293013"/>
                <a:gd name="connsiteY26" fmla="*/ 303371 h 1159010"/>
                <a:gd name="connsiteX27" fmla="*/ 8478040 w 10293013"/>
                <a:gd name="connsiteY27" fmla="*/ 42557 h 1159010"/>
                <a:gd name="connsiteX28" fmla="*/ 8351142 w 10293013"/>
                <a:gd name="connsiteY28" fmla="*/ 25934 h 1159010"/>
                <a:gd name="connsiteX29" fmla="*/ 8153337 w 10293013"/>
                <a:gd name="connsiteY29" fmla="*/ 5071 h 1159010"/>
                <a:gd name="connsiteX30" fmla="*/ 7633413 w 10293013"/>
                <a:gd name="connsiteY30" fmla="*/ 165444 h 1159010"/>
                <a:gd name="connsiteX31" fmla="*/ 7540342 w 10293013"/>
                <a:gd name="connsiteY31" fmla="*/ 209561 h 1159010"/>
                <a:gd name="connsiteX32" fmla="*/ 7105451 w 10293013"/>
                <a:gd name="connsiteY32" fmla="*/ 426628 h 1159010"/>
                <a:gd name="connsiteX33" fmla="*/ 6496765 w 10293013"/>
                <a:gd name="connsiteY33" fmla="*/ 717928 h 1159010"/>
                <a:gd name="connsiteX34" fmla="*/ 6451892 w 10293013"/>
                <a:gd name="connsiteY34" fmla="*/ 735888 h 1159010"/>
                <a:gd name="connsiteX35" fmla="*/ 5930104 w 10293013"/>
                <a:gd name="connsiteY35" fmla="*/ 893587 h 1159010"/>
                <a:gd name="connsiteX36" fmla="*/ 5748182 w 10293013"/>
                <a:gd name="connsiteY36" fmla="*/ 899128 h 1159010"/>
                <a:gd name="connsiteX37" fmla="*/ 5398746 w 10293013"/>
                <a:gd name="connsiteY37" fmla="*/ 835485 h 1159010"/>
                <a:gd name="connsiteX38" fmla="*/ 4876114 w 10293013"/>
                <a:gd name="connsiteY38" fmla="*/ 670978 h 1159010"/>
                <a:gd name="connsiteX39" fmla="*/ 4350966 w 10293013"/>
                <a:gd name="connsiteY39" fmla="*/ 457166 h 1159010"/>
                <a:gd name="connsiteX40" fmla="*/ 4126212 w 10293013"/>
                <a:gd name="connsiteY40" fmla="*/ 354947 h 1159010"/>
                <a:gd name="connsiteX41" fmla="*/ 3868018 w 10293013"/>
                <a:gd name="connsiteY41" fmla="*/ 238093 h 1159010"/>
                <a:gd name="connsiteX42" fmla="*/ 3536102 w 10293013"/>
                <a:gd name="connsiteY42" fmla="*/ 120817 h 1159010"/>
                <a:gd name="connsiteX43" fmla="*/ 2716559 w 10293013"/>
                <a:gd name="connsiteY43" fmla="*/ 8484 h 1159010"/>
                <a:gd name="connsiteX44" fmla="*/ 1393804 w 10293013"/>
                <a:gd name="connsiteY44" fmla="*/ 204706 h 1159010"/>
                <a:gd name="connsiteX45" fmla="*/ 1179252 w 10293013"/>
                <a:gd name="connsiteY45" fmla="*/ 248137 h 1159010"/>
                <a:gd name="connsiteX46" fmla="*/ 635247 w 10293013"/>
                <a:gd name="connsiteY46" fmla="*/ 480526 h 1159010"/>
                <a:gd name="connsiteX47" fmla="*/ 4187 w 10293013"/>
                <a:gd name="connsiteY47" fmla="*/ 1159010 h 115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0293013" h="1159010">
                  <a:moveTo>
                    <a:pt x="4187" y="1159010"/>
                  </a:moveTo>
                  <a:lnTo>
                    <a:pt x="0" y="1156249"/>
                  </a:lnTo>
                  <a:cubicBezTo>
                    <a:pt x="149520" y="929718"/>
                    <a:pt x="321520" y="690610"/>
                    <a:pt x="632380" y="476445"/>
                  </a:cubicBezTo>
                  <a:cubicBezTo>
                    <a:pt x="802410" y="359292"/>
                    <a:pt x="980954" y="283019"/>
                    <a:pt x="1178232" y="243265"/>
                  </a:cubicBezTo>
                  <a:cubicBezTo>
                    <a:pt x="1253150" y="228172"/>
                    <a:pt x="1324128" y="213765"/>
                    <a:pt x="1392784" y="199834"/>
                  </a:cubicBezTo>
                  <a:cubicBezTo>
                    <a:pt x="1908802" y="95152"/>
                    <a:pt x="2249706" y="26004"/>
                    <a:pt x="2555641" y="7833"/>
                  </a:cubicBezTo>
                  <a:cubicBezTo>
                    <a:pt x="2856844" y="-10057"/>
                    <a:pt x="3132048" y="20269"/>
                    <a:pt x="3537228" y="115980"/>
                  </a:cubicBezTo>
                  <a:cubicBezTo>
                    <a:pt x="3632692" y="138531"/>
                    <a:pt x="3735315" y="174785"/>
                    <a:pt x="3869988" y="233537"/>
                  </a:cubicBezTo>
                  <a:cubicBezTo>
                    <a:pt x="3956235" y="271163"/>
                    <a:pt x="4043695" y="311463"/>
                    <a:pt x="4128287" y="350444"/>
                  </a:cubicBezTo>
                  <a:cubicBezTo>
                    <a:pt x="4201412" y="384130"/>
                    <a:pt x="4277016" y="418977"/>
                    <a:pt x="4352972" y="452627"/>
                  </a:cubicBezTo>
                  <a:cubicBezTo>
                    <a:pt x="4546679" y="538469"/>
                    <a:pt x="4713455" y="606368"/>
                    <a:pt x="4877803" y="666317"/>
                  </a:cubicBezTo>
                  <a:cubicBezTo>
                    <a:pt x="5024737" y="719898"/>
                    <a:pt x="5201662" y="781324"/>
                    <a:pt x="5399925" y="830665"/>
                  </a:cubicBezTo>
                  <a:cubicBezTo>
                    <a:pt x="5502812" y="856260"/>
                    <a:pt x="5619420" y="885284"/>
                    <a:pt x="5748499" y="894167"/>
                  </a:cubicBezTo>
                  <a:cubicBezTo>
                    <a:pt x="5806741" y="898178"/>
                    <a:pt x="5867640" y="896313"/>
                    <a:pt x="5929470" y="888644"/>
                  </a:cubicBezTo>
                  <a:cubicBezTo>
                    <a:pt x="6114154" y="866058"/>
                    <a:pt x="6292574" y="794447"/>
                    <a:pt x="6450009" y="731261"/>
                  </a:cubicBezTo>
                  <a:cubicBezTo>
                    <a:pt x="6465102" y="725193"/>
                    <a:pt x="6480072" y="719194"/>
                    <a:pt x="6494900" y="713284"/>
                  </a:cubicBezTo>
                  <a:cubicBezTo>
                    <a:pt x="6703578" y="630151"/>
                    <a:pt x="6906695" y="524432"/>
                    <a:pt x="7103128" y="422196"/>
                  </a:cubicBezTo>
                  <a:cubicBezTo>
                    <a:pt x="7244152" y="348808"/>
                    <a:pt x="7389960" y="272905"/>
                    <a:pt x="7538248" y="205005"/>
                  </a:cubicBezTo>
                  <a:cubicBezTo>
                    <a:pt x="7568363" y="191214"/>
                    <a:pt x="7598901" y="176508"/>
                    <a:pt x="7631232" y="160923"/>
                  </a:cubicBezTo>
                  <a:cubicBezTo>
                    <a:pt x="7790356" y="84264"/>
                    <a:pt x="7970711" y="-2563"/>
                    <a:pt x="8153407" y="58"/>
                  </a:cubicBezTo>
                  <a:cubicBezTo>
                    <a:pt x="8222907" y="1078"/>
                    <a:pt x="8288485" y="11193"/>
                    <a:pt x="8351916" y="20973"/>
                  </a:cubicBezTo>
                  <a:cubicBezTo>
                    <a:pt x="8395435" y="27693"/>
                    <a:pt x="8436561" y="34025"/>
                    <a:pt x="8478462" y="37561"/>
                  </a:cubicBezTo>
                  <a:cubicBezTo>
                    <a:pt x="8648686" y="51915"/>
                    <a:pt x="9076681" y="125003"/>
                    <a:pt x="9478220" y="298763"/>
                  </a:cubicBezTo>
                  <a:cubicBezTo>
                    <a:pt x="9698576" y="394121"/>
                    <a:pt x="9878141" y="505698"/>
                    <a:pt x="10011899" y="630380"/>
                  </a:cubicBezTo>
                  <a:cubicBezTo>
                    <a:pt x="10172062" y="779670"/>
                    <a:pt x="10266628" y="948311"/>
                    <a:pt x="10293014" y="1131604"/>
                  </a:cubicBezTo>
                  <a:lnTo>
                    <a:pt x="10288035" y="1132326"/>
                  </a:lnTo>
                  <a:cubicBezTo>
                    <a:pt x="10227454" y="711349"/>
                    <a:pt x="9813144" y="449179"/>
                    <a:pt x="9476232" y="303371"/>
                  </a:cubicBezTo>
                  <a:cubicBezTo>
                    <a:pt x="9075292" y="129858"/>
                    <a:pt x="8647982" y="56893"/>
                    <a:pt x="8478040" y="42557"/>
                  </a:cubicBezTo>
                  <a:cubicBezTo>
                    <a:pt x="8435946" y="39003"/>
                    <a:pt x="8394748" y="32653"/>
                    <a:pt x="8351142" y="25934"/>
                  </a:cubicBezTo>
                  <a:cubicBezTo>
                    <a:pt x="8287886" y="16188"/>
                    <a:pt x="8222485" y="6091"/>
                    <a:pt x="8153337" y="5071"/>
                  </a:cubicBezTo>
                  <a:cubicBezTo>
                    <a:pt x="7971820" y="2433"/>
                    <a:pt x="7792044" y="89013"/>
                    <a:pt x="7633413" y="165444"/>
                  </a:cubicBezTo>
                  <a:cubicBezTo>
                    <a:pt x="7601064" y="181029"/>
                    <a:pt x="7570492" y="195753"/>
                    <a:pt x="7540342" y="209561"/>
                  </a:cubicBezTo>
                  <a:cubicBezTo>
                    <a:pt x="7392177" y="277408"/>
                    <a:pt x="7246421" y="353276"/>
                    <a:pt x="7105451" y="426628"/>
                  </a:cubicBezTo>
                  <a:cubicBezTo>
                    <a:pt x="6908912" y="528917"/>
                    <a:pt x="6705671" y="634689"/>
                    <a:pt x="6496765" y="717928"/>
                  </a:cubicBezTo>
                  <a:cubicBezTo>
                    <a:pt x="6481954" y="723838"/>
                    <a:pt x="6466985" y="729837"/>
                    <a:pt x="6451892" y="735888"/>
                  </a:cubicBezTo>
                  <a:cubicBezTo>
                    <a:pt x="6294175" y="799178"/>
                    <a:pt x="6115420" y="870913"/>
                    <a:pt x="5930104" y="893587"/>
                  </a:cubicBezTo>
                  <a:cubicBezTo>
                    <a:pt x="5867957" y="901291"/>
                    <a:pt x="5806741" y="903156"/>
                    <a:pt x="5748182" y="899128"/>
                  </a:cubicBezTo>
                  <a:cubicBezTo>
                    <a:pt x="5618681" y="890209"/>
                    <a:pt x="5501827" y="861132"/>
                    <a:pt x="5398746" y="835485"/>
                  </a:cubicBezTo>
                  <a:cubicBezTo>
                    <a:pt x="5200255" y="786109"/>
                    <a:pt x="5023171" y="724612"/>
                    <a:pt x="4876114" y="670978"/>
                  </a:cubicBezTo>
                  <a:cubicBezTo>
                    <a:pt x="4711643" y="610995"/>
                    <a:pt x="4544779" y="543060"/>
                    <a:pt x="4350966" y="457166"/>
                  </a:cubicBezTo>
                  <a:cubicBezTo>
                    <a:pt x="4274975" y="423497"/>
                    <a:pt x="4199354" y="388650"/>
                    <a:pt x="4126212" y="354947"/>
                  </a:cubicBezTo>
                  <a:cubicBezTo>
                    <a:pt x="4041654" y="315984"/>
                    <a:pt x="3954212" y="275684"/>
                    <a:pt x="3868018" y="238093"/>
                  </a:cubicBezTo>
                  <a:cubicBezTo>
                    <a:pt x="3733626" y="179464"/>
                    <a:pt x="3631267" y="143298"/>
                    <a:pt x="3536102" y="120817"/>
                  </a:cubicBezTo>
                  <a:cubicBezTo>
                    <a:pt x="3208865" y="43506"/>
                    <a:pt x="2963302" y="8484"/>
                    <a:pt x="2716559" y="8484"/>
                  </a:cubicBezTo>
                  <a:cubicBezTo>
                    <a:pt x="2361090" y="8484"/>
                    <a:pt x="2003052" y="81115"/>
                    <a:pt x="1393804" y="204706"/>
                  </a:cubicBezTo>
                  <a:cubicBezTo>
                    <a:pt x="1325148" y="218638"/>
                    <a:pt x="1254170" y="233027"/>
                    <a:pt x="1179252" y="248137"/>
                  </a:cubicBezTo>
                  <a:cubicBezTo>
                    <a:pt x="982660" y="287751"/>
                    <a:pt x="804714" y="363777"/>
                    <a:pt x="635247" y="480526"/>
                  </a:cubicBezTo>
                  <a:cubicBezTo>
                    <a:pt x="325126" y="694233"/>
                    <a:pt x="153442" y="932884"/>
                    <a:pt x="4187" y="1159010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任意多边形: 形状 1387"/>
            <p:cNvSpPr/>
            <p:nvPr>
              <p:custDataLst>
                <p:tags r:id="rId8"/>
              </p:custDataLst>
            </p:nvPr>
          </p:nvSpPr>
          <p:spPr>
            <a:xfrm>
              <a:off x="1819529" y="3433015"/>
              <a:ext cx="10371889" cy="1213284"/>
            </a:xfrm>
            <a:custGeom>
              <a:avLst/>
              <a:gdLst>
                <a:gd name="connsiteX0" fmla="*/ 3800 w 10371889"/>
                <a:gd name="connsiteY0" fmla="*/ 1213284 h 1213284"/>
                <a:gd name="connsiteX1" fmla="*/ 0 w 10371889"/>
                <a:gd name="connsiteY1" fmla="*/ 1210100 h 1213284"/>
                <a:gd name="connsiteX2" fmla="*/ 280288 w 10371889"/>
                <a:gd name="connsiteY2" fmla="*/ 911184 h 1213284"/>
                <a:gd name="connsiteX3" fmla="*/ 685574 w 10371889"/>
                <a:gd name="connsiteY3" fmla="*/ 605285 h 1213284"/>
                <a:gd name="connsiteX4" fmla="*/ 1254838 w 10371889"/>
                <a:gd name="connsiteY4" fmla="*/ 378596 h 1213284"/>
                <a:gd name="connsiteX5" fmla="*/ 2103705 w 10371889"/>
                <a:gd name="connsiteY5" fmla="*/ 190746 h 1213284"/>
                <a:gd name="connsiteX6" fmla="*/ 3631373 w 10371889"/>
                <a:gd name="connsiteY6" fmla="*/ 109249 h 1213284"/>
                <a:gd name="connsiteX7" fmla="*/ 3973984 w 10371889"/>
                <a:gd name="connsiteY7" fmla="*/ 232946 h 1213284"/>
                <a:gd name="connsiteX8" fmla="*/ 4297069 w 10371889"/>
                <a:gd name="connsiteY8" fmla="*/ 394287 h 1213284"/>
                <a:gd name="connsiteX9" fmla="*/ 4460626 w 10371889"/>
                <a:gd name="connsiteY9" fmla="*/ 477842 h 1213284"/>
                <a:gd name="connsiteX10" fmla="*/ 4984401 w 10371889"/>
                <a:gd name="connsiteY10" fmla="*/ 724795 h 1213284"/>
                <a:gd name="connsiteX11" fmla="*/ 5506841 w 10371889"/>
                <a:gd name="connsiteY11" fmla="*/ 922372 h 1213284"/>
                <a:gd name="connsiteX12" fmla="*/ 5861448 w 10371889"/>
                <a:gd name="connsiteY12" fmla="*/ 1002163 h 1213284"/>
                <a:gd name="connsiteX13" fmla="*/ 6048330 w 10371889"/>
                <a:gd name="connsiteY13" fmla="*/ 996797 h 1213284"/>
                <a:gd name="connsiteX14" fmla="*/ 6564876 w 10371889"/>
                <a:gd name="connsiteY14" fmla="*/ 819995 h 1213284"/>
                <a:gd name="connsiteX15" fmla="*/ 6621376 w 10371889"/>
                <a:gd name="connsiteY15" fmla="*/ 794330 h 1213284"/>
                <a:gd name="connsiteX16" fmla="*/ 7214336 w 10371889"/>
                <a:gd name="connsiteY16" fmla="*/ 475502 h 1213284"/>
                <a:gd name="connsiteX17" fmla="*/ 7665480 w 10371889"/>
                <a:gd name="connsiteY17" fmla="*/ 224116 h 1213284"/>
                <a:gd name="connsiteX18" fmla="*/ 7758341 w 10371889"/>
                <a:gd name="connsiteY18" fmla="*/ 175196 h 1213284"/>
                <a:gd name="connsiteX19" fmla="*/ 8292337 w 10371889"/>
                <a:gd name="connsiteY19" fmla="*/ 839 h 1213284"/>
                <a:gd name="connsiteX20" fmla="*/ 8490547 w 10371889"/>
                <a:gd name="connsiteY20" fmla="*/ 34068 h 1213284"/>
                <a:gd name="connsiteX21" fmla="*/ 8619661 w 10371889"/>
                <a:gd name="connsiteY21" fmla="*/ 59521 h 1213284"/>
                <a:gd name="connsiteX22" fmla="*/ 9584062 w 10371889"/>
                <a:gd name="connsiteY22" fmla="*/ 329465 h 1213284"/>
                <a:gd name="connsiteX23" fmla="*/ 10099113 w 10371889"/>
                <a:gd name="connsiteY23" fmla="*/ 654327 h 1213284"/>
                <a:gd name="connsiteX24" fmla="*/ 10371890 w 10371889"/>
                <a:gd name="connsiteY24" fmla="*/ 1142394 h 1213284"/>
                <a:gd name="connsiteX25" fmla="*/ 10366982 w 10371889"/>
                <a:gd name="connsiteY25" fmla="*/ 1143115 h 1213284"/>
                <a:gd name="connsiteX26" fmla="*/ 9582057 w 10371889"/>
                <a:gd name="connsiteY26" fmla="*/ 334004 h 1213284"/>
                <a:gd name="connsiteX27" fmla="*/ 8618993 w 10371889"/>
                <a:gd name="connsiteY27" fmla="*/ 64446 h 1213284"/>
                <a:gd name="connsiteX28" fmla="*/ 8489439 w 10371889"/>
                <a:gd name="connsiteY28" fmla="*/ 38923 h 1213284"/>
                <a:gd name="connsiteX29" fmla="*/ 8292056 w 10371889"/>
                <a:gd name="connsiteY29" fmla="*/ 5817 h 1213284"/>
                <a:gd name="connsiteX30" fmla="*/ 7760699 w 10371889"/>
                <a:gd name="connsiteY30" fmla="*/ 179594 h 1213284"/>
                <a:gd name="connsiteX31" fmla="*/ 7667732 w 10371889"/>
                <a:gd name="connsiteY31" fmla="*/ 228566 h 1213284"/>
                <a:gd name="connsiteX32" fmla="*/ 7216851 w 10371889"/>
                <a:gd name="connsiteY32" fmla="*/ 479812 h 1213284"/>
                <a:gd name="connsiteX33" fmla="*/ 6623417 w 10371889"/>
                <a:gd name="connsiteY33" fmla="*/ 798886 h 1213284"/>
                <a:gd name="connsiteX34" fmla="*/ 6566934 w 10371889"/>
                <a:gd name="connsiteY34" fmla="*/ 824551 h 1213284"/>
                <a:gd name="connsiteX35" fmla="*/ 6048999 w 10371889"/>
                <a:gd name="connsiteY35" fmla="*/ 1001758 h 1213284"/>
                <a:gd name="connsiteX36" fmla="*/ 5860990 w 10371889"/>
                <a:gd name="connsiteY36" fmla="*/ 1007159 h 1213284"/>
                <a:gd name="connsiteX37" fmla="*/ 5505381 w 10371889"/>
                <a:gd name="connsiteY37" fmla="*/ 927174 h 1213284"/>
                <a:gd name="connsiteX38" fmla="*/ 4982414 w 10371889"/>
                <a:gd name="connsiteY38" fmla="*/ 729404 h 1213284"/>
                <a:gd name="connsiteX39" fmla="*/ 4458374 w 10371889"/>
                <a:gd name="connsiteY39" fmla="*/ 482327 h 1213284"/>
                <a:gd name="connsiteX40" fmla="*/ 4294782 w 10371889"/>
                <a:gd name="connsiteY40" fmla="*/ 398754 h 1213284"/>
                <a:gd name="connsiteX41" fmla="*/ 3971855 w 10371889"/>
                <a:gd name="connsiteY41" fmla="*/ 237502 h 1213284"/>
                <a:gd name="connsiteX42" fmla="*/ 3630317 w 10371889"/>
                <a:gd name="connsiteY42" fmla="*/ 114157 h 1213284"/>
                <a:gd name="connsiteX43" fmla="*/ 2104831 w 10371889"/>
                <a:gd name="connsiteY43" fmla="*/ 195637 h 1213284"/>
                <a:gd name="connsiteX44" fmla="*/ 1255788 w 10371889"/>
                <a:gd name="connsiteY44" fmla="*/ 383539 h 1213284"/>
                <a:gd name="connsiteX45" fmla="*/ 688177 w 10371889"/>
                <a:gd name="connsiteY45" fmla="*/ 609577 h 1213284"/>
                <a:gd name="connsiteX46" fmla="*/ 3800 w 10371889"/>
                <a:gd name="connsiteY46" fmla="*/ 1213284 h 1213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10371889" h="1213284">
                  <a:moveTo>
                    <a:pt x="3800" y="1213284"/>
                  </a:moveTo>
                  <a:lnTo>
                    <a:pt x="0" y="1210100"/>
                  </a:lnTo>
                  <a:cubicBezTo>
                    <a:pt x="73335" y="1122499"/>
                    <a:pt x="163997" y="1018487"/>
                    <a:pt x="280288" y="911184"/>
                  </a:cubicBezTo>
                  <a:cubicBezTo>
                    <a:pt x="401680" y="799185"/>
                    <a:pt x="534242" y="699130"/>
                    <a:pt x="685574" y="605285"/>
                  </a:cubicBezTo>
                  <a:cubicBezTo>
                    <a:pt x="867301" y="492600"/>
                    <a:pt x="1053497" y="418456"/>
                    <a:pt x="1254838" y="378596"/>
                  </a:cubicBezTo>
                  <a:cubicBezTo>
                    <a:pt x="1604890" y="309289"/>
                    <a:pt x="1881466" y="243553"/>
                    <a:pt x="2103705" y="190746"/>
                  </a:cubicBezTo>
                  <a:cubicBezTo>
                    <a:pt x="2724141" y="43285"/>
                    <a:pt x="3007313" y="-24034"/>
                    <a:pt x="3631373" y="109249"/>
                  </a:cubicBezTo>
                  <a:cubicBezTo>
                    <a:pt x="3730143" y="130340"/>
                    <a:pt x="3839011" y="169655"/>
                    <a:pt x="3973984" y="232946"/>
                  </a:cubicBezTo>
                  <a:cubicBezTo>
                    <a:pt x="4082798" y="283976"/>
                    <a:pt x="4191719" y="340055"/>
                    <a:pt x="4297069" y="394287"/>
                  </a:cubicBezTo>
                  <a:cubicBezTo>
                    <a:pt x="4350456" y="421763"/>
                    <a:pt x="4405673" y="450189"/>
                    <a:pt x="4460626" y="477842"/>
                  </a:cubicBezTo>
                  <a:cubicBezTo>
                    <a:pt x="4664412" y="580377"/>
                    <a:pt x="4825946" y="656544"/>
                    <a:pt x="4984401" y="724795"/>
                  </a:cubicBezTo>
                  <a:cubicBezTo>
                    <a:pt x="5142593" y="792941"/>
                    <a:pt x="5315385" y="864024"/>
                    <a:pt x="5506841" y="922372"/>
                  </a:cubicBezTo>
                  <a:cubicBezTo>
                    <a:pt x="5611557" y="954281"/>
                    <a:pt x="5730241" y="990448"/>
                    <a:pt x="5861448" y="1002163"/>
                  </a:cubicBezTo>
                  <a:cubicBezTo>
                    <a:pt x="5921678" y="1007545"/>
                    <a:pt x="5984547" y="1005734"/>
                    <a:pt x="6048330" y="996797"/>
                  </a:cubicBezTo>
                  <a:cubicBezTo>
                    <a:pt x="6233330" y="971238"/>
                    <a:pt x="6409481" y="890885"/>
                    <a:pt x="6564876" y="819995"/>
                  </a:cubicBezTo>
                  <a:cubicBezTo>
                    <a:pt x="6584384" y="811094"/>
                    <a:pt x="6602819" y="802686"/>
                    <a:pt x="6621376" y="794330"/>
                  </a:cubicBezTo>
                  <a:cubicBezTo>
                    <a:pt x="6825972" y="702174"/>
                    <a:pt x="7023409" y="586938"/>
                    <a:pt x="7214336" y="475502"/>
                  </a:cubicBezTo>
                  <a:cubicBezTo>
                    <a:pt x="7360091" y="390434"/>
                    <a:pt x="7510807" y="302464"/>
                    <a:pt x="7665480" y="224116"/>
                  </a:cubicBezTo>
                  <a:cubicBezTo>
                    <a:pt x="7695332" y="208988"/>
                    <a:pt x="7725939" y="192576"/>
                    <a:pt x="7758341" y="175196"/>
                  </a:cubicBezTo>
                  <a:cubicBezTo>
                    <a:pt x="7920244" y="88352"/>
                    <a:pt x="8103766" y="-10120"/>
                    <a:pt x="8292337" y="839"/>
                  </a:cubicBezTo>
                  <a:cubicBezTo>
                    <a:pt x="8362576" y="4902"/>
                    <a:pt x="8427625" y="19731"/>
                    <a:pt x="8490547" y="34068"/>
                  </a:cubicBezTo>
                  <a:cubicBezTo>
                    <a:pt x="8534928" y="44182"/>
                    <a:pt x="8576846" y="53734"/>
                    <a:pt x="8619661" y="59521"/>
                  </a:cubicBezTo>
                  <a:cubicBezTo>
                    <a:pt x="8704975" y="71060"/>
                    <a:pt x="9152373" y="138256"/>
                    <a:pt x="9584062" y="329465"/>
                  </a:cubicBezTo>
                  <a:cubicBezTo>
                    <a:pt x="9796943" y="423751"/>
                    <a:pt x="9970228" y="533058"/>
                    <a:pt x="10099113" y="654327"/>
                  </a:cubicBezTo>
                  <a:cubicBezTo>
                    <a:pt x="10253892" y="799960"/>
                    <a:pt x="10345662" y="964185"/>
                    <a:pt x="10371890" y="1142394"/>
                  </a:cubicBezTo>
                  <a:lnTo>
                    <a:pt x="10366982" y="1143115"/>
                  </a:lnTo>
                  <a:cubicBezTo>
                    <a:pt x="10318784" y="815562"/>
                    <a:pt x="10054697" y="543349"/>
                    <a:pt x="9582057" y="334004"/>
                  </a:cubicBezTo>
                  <a:cubicBezTo>
                    <a:pt x="9150984" y="143076"/>
                    <a:pt x="8704184" y="75968"/>
                    <a:pt x="8618993" y="64446"/>
                  </a:cubicBezTo>
                  <a:cubicBezTo>
                    <a:pt x="8575966" y="58624"/>
                    <a:pt x="8533942" y="49055"/>
                    <a:pt x="8489439" y="38923"/>
                  </a:cubicBezTo>
                  <a:cubicBezTo>
                    <a:pt x="8426729" y="24639"/>
                    <a:pt x="8361872" y="9863"/>
                    <a:pt x="8292056" y="5817"/>
                  </a:cubicBezTo>
                  <a:cubicBezTo>
                    <a:pt x="8104892" y="-5019"/>
                    <a:pt x="7922021" y="93049"/>
                    <a:pt x="7760699" y="179594"/>
                  </a:cubicBezTo>
                  <a:cubicBezTo>
                    <a:pt x="7728261" y="196991"/>
                    <a:pt x="7697636" y="213421"/>
                    <a:pt x="7667732" y="228566"/>
                  </a:cubicBezTo>
                  <a:cubicBezTo>
                    <a:pt x="7513199" y="306844"/>
                    <a:pt x="7362537" y="394779"/>
                    <a:pt x="7216851" y="479812"/>
                  </a:cubicBezTo>
                  <a:cubicBezTo>
                    <a:pt x="7025801" y="591318"/>
                    <a:pt x="6828259" y="706606"/>
                    <a:pt x="6623417" y="798886"/>
                  </a:cubicBezTo>
                  <a:cubicBezTo>
                    <a:pt x="6604860" y="807242"/>
                    <a:pt x="6586442" y="815650"/>
                    <a:pt x="6566934" y="824551"/>
                  </a:cubicBezTo>
                  <a:cubicBezTo>
                    <a:pt x="6411223" y="895582"/>
                    <a:pt x="6234720" y="976111"/>
                    <a:pt x="6048999" y="1001758"/>
                  </a:cubicBezTo>
                  <a:cubicBezTo>
                    <a:pt x="5984846" y="1010747"/>
                    <a:pt x="5921590" y="1012559"/>
                    <a:pt x="5860990" y="1007159"/>
                  </a:cubicBezTo>
                  <a:cubicBezTo>
                    <a:pt x="5729273" y="995408"/>
                    <a:pt x="5610325" y="959154"/>
                    <a:pt x="5505381" y="927174"/>
                  </a:cubicBezTo>
                  <a:cubicBezTo>
                    <a:pt x="5313679" y="868756"/>
                    <a:pt x="5140746" y="797602"/>
                    <a:pt x="4982414" y="729404"/>
                  </a:cubicBezTo>
                  <a:cubicBezTo>
                    <a:pt x="4823870" y="661117"/>
                    <a:pt x="4662249" y="584915"/>
                    <a:pt x="4458374" y="482327"/>
                  </a:cubicBezTo>
                  <a:cubicBezTo>
                    <a:pt x="4403404" y="454657"/>
                    <a:pt x="4348169" y="426231"/>
                    <a:pt x="4294782" y="398754"/>
                  </a:cubicBezTo>
                  <a:cubicBezTo>
                    <a:pt x="4189485" y="344541"/>
                    <a:pt x="4080582" y="288497"/>
                    <a:pt x="3971855" y="237502"/>
                  </a:cubicBezTo>
                  <a:cubicBezTo>
                    <a:pt x="3837235" y="174370"/>
                    <a:pt x="3728701" y="135178"/>
                    <a:pt x="3630317" y="114157"/>
                  </a:cubicBezTo>
                  <a:cubicBezTo>
                    <a:pt x="3007348" y="-18880"/>
                    <a:pt x="2724528" y="48333"/>
                    <a:pt x="2104831" y="195637"/>
                  </a:cubicBezTo>
                  <a:cubicBezTo>
                    <a:pt x="1882557" y="248461"/>
                    <a:pt x="1605928" y="314214"/>
                    <a:pt x="1255788" y="383539"/>
                  </a:cubicBezTo>
                  <a:cubicBezTo>
                    <a:pt x="1055063" y="423276"/>
                    <a:pt x="869395" y="497209"/>
                    <a:pt x="688177" y="609577"/>
                  </a:cubicBezTo>
                  <a:cubicBezTo>
                    <a:pt x="344898" y="822370"/>
                    <a:pt x="154920" y="1032770"/>
                    <a:pt x="3800" y="1213284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任意多边形: 形状 1388"/>
            <p:cNvSpPr/>
            <p:nvPr>
              <p:custDataLst>
                <p:tags r:id="rId9"/>
              </p:custDataLst>
            </p:nvPr>
          </p:nvSpPr>
          <p:spPr>
            <a:xfrm>
              <a:off x="1740618" y="3371535"/>
              <a:ext cx="10450800" cy="1268185"/>
            </a:xfrm>
            <a:custGeom>
              <a:avLst/>
              <a:gdLst>
                <a:gd name="connsiteX0" fmla="*/ 3342 w 10450800"/>
                <a:gd name="connsiteY0" fmla="*/ 1268186 h 1268185"/>
                <a:gd name="connsiteX1" fmla="*/ 0 w 10450800"/>
                <a:gd name="connsiteY1" fmla="*/ 1264597 h 1268185"/>
                <a:gd name="connsiteX2" fmla="*/ 738732 w 10450800"/>
                <a:gd name="connsiteY2" fmla="*/ 734770 h 1268185"/>
                <a:gd name="connsiteX3" fmla="*/ 1331393 w 10450800"/>
                <a:gd name="connsiteY3" fmla="*/ 514554 h 1268185"/>
                <a:gd name="connsiteX4" fmla="*/ 2479791 w 10450800"/>
                <a:gd name="connsiteY4" fmla="*/ 220669 h 1268185"/>
                <a:gd name="connsiteX5" fmla="*/ 3073981 w 10450800"/>
                <a:gd name="connsiteY5" fmla="*/ 71202 h 1268185"/>
                <a:gd name="connsiteX6" fmla="*/ 3725464 w 10450800"/>
                <a:gd name="connsiteY6" fmla="*/ 103129 h 1268185"/>
                <a:gd name="connsiteX7" fmla="*/ 4077926 w 10450800"/>
                <a:gd name="connsiteY7" fmla="*/ 232983 h 1268185"/>
                <a:gd name="connsiteX8" fmla="*/ 4448084 w 10450800"/>
                <a:gd name="connsiteY8" fmla="*/ 435414 h 1268185"/>
                <a:gd name="connsiteX9" fmla="*/ 4568227 w 10450800"/>
                <a:gd name="connsiteY9" fmla="*/ 503683 h 1268185"/>
                <a:gd name="connsiteX10" fmla="*/ 5090947 w 10450800"/>
                <a:gd name="connsiteY10" fmla="*/ 783918 h 1268185"/>
                <a:gd name="connsiteX11" fmla="*/ 5613721 w 10450800"/>
                <a:gd name="connsiteY11" fmla="*/ 1014741 h 1268185"/>
                <a:gd name="connsiteX12" fmla="*/ 5974379 w 10450800"/>
                <a:gd name="connsiteY12" fmla="*/ 1110821 h 1268185"/>
                <a:gd name="connsiteX13" fmla="*/ 6167171 w 10450800"/>
                <a:gd name="connsiteY13" fmla="*/ 1105597 h 1268185"/>
                <a:gd name="connsiteX14" fmla="*/ 6684861 w 10450800"/>
                <a:gd name="connsiteY14" fmla="*/ 908002 h 1268185"/>
                <a:gd name="connsiteX15" fmla="*/ 6747870 w 10450800"/>
                <a:gd name="connsiteY15" fmla="*/ 875970 h 1268185"/>
                <a:gd name="connsiteX16" fmla="*/ 7329308 w 10450800"/>
                <a:gd name="connsiteY16" fmla="*/ 528961 h 1268185"/>
                <a:gd name="connsiteX17" fmla="*/ 7792748 w 10450800"/>
                <a:gd name="connsiteY17" fmla="*/ 243801 h 1268185"/>
                <a:gd name="connsiteX18" fmla="*/ 7884342 w 10450800"/>
                <a:gd name="connsiteY18" fmla="*/ 190748 h 1268185"/>
                <a:gd name="connsiteX19" fmla="*/ 8144928 w 10450800"/>
                <a:gd name="connsiteY19" fmla="*/ 53629 h 1268185"/>
                <a:gd name="connsiteX20" fmla="*/ 8431302 w 10450800"/>
                <a:gd name="connsiteY20" fmla="*/ 2177 h 1268185"/>
                <a:gd name="connsiteX21" fmla="*/ 8630954 w 10450800"/>
                <a:gd name="connsiteY21" fmla="*/ 47825 h 1268185"/>
                <a:gd name="connsiteX22" fmla="*/ 8760896 w 10450800"/>
                <a:gd name="connsiteY22" fmla="*/ 82021 h 1268185"/>
                <a:gd name="connsiteX23" fmla="*/ 9151406 w 10450800"/>
                <a:gd name="connsiteY23" fmla="*/ 170677 h 1268185"/>
                <a:gd name="connsiteX24" fmla="*/ 9689799 w 10450800"/>
                <a:gd name="connsiteY24" fmla="*/ 360321 h 1268185"/>
                <a:gd name="connsiteX25" fmla="*/ 10186310 w 10450800"/>
                <a:gd name="connsiteY25" fmla="*/ 678639 h 1268185"/>
                <a:gd name="connsiteX26" fmla="*/ 10450801 w 10450800"/>
                <a:gd name="connsiteY26" fmla="*/ 1153689 h 1268185"/>
                <a:gd name="connsiteX27" fmla="*/ 10445963 w 10450800"/>
                <a:gd name="connsiteY27" fmla="*/ 1154410 h 1268185"/>
                <a:gd name="connsiteX28" fmla="*/ 9687776 w 10450800"/>
                <a:gd name="connsiteY28" fmla="*/ 364771 h 1268185"/>
                <a:gd name="connsiteX29" fmla="*/ 8759999 w 10450800"/>
                <a:gd name="connsiteY29" fmla="*/ 86823 h 1268185"/>
                <a:gd name="connsiteX30" fmla="*/ 8629547 w 10450800"/>
                <a:gd name="connsiteY30" fmla="*/ 52486 h 1268185"/>
                <a:gd name="connsiteX31" fmla="*/ 8430827 w 10450800"/>
                <a:gd name="connsiteY31" fmla="*/ 7014 h 1268185"/>
                <a:gd name="connsiteX32" fmla="*/ 7886858 w 10450800"/>
                <a:gd name="connsiteY32" fmla="*/ 194934 h 1268185"/>
                <a:gd name="connsiteX33" fmla="*/ 7795158 w 10450800"/>
                <a:gd name="connsiteY33" fmla="*/ 248058 h 1268185"/>
                <a:gd name="connsiteX34" fmla="*/ 7332017 w 10450800"/>
                <a:gd name="connsiteY34" fmla="*/ 533042 h 1268185"/>
                <a:gd name="connsiteX35" fmla="*/ 6750104 w 10450800"/>
                <a:gd name="connsiteY35" fmla="*/ 880314 h 1268185"/>
                <a:gd name="connsiteX36" fmla="*/ 6687130 w 10450800"/>
                <a:gd name="connsiteY36" fmla="*/ 912329 h 1268185"/>
                <a:gd name="connsiteX37" fmla="*/ 6167945 w 10450800"/>
                <a:gd name="connsiteY37" fmla="*/ 1110399 h 1268185"/>
                <a:gd name="connsiteX38" fmla="*/ 5973869 w 10450800"/>
                <a:gd name="connsiteY38" fmla="*/ 1115641 h 1268185"/>
                <a:gd name="connsiteX39" fmla="*/ 5612084 w 10450800"/>
                <a:gd name="connsiteY39" fmla="*/ 1019297 h 1268185"/>
                <a:gd name="connsiteX40" fmla="*/ 5088801 w 10450800"/>
                <a:gd name="connsiteY40" fmla="*/ 788245 h 1268185"/>
                <a:gd name="connsiteX41" fmla="*/ 4565870 w 10450800"/>
                <a:gd name="connsiteY41" fmla="*/ 507905 h 1268185"/>
                <a:gd name="connsiteX42" fmla="*/ 4445692 w 10450800"/>
                <a:gd name="connsiteY42" fmla="*/ 439619 h 1268185"/>
                <a:gd name="connsiteX43" fmla="*/ 4075780 w 10450800"/>
                <a:gd name="connsiteY43" fmla="*/ 237310 h 1268185"/>
                <a:gd name="connsiteX44" fmla="*/ 3724585 w 10450800"/>
                <a:gd name="connsiteY44" fmla="*/ 107896 h 1268185"/>
                <a:gd name="connsiteX45" fmla="*/ 2481268 w 10450800"/>
                <a:gd name="connsiteY45" fmla="*/ 225313 h 1268185"/>
                <a:gd name="connsiteX46" fmla="*/ 1332377 w 10450800"/>
                <a:gd name="connsiteY46" fmla="*/ 519339 h 1268185"/>
                <a:gd name="connsiteX47" fmla="*/ 741160 w 10450800"/>
                <a:gd name="connsiteY47" fmla="*/ 739027 h 1268185"/>
                <a:gd name="connsiteX48" fmla="*/ 3342 w 10450800"/>
                <a:gd name="connsiteY48" fmla="*/ 1268186 h 1268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10450800" h="1268185">
                  <a:moveTo>
                    <a:pt x="3342" y="1268186"/>
                  </a:moveTo>
                  <a:lnTo>
                    <a:pt x="0" y="1264597"/>
                  </a:lnTo>
                  <a:cubicBezTo>
                    <a:pt x="155923" y="1119669"/>
                    <a:pt x="365619" y="943394"/>
                    <a:pt x="738732" y="734770"/>
                  </a:cubicBezTo>
                  <a:cubicBezTo>
                    <a:pt x="932281" y="626553"/>
                    <a:pt x="1126146" y="554520"/>
                    <a:pt x="1331393" y="514554"/>
                  </a:cubicBezTo>
                  <a:cubicBezTo>
                    <a:pt x="1855942" y="412406"/>
                    <a:pt x="2201843" y="306089"/>
                    <a:pt x="2479791" y="220669"/>
                  </a:cubicBezTo>
                  <a:cubicBezTo>
                    <a:pt x="2706673" y="150923"/>
                    <a:pt x="2885886" y="95847"/>
                    <a:pt x="3073981" y="71202"/>
                  </a:cubicBezTo>
                  <a:cubicBezTo>
                    <a:pt x="3273352" y="45080"/>
                    <a:pt x="3474289" y="54914"/>
                    <a:pt x="3725464" y="103129"/>
                  </a:cubicBezTo>
                  <a:cubicBezTo>
                    <a:pt x="3828439" y="122901"/>
                    <a:pt x="3940438" y="164151"/>
                    <a:pt x="4077926" y="232983"/>
                  </a:cubicBezTo>
                  <a:cubicBezTo>
                    <a:pt x="4203892" y="296045"/>
                    <a:pt x="4328028" y="366899"/>
                    <a:pt x="4448084" y="435414"/>
                  </a:cubicBezTo>
                  <a:cubicBezTo>
                    <a:pt x="4487381" y="457842"/>
                    <a:pt x="4528015" y="481044"/>
                    <a:pt x="4568227" y="503683"/>
                  </a:cubicBezTo>
                  <a:cubicBezTo>
                    <a:pt x="4728529" y="593958"/>
                    <a:pt x="4902817" y="690389"/>
                    <a:pt x="5090947" y="783918"/>
                  </a:cubicBezTo>
                  <a:cubicBezTo>
                    <a:pt x="5241346" y="858678"/>
                    <a:pt x="5418166" y="944344"/>
                    <a:pt x="5613721" y="1014741"/>
                  </a:cubicBezTo>
                  <a:cubicBezTo>
                    <a:pt x="5719880" y="1052965"/>
                    <a:pt x="5840199" y="1096273"/>
                    <a:pt x="5974379" y="1110821"/>
                  </a:cubicBezTo>
                  <a:cubicBezTo>
                    <a:pt x="6036597" y="1117558"/>
                    <a:pt x="6101453" y="1115816"/>
                    <a:pt x="6167171" y="1105597"/>
                  </a:cubicBezTo>
                  <a:cubicBezTo>
                    <a:pt x="6354335" y="1076941"/>
                    <a:pt x="6529941" y="987195"/>
                    <a:pt x="6684861" y="908002"/>
                  </a:cubicBezTo>
                  <a:cubicBezTo>
                    <a:pt x="6706674" y="896850"/>
                    <a:pt x="6727272" y="886330"/>
                    <a:pt x="6747870" y="875970"/>
                  </a:cubicBezTo>
                  <a:cubicBezTo>
                    <a:pt x="6949616" y="774578"/>
                    <a:pt x="7142654" y="649720"/>
                    <a:pt x="7329308" y="528961"/>
                  </a:cubicBezTo>
                  <a:cubicBezTo>
                    <a:pt x="7478564" y="432407"/>
                    <a:pt x="7632903" y="332563"/>
                    <a:pt x="7792748" y="243801"/>
                  </a:cubicBezTo>
                  <a:cubicBezTo>
                    <a:pt x="7821984" y="227565"/>
                    <a:pt x="7852274" y="209675"/>
                    <a:pt x="7884342" y="190748"/>
                  </a:cubicBezTo>
                  <a:cubicBezTo>
                    <a:pt x="7963288" y="144133"/>
                    <a:pt x="8052771" y="91291"/>
                    <a:pt x="8144928" y="53629"/>
                  </a:cubicBezTo>
                  <a:cubicBezTo>
                    <a:pt x="8250718" y="10409"/>
                    <a:pt x="8344388" y="-6425"/>
                    <a:pt x="8431302" y="2177"/>
                  </a:cubicBezTo>
                  <a:cubicBezTo>
                    <a:pt x="8502948" y="9266"/>
                    <a:pt x="8568016" y="28862"/>
                    <a:pt x="8630954" y="47825"/>
                  </a:cubicBezTo>
                  <a:cubicBezTo>
                    <a:pt x="8675564" y="61264"/>
                    <a:pt x="8717711" y="73964"/>
                    <a:pt x="8760896" y="82021"/>
                  </a:cubicBezTo>
                  <a:cubicBezTo>
                    <a:pt x="8898612" y="107755"/>
                    <a:pt x="9026355" y="136762"/>
                    <a:pt x="9151406" y="170677"/>
                  </a:cubicBezTo>
                  <a:cubicBezTo>
                    <a:pt x="9350407" y="224662"/>
                    <a:pt x="9531554" y="288463"/>
                    <a:pt x="9689799" y="360321"/>
                  </a:cubicBezTo>
                  <a:cubicBezTo>
                    <a:pt x="9895222" y="453603"/>
                    <a:pt x="10062261" y="560694"/>
                    <a:pt x="10186310" y="678639"/>
                  </a:cubicBezTo>
                  <a:cubicBezTo>
                    <a:pt x="10335741" y="820718"/>
                    <a:pt x="10424732" y="980545"/>
                    <a:pt x="10450801" y="1153689"/>
                  </a:cubicBezTo>
                  <a:lnTo>
                    <a:pt x="10445963" y="1154410"/>
                  </a:lnTo>
                  <a:cubicBezTo>
                    <a:pt x="10398205" y="837218"/>
                    <a:pt x="10143124" y="571548"/>
                    <a:pt x="9687776" y="364771"/>
                  </a:cubicBezTo>
                  <a:cubicBezTo>
                    <a:pt x="9509267" y="283714"/>
                    <a:pt x="9203385" y="169674"/>
                    <a:pt x="8759999" y="86823"/>
                  </a:cubicBezTo>
                  <a:cubicBezTo>
                    <a:pt x="8716550" y="78696"/>
                    <a:pt x="8674297" y="65978"/>
                    <a:pt x="8629547" y="52486"/>
                  </a:cubicBezTo>
                  <a:cubicBezTo>
                    <a:pt x="8566837" y="33594"/>
                    <a:pt x="8501998" y="14051"/>
                    <a:pt x="8430827" y="7014"/>
                  </a:cubicBezTo>
                  <a:cubicBezTo>
                    <a:pt x="8237490" y="-12106"/>
                    <a:pt x="8051205" y="97887"/>
                    <a:pt x="7886858" y="194934"/>
                  </a:cubicBezTo>
                  <a:cubicBezTo>
                    <a:pt x="7854772" y="213879"/>
                    <a:pt x="7824446" y="231786"/>
                    <a:pt x="7795158" y="248058"/>
                  </a:cubicBezTo>
                  <a:cubicBezTo>
                    <a:pt x="7635471" y="336732"/>
                    <a:pt x="7481203" y="436540"/>
                    <a:pt x="7332017" y="533042"/>
                  </a:cubicBezTo>
                  <a:cubicBezTo>
                    <a:pt x="7145240" y="653871"/>
                    <a:pt x="6952097" y="778817"/>
                    <a:pt x="6750104" y="880314"/>
                  </a:cubicBezTo>
                  <a:cubicBezTo>
                    <a:pt x="6729523" y="890658"/>
                    <a:pt x="6708925" y="901177"/>
                    <a:pt x="6687130" y="912329"/>
                  </a:cubicBezTo>
                  <a:cubicBezTo>
                    <a:pt x="6531876" y="991680"/>
                    <a:pt x="6355900" y="1081620"/>
                    <a:pt x="6167945" y="1110399"/>
                  </a:cubicBezTo>
                  <a:cubicBezTo>
                    <a:pt x="6101805" y="1120671"/>
                    <a:pt x="6036527" y="1122430"/>
                    <a:pt x="5973869" y="1115641"/>
                  </a:cubicBezTo>
                  <a:cubicBezTo>
                    <a:pt x="5839108" y="1101023"/>
                    <a:pt x="5718507" y="1057610"/>
                    <a:pt x="5612084" y="1019297"/>
                  </a:cubicBezTo>
                  <a:cubicBezTo>
                    <a:pt x="5416285" y="948812"/>
                    <a:pt x="5239306" y="863076"/>
                    <a:pt x="5088801" y="788245"/>
                  </a:cubicBezTo>
                  <a:cubicBezTo>
                    <a:pt x="4900565" y="694664"/>
                    <a:pt x="4726225" y="598197"/>
                    <a:pt x="4565870" y="507905"/>
                  </a:cubicBezTo>
                  <a:cubicBezTo>
                    <a:pt x="4525640" y="485248"/>
                    <a:pt x="4485006" y="462047"/>
                    <a:pt x="4445692" y="439619"/>
                  </a:cubicBezTo>
                  <a:cubicBezTo>
                    <a:pt x="4325706" y="371139"/>
                    <a:pt x="4201623" y="300319"/>
                    <a:pt x="4075780" y="237310"/>
                  </a:cubicBezTo>
                  <a:cubicBezTo>
                    <a:pt x="3938714" y="168689"/>
                    <a:pt x="3827120" y="127562"/>
                    <a:pt x="3724585" y="107896"/>
                  </a:cubicBezTo>
                  <a:cubicBezTo>
                    <a:pt x="3194336" y="6135"/>
                    <a:pt x="2941067" y="83973"/>
                    <a:pt x="2481268" y="225313"/>
                  </a:cubicBezTo>
                  <a:cubicBezTo>
                    <a:pt x="2203215" y="310786"/>
                    <a:pt x="1857191" y="417138"/>
                    <a:pt x="1332377" y="519339"/>
                  </a:cubicBezTo>
                  <a:cubicBezTo>
                    <a:pt x="1127641" y="559199"/>
                    <a:pt x="934251" y="631056"/>
                    <a:pt x="741160" y="739027"/>
                  </a:cubicBezTo>
                  <a:cubicBezTo>
                    <a:pt x="368469" y="947405"/>
                    <a:pt x="159053" y="1123451"/>
                    <a:pt x="3342" y="1268186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任意多边形: 形状 1389"/>
            <p:cNvSpPr/>
            <p:nvPr>
              <p:custDataLst>
                <p:tags r:id="rId10"/>
              </p:custDataLst>
            </p:nvPr>
          </p:nvSpPr>
          <p:spPr>
            <a:xfrm>
              <a:off x="1661742" y="3309756"/>
              <a:ext cx="10529606" cy="1323368"/>
            </a:xfrm>
            <a:custGeom>
              <a:avLst/>
              <a:gdLst>
                <a:gd name="connsiteX0" fmla="*/ 2797 w 10529606"/>
                <a:gd name="connsiteY0" fmla="*/ 1323368 h 1323368"/>
                <a:gd name="connsiteX1" fmla="*/ 0 w 10529606"/>
                <a:gd name="connsiteY1" fmla="*/ 1319411 h 1323368"/>
                <a:gd name="connsiteX2" fmla="*/ 791838 w 10529606"/>
                <a:gd name="connsiteY2" fmla="*/ 864572 h 1323368"/>
                <a:gd name="connsiteX3" fmla="*/ 1407911 w 10529606"/>
                <a:gd name="connsiteY3" fmla="*/ 650829 h 1323368"/>
                <a:gd name="connsiteX4" fmla="*/ 2733886 w 10529606"/>
                <a:gd name="connsiteY4" fmla="*/ 257751 h 1323368"/>
                <a:gd name="connsiteX5" fmla="*/ 3237538 w 10529606"/>
                <a:gd name="connsiteY5" fmla="*/ 91380 h 1323368"/>
                <a:gd name="connsiteX6" fmla="*/ 3819539 w 10529606"/>
                <a:gd name="connsiteY6" fmla="*/ 97308 h 1323368"/>
                <a:gd name="connsiteX7" fmla="*/ 4181833 w 10529606"/>
                <a:gd name="connsiteY7" fmla="*/ 233300 h 1323368"/>
                <a:gd name="connsiteX8" fmla="*/ 4587612 w 10529606"/>
                <a:gd name="connsiteY8" fmla="*/ 474590 h 1323368"/>
                <a:gd name="connsiteX9" fmla="*/ 4675793 w 10529606"/>
                <a:gd name="connsiteY9" fmla="*/ 529824 h 1323368"/>
                <a:gd name="connsiteX10" fmla="*/ 5197441 w 10529606"/>
                <a:gd name="connsiteY10" fmla="*/ 843323 h 1323368"/>
                <a:gd name="connsiteX11" fmla="*/ 5720530 w 10529606"/>
                <a:gd name="connsiteY11" fmla="*/ 1107392 h 1323368"/>
                <a:gd name="connsiteX12" fmla="*/ 6087222 w 10529606"/>
                <a:gd name="connsiteY12" fmla="*/ 1219760 h 1323368"/>
                <a:gd name="connsiteX13" fmla="*/ 6285943 w 10529606"/>
                <a:gd name="connsiteY13" fmla="*/ 1214694 h 1323368"/>
                <a:gd name="connsiteX14" fmla="*/ 6807837 w 10529606"/>
                <a:gd name="connsiteY14" fmla="*/ 995305 h 1323368"/>
                <a:gd name="connsiteX15" fmla="*/ 6874293 w 10529606"/>
                <a:gd name="connsiteY15" fmla="*/ 957943 h 1323368"/>
                <a:gd name="connsiteX16" fmla="*/ 7446795 w 10529606"/>
                <a:gd name="connsiteY16" fmla="*/ 582437 h 1323368"/>
                <a:gd name="connsiteX17" fmla="*/ 7919928 w 10529606"/>
                <a:gd name="connsiteY17" fmla="*/ 263820 h 1323368"/>
                <a:gd name="connsiteX18" fmla="*/ 8009586 w 10529606"/>
                <a:gd name="connsiteY18" fmla="*/ 207214 h 1323368"/>
                <a:gd name="connsiteX19" fmla="*/ 8570144 w 10529606"/>
                <a:gd name="connsiteY19" fmla="*/ 3849 h 1323368"/>
                <a:gd name="connsiteX20" fmla="*/ 8772136 w 10529606"/>
                <a:gd name="connsiteY20" fmla="*/ 62109 h 1323368"/>
                <a:gd name="connsiteX21" fmla="*/ 8902007 w 10529606"/>
                <a:gd name="connsiteY21" fmla="*/ 104889 h 1323368"/>
                <a:gd name="connsiteX22" fmla="*/ 8941129 w 10529606"/>
                <a:gd name="connsiteY22" fmla="*/ 114177 h 1323368"/>
                <a:gd name="connsiteX23" fmla="*/ 9833901 w 10529606"/>
                <a:gd name="connsiteY23" fmla="*/ 409575 h 1323368"/>
                <a:gd name="connsiteX24" fmla="*/ 10529606 w 10529606"/>
                <a:gd name="connsiteY24" fmla="*/ 1165370 h 1323368"/>
                <a:gd name="connsiteX25" fmla="*/ 10524822 w 10529606"/>
                <a:gd name="connsiteY25" fmla="*/ 1166109 h 1323368"/>
                <a:gd name="connsiteX26" fmla="*/ 9831790 w 10529606"/>
                <a:gd name="connsiteY26" fmla="*/ 413920 h 1323368"/>
                <a:gd name="connsiteX27" fmla="*/ 8940021 w 10529606"/>
                <a:gd name="connsiteY27" fmla="*/ 118892 h 1323368"/>
                <a:gd name="connsiteX28" fmla="*/ 8900882 w 10529606"/>
                <a:gd name="connsiteY28" fmla="*/ 109604 h 1323368"/>
                <a:gd name="connsiteX29" fmla="*/ 8770447 w 10529606"/>
                <a:gd name="connsiteY29" fmla="*/ 66648 h 1323368"/>
                <a:gd name="connsiteX30" fmla="*/ 8569493 w 10529606"/>
                <a:gd name="connsiteY30" fmla="*/ 8652 h 1323368"/>
                <a:gd name="connsiteX31" fmla="*/ 8012225 w 10529606"/>
                <a:gd name="connsiteY31" fmla="*/ 211295 h 1323368"/>
                <a:gd name="connsiteX32" fmla="*/ 7922444 w 10529606"/>
                <a:gd name="connsiteY32" fmla="*/ 267971 h 1323368"/>
                <a:gd name="connsiteX33" fmla="*/ 7449609 w 10529606"/>
                <a:gd name="connsiteY33" fmla="*/ 586395 h 1323368"/>
                <a:gd name="connsiteX34" fmla="*/ 6876651 w 10529606"/>
                <a:gd name="connsiteY34" fmla="*/ 962182 h 1323368"/>
                <a:gd name="connsiteX35" fmla="*/ 6810229 w 10529606"/>
                <a:gd name="connsiteY35" fmla="*/ 999509 h 1323368"/>
                <a:gd name="connsiteX36" fmla="*/ 6286752 w 10529606"/>
                <a:gd name="connsiteY36" fmla="*/ 1219461 h 1323368"/>
                <a:gd name="connsiteX37" fmla="*/ 6086625 w 10529606"/>
                <a:gd name="connsiteY37" fmla="*/ 1224563 h 1323368"/>
                <a:gd name="connsiteX38" fmla="*/ 5718684 w 10529606"/>
                <a:gd name="connsiteY38" fmla="*/ 1111860 h 1323368"/>
                <a:gd name="connsiteX39" fmla="*/ 5195066 w 10529606"/>
                <a:gd name="connsiteY39" fmla="*/ 847544 h 1323368"/>
                <a:gd name="connsiteX40" fmla="*/ 4673225 w 10529606"/>
                <a:gd name="connsiteY40" fmla="*/ 533940 h 1323368"/>
                <a:gd name="connsiteX41" fmla="*/ 4585026 w 10529606"/>
                <a:gd name="connsiteY41" fmla="*/ 478706 h 1323368"/>
                <a:gd name="connsiteX42" fmla="*/ 4179546 w 10529606"/>
                <a:gd name="connsiteY42" fmla="*/ 237593 h 1323368"/>
                <a:gd name="connsiteX43" fmla="*/ 3818712 w 10529606"/>
                <a:gd name="connsiteY43" fmla="*/ 102093 h 1323368"/>
                <a:gd name="connsiteX44" fmla="*/ 2735663 w 10529606"/>
                <a:gd name="connsiteY44" fmla="*/ 262272 h 1323368"/>
                <a:gd name="connsiteX45" fmla="*/ 1408808 w 10529606"/>
                <a:gd name="connsiteY45" fmla="*/ 655597 h 1323368"/>
                <a:gd name="connsiteX46" fmla="*/ 794002 w 10529606"/>
                <a:gd name="connsiteY46" fmla="*/ 868899 h 1323368"/>
                <a:gd name="connsiteX47" fmla="*/ 2797 w 10529606"/>
                <a:gd name="connsiteY47" fmla="*/ 1323368 h 1323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0529606" h="1323368">
                  <a:moveTo>
                    <a:pt x="2797" y="1323368"/>
                  </a:moveTo>
                  <a:lnTo>
                    <a:pt x="0" y="1319411"/>
                  </a:lnTo>
                  <a:cubicBezTo>
                    <a:pt x="193865" y="1182380"/>
                    <a:pt x="423281" y="1050610"/>
                    <a:pt x="791838" y="864572"/>
                  </a:cubicBezTo>
                  <a:cubicBezTo>
                    <a:pt x="997383" y="760823"/>
                    <a:pt x="1198901" y="690901"/>
                    <a:pt x="1407911" y="650829"/>
                  </a:cubicBezTo>
                  <a:cubicBezTo>
                    <a:pt x="2059570" y="525884"/>
                    <a:pt x="2433457" y="377209"/>
                    <a:pt x="2733886" y="257751"/>
                  </a:cubicBezTo>
                  <a:cubicBezTo>
                    <a:pt x="2922949" y="182569"/>
                    <a:pt x="3072275" y="123201"/>
                    <a:pt x="3237538" y="91380"/>
                  </a:cubicBezTo>
                  <a:cubicBezTo>
                    <a:pt x="3415783" y="57078"/>
                    <a:pt x="3595277" y="58890"/>
                    <a:pt x="3819539" y="97308"/>
                  </a:cubicBezTo>
                  <a:cubicBezTo>
                    <a:pt x="3926507" y="115620"/>
                    <a:pt x="4041619" y="158840"/>
                    <a:pt x="4181833" y="233300"/>
                  </a:cubicBezTo>
                  <a:cubicBezTo>
                    <a:pt x="4321520" y="307480"/>
                    <a:pt x="4456791" y="392442"/>
                    <a:pt x="4587612" y="474590"/>
                  </a:cubicBezTo>
                  <a:cubicBezTo>
                    <a:pt x="4616478" y="492726"/>
                    <a:pt x="4646347" y="511477"/>
                    <a:pt x="4675793" y="529824"/>
                  </a:cubicBezTo>
                  <a:cubicBezTo>
                    <a:pt x="4848181" y="637232"/>
                    <a:pt x="5017806" y="742036"/>
                    <a:pt x="5197441" y="843323"/>
                  </a:cubicBezTo>
                  <a:cubicBezTo>
                    <a:pt x="5357356" y="933492"/>
                    <a:pt x="5529462" y="1028146"/>
                    <a:pt x="5720530" y="1107392"/>
                  </a:cubicBezTo>
                  <a:cubicBezTo>
                    <a:pt x="5827868" y="1151896"/>
                    <a:pt x="5949506" y="1202346"/>
                    <a:pt x="6087222" y="1219760"/>
                  </a:cubicBezTo>
                  <a:cubicBezTo>
                    <a:pt x="6151446" y="1227887"/>
                    <a:pt x="6218290" y="1226181"/>
                    <a:pt x="6285943" y="1214694"/>
                  </a:cubicBezTo>
                  <a:cubicBezTo>
                    <a:pt x="6476396" y="1182820"/>
                    <a:pt x="6652476" y="1083187"/>
                    <a:pt x="6807837" y="995305"/>
                  </a:cubicBezTo>
                  <a:cubicBezTo>
                    <a:pt x="6830898" y="982253"/>
                    <a:pt x="6852657" y="969939"/>
                    <a:pt x="6874293" y="957943"/>
                  </a:cubicBezTo>
                  <a:cubicBezTo>
                    <a:pt x="7074034" y="847175"/>
                    <a:pt x="7263537" y="712590"/>
                    <a:pt x="7446795" y="582437"/>
                  </a:cubicBezTo>
                  <a:cubicBezTo>
                    <a:pt x="7598707" y="474555"/>
                    <a:pt x="7755790" y="362995"/>
                    <a:pt x="7919928" y="263820"/>
                  </a:cubicBezTo>
                  <a:cubicBezTo>
                    <a:pt x="7948372" y="246634"/>
                    <a:pt x="7978099" y="227496"/>
                    <a:pt x="8009586" y="207214"/>
                  </a:cubicBezTo>
                  <a:cubicBezTo>
                    <a:pt x="8169502" y="104239"/>
                    <a:pt x="8368539" y="-23926"/>
                    <a:pt x="8570144" y="3849"/>
                  </a:cubicBezTo>
                  <a:cubicBezTo>
                    <a:pt x="8643550" y="13964"/>
                    <a:pt x="8708915" y="38433"/>
                    <a:pt x="8772136" y="62109"/>
                  </a:cubicBezTo>
                  <a:cubicBezTo>
                    <a:pt x="8816640" y="78768"/>
                    <a:pt x="8858681" y="94511"/>
                    <a:pt x="8902007" y="104889"/>
                  </a:cubicBezTo>
                  <a:cubicBezTo>
                    <a:pt x="8913916" y="107739"/>
                    <a:pt x="8927003" y="110835"/>
                    <a:pt x="8941129" y="114177"/>
                  </a:cubicBezTo>
                  <a:cubicBezTo>
                    <a:pt x="9121537" y="156834"/>
                    <a:pt x="9496954" y="245579"/>
                    <a:pt x="9833901" y="409575"/>
                  </a:cubicBezTo>
                  <a:cubicBezTo>
                    <a:pt x="10249389" y="611778"/>
                    <a:pt x="10483466" y="866067"/>
                    <a:pt x="10529606" y="1165370"/>
                  </a:cubicBezTo>
                  <a:lnTo>
                    <a:pt x="10524822" y="1166109"/>
                  </a:lnTo>
                  <a:cubicBezTo>
                    <a:pt x="10478928" y="868460"/>
                    <a:pt x="10245766" y="615385"/>
                    <a:pt x="9831790" y="413920"/>
                  </a:cubicBezTo>
                  <a:cubicBezTo>
                    <a:pt x="9495318" y="250170"/>
                    <a:pt x="9120253" y="161496"/>
                    <a:pt x="8940021" y="118892"/>
                  </a:cubicBezTo>
                  <a:cubicBezTo>
                    <a:pt x="8925878" y="115549"/>
                    <a:pt x="8912790" y="112453"/>
                    <a:pt x="8900882" y="109604"/>
                  </a:cubicBezTo>
                  <a:cubicBezTo>
                    <a:pt x="8857275" y="99155"/>
                    <a:pt x="8815093" y="83376"/>
                    <a:pt x="8770447" y="66648"/>
                  </a:cubicBezTo>
                  <a:cubicBezTo>
                    <a:pt x="8707473" y="43076"/>
                    <a:pt x="8642353" y="18696"/>
                    <a:pt x="8569493" y="8652"/>
                  </a:cubicBezTo>
                  <a:cubicBezTo>
                    <a:pt x="8369648" y="-18878"/>
                    <a:pt x="8171472" y="108742"/>
                    <a:pt x="8012225" y="211295"/>
                  </a:cubicBezTo>
                  <a:cubicBezTo>
                    <a:pt x="7980721" y="231594"/>
                    <a:pt x="7950958" y="250750"/>
                    <a:pt x="7922444" y="267971"/>
                  </a:cubicBezTo>
                  <a:cubicBezTo>
                    <a:pt x="7758446" y="367041"/>
                    <a:pt x="7601451" y="478548"/>
                    <a:pt x="7449609" y="586395"/>
                  </a:cubicBezTo>
                  <a:cubicBezTo>
                    <a:pt x="7266228" y="716618"/>
                    <a:pt x="7076620" y="851291"/>
                    <a:pt x="6876651" y="962182"/>
                  </a:cubicBezTo>
                  <a:cubicBezTo>
                    <a:pt x="6855049" y="974161"/>
                    <a:pt x="6833272" y="986474"/>
                    <a:pt x="6810229" y="999509"/>
                  </a:cubicBezTo>
                  <a:cubicBezTo>
                    <a:pt x="6654517" y="1087602"/>
                    <a:pt x="6478049" y="1187446"/>
                    <a:pt x="6286752" y="1219461"/>
                  </a:cubicBezTo>
                  <a:cubicBezTo>
                    <a:pt x="6218641" y="1231018"/>
                    <a:pt x="6151305" y="1232742"/>
                    <a:pt x="6086625" y="1224563"/>
                  </a:cubicBezTo>
                  <a:cubicBezTo>
                    <a:pt x="5948257" y="1207060"/>
                    <a:pt x="5826285" y="1156487"/>
                    <a:pt x="5718684" y="1111860"/>
                  </a:cubicBezTo>
                  <a:cubicBezTo>
                    <a:pt x="5527368" y="1032526"/>
                    <a:pt x="5355104" y="937784"/>
                    <a:pt x="5195066" y="847544"/>
                  </a:cubicBezTo>
                  <a:cubicBezTo>
                    <a:pt x="5015343" y="746205"/>
                    <a:pt x="4845665" y="641383"/>
                    <a:pt x="4673225" y="533940"/>
                  </a:cubicBezTo>
                  <a:cubicBezTo>
                    <a:pt x="4643779" y="515593"/>
                    <a:pt x="4613910" y="496842"/>
                    <a:pt x="4585026" y="478706"/>
                  </a:cubicBezTo>
                  <a:cubicBezTo>
                    <a:pt x="4454275" y="396593"/>
                    <a:pt x="4319075" y="311702"/>
                    <a:pt x="4179546" y="237593"/>
                  </a:cubicBezTo>
                  <a:cubicBezTo>
                    <a:pt x="4039807" y="163378"/>
                    <a:pt x="3925152" y="120316"/>
                    <a:pt x="3818712" y="102093"/>
                  </a:cubicBezTo>
                  <a:cubicBezTo>
                    <a:pt x="3343240" y="20666"/>
                    <a:pt x="3101528" y="116781"/>
                    <a:pt x="2735663" y="262272"/>
                  </a:cubicBezTo>
                  <a:cubicBezTo>
                    <a:pt x="2435040" y="381800"/>
                    <a:pt x="2060925" y="530580"/>
                    <a:pt x="1408808" y="655597"/>
                  </a:cubicBezTo>
                  <a:cubicBezTo>
                    <a:pt x="1200237" y="695580"/>
                    <a:pt x="999143" y="765362"/>
                    <a:pt x="794002" y="868899"/>
                  </a:cubicBezTo>
                  <a:cubicBezTo>
                    <a:pt x="425691" y="1054814"/>
                    <a:pt x="196451" y="1186479"/>
                    <a:pt x="2797" y="1323368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任意多边形: 形状 1390"/>
            <p:cNvSpPr/>
            <p:nvPr>
              <p:custDataLst>
                <p:tags r:id="rId11"/>
              </p:custDataLst>
            </p:nvPr>
          </p:nvSpPr>
          <p:spPr>
            <a:xfrm>
              <a:off x="1582901" y="3247659"/>
              <a:ext cx="10608447" cy="1378815"/>
            </a:xfrm>
            <a:custGeom>
              <a:avLst/>
              <a:gdLst>
                <a:gd name="connsiteX0" fmla="*/ 2199 w 10608447"/>
                <a:gd name="connsiteY0" fmla="*/ 1378816 h 1378815"/>
                <a:gd name="connsiteX1" fmla="*/ 0 w 10608447"/>
                <a:gd name="connsiteY1" fmla="*/ 1374576 h 1378815"/>
                <a:gd name="connsiteX2" fmla="*/ 428277 w 10608447"/>
                <a:gd name="connsiteY2" fmla="*/ 1178776 h 1378815"/>
                <a:gd name="connsiteX3" fmla="*/ 844891 w 10608447"/>
                <a:gd name="connsiteY3" fmla="*/ 994673 h 1378815"/>
                <a:gd name="connsiteX4" fmla="*/ 1484395 w 10608447"/>
                <a:gd name="connsiteY4" fmla="*/ 787387 h 1378815"/>
                <a:gd name="connsiteX5" fmla="*/ 2933574 w 10608447"/>
                <a:gd name="connsiteY5" fmla="*/ 295854 h 1378815"/>
                <a:gd name="connsiteX6" fmla="*/ 3378772 w 10608447"/>
                <a:gd name="connsiteY6" fmla="*/ 108181 h 1378815"/>
                <a:gd name="connsiteX7" fmla="*/ 3619675 w 10608447"/>
                <a:gd name="connsiteY7" fmla="*/ 72789 h 1378815"/>
                <a:gd name="connsiteX8" fmla="*/ 3913577 w 10608447"/>
                <a:gd name="connsiteY8" fmla="*/ 91804 h 1378815"/>
                <a:gd name="connsiteX9" fmla="*/ 4285705 w 10608447"/>
                <a:gd name="connsiteY9" fmla="*/ 233936 h 1378815"/>
                <a:gd name="connsiteX10" fmla="*/ 4719330 w 10608447"/>
                <a:gd name="connsiteY10" fmla="*/ 512446 h 1378815"/>
                <a:gd name="connsiteX11" fmla="*/ 4783307 w 10608447"/>
                <a:gd name="connsiteY11" fmla="*/ 556265 h 1378815"/>
                <a:gd name="connsiteX12" fmla="*/ 4813017 w 10608447"/>
                <a:gd name="connsiteY12" fmla="*/ 576564 h 1378815"/>
                <a:gd name="connsiteX13" fmla="*/ 5303899 w 10608447"/>
                <a:gd name="connsiteY13" fmla="*/ 903044 h 1378815"/>
                <a:gd name="connsiteX14" fmla="*/ 5827323 w 10608447"/>
                <a:gd name="connsiteY14" fmla="*/ 1200342 h 1378815"/>
                <a:gd name="connsiteX15" fmla="*/ 6200083 w 10608447"/>
                <a:gd name="connsiteY15" fmla="*/ 1328999 h 1378815"/>
                <a:gd name="connsiteX16" fmla="*/ 6404732 w 10608447"/>
                <a:gd name="connsiteY16" fmla="*/ 1324091 h 1378815"/>
                <a:gd name="connsiteX17" fmla="*/ 6932782 w 10608447"/>
                <a:gd name="connsiteY17" fmla="*/ 1082063 h 1378815"/>
                <a:gd name="connsiteX18" fmla="*/ 7000734 w 10608447"/>
                <a:gd name="connsiteY18" fmla="*/ 1040215 h 1378815"/>
                <a:gd name="connsiteX19" fmla="*/ 7566182 w 10608447"/>
                <a:gd name="connsiteY19" fmla="*/ 635950 h 1378815"/>
                <a:gd name="connsiteX20" fmla="*/ 8047160 w 10608447"/>
                <a:gd name="connsiteY20" fmla="*/ 284139 h 1378815"/>
                <a:gd name="connsiteX21" fmla="*/ 8134462 w 10608447"/>
                <a:gd name="connsiteY21" fmla="*/ 224507 h 1378815"/>
                <a:gd name="connsiteX22" fmla="*/ 8709021 w 10608447"/>
                <a:gd name="connsiteY22" fmla="*/ 5839 h 1378815"/>
                <a:gd name="connsiteX23" fmla="*/ 8913881 w 10608447"/>
                <a:gd name="connsiteY23" fmla="*/ 76922 h 1378815"/>
                <a:gd name="connsiteX24" fmla="*/ 9043153 w 10608447"/>
                <a:gd name="connsiteY24" fmla="*/ 128076 h 1378815"/>
                <a:gd name="connsiteX25" fmla="*/ 9139075 w 10608447"/>
                <a:gd name="connsiteY25" fmla="*/ 154919 h 1378815"/>
                <a:gd name="connsiteX26" fmla="*/ 9985953 w 10608447"/>
                <a:gd name="connsiteY26" fmla="*/ 464847 h 1378815"/>
                <a:gd name="connsiteX27" fmla="*/ 10392048 w 10608447"/>
                <a:gd name="connsiteY27" fmla="*/ 759980 h 1378815"/>
                <a:gd name="connsiteX28" fmla="*/ 10608447 w 10608447"/>
                <a:gd name="connsiteY28" fmla="*/ 1177369 h 1378815"/>
                <a:gd name="connsiteX29" fmla="*/ 10603733 w 10608447"/>
                <a:gd name="connsiteY29" fmla="*/ 1178107 h 1378815"/>
                <a:gd name="connsiteX30" fmla="*/ 9983702 w 10608447"/>
                <a:gd name="connsiteY30" fmla="*/ 469068 h 1378815"/>
                <a:gd name="connsiteX31" fmla="*/ 9137791 w 10608447"/>
                <a:gd name="connsiteY31" fmla="*/ 159527 h 1378815"/>
                <a:gd name="connsiteX32" fmla="*/ 9041799 w 10608447"/>
                <a:gd name="connsiteY32" fmla="*/ 132667 h 1378815"/>
                <a:gd name="connsiteX33" fmla="*/ 8911928 w 10608447"/>
                <a:gd name="connsiteY33" fmla="*/ 81302 h 1378815"/>
                <a:gd name="connsiteX34" fmla="*/ 8708194 w 10608447"/>
                <a:gd name="connsiteY34" fmla="*/ 10571 h 1378815"/>
                <a:gd name="connsiteX35" fmla="*/ 8137188 w 10608447"/>
                <a:gd name="connsiteY35" fmla="*/ 228447 h 1378815"/>
                <a:gd name="connsiteX36" fmla="*/ 8049763 w 10608447"/>
                <a:gd name="connsiteY36" fmla="*/ 288167 h 1378815"/>
                <a:gd name="connsiteX37" fmla="*/ 7569102 w 10608447"/>
                <a:gd name="connsiteY37" fmla="*/ 639767 h 1378815"/>
                <a:gd name="connsiteX38" fmla="*/ 7003215 w 10608447"/>
                <a:gd name="connsiteY38" fmla="*/ 1044331 h 1378815"/>
                <a:gd name="connsiteX39" fmla="*/ 6935298 w 10608447"/>
                <a:gd name="connsiteY39" fmla="*/ 1086144 h 1378815"/>
                <a:gd name="connsiteX40" fmla="*/ 6405593 w 10608447"/>
                <a:gd name="connsiteY40" fmla="*/ 1328823 h 1378815"/>
                <a:gd name="connsiteX41" fmla="*/ 6199415 w 10608447"/>
                <a:gd name="connsiteY41" fmla="*/ 1333766 h 1378815"/>
                <a:gd name="connsiteX42" fmla="*/ 5825317 w 10608447"/>
                <a:gd name="connsiteY42" fmla="*/ 1204705 h 1378815"/>
                <a:gd name="connsiteX43" fmla="*/ 5301383 w 10608447"/>
                <a:gd name="connsiteY43" fmla="*/ 907108 h 1378815"/>
                <a:gd name="connsiteX44" fmla="*/ 4810343 w 10608447"/>
                <a:gd name="connsiteY44" fmla="*/ 580522 h 1378815"/>
                <a:gd name="connsiteX45" fmla="*/ 4780633 w 10608447"/>
                <a:gd name="connsiteY45" fmla="*/ 560240 h 1378815"/>
                <a:gd name="connsiteX46" fmla="*/ 4716638 w 10608447"/>
                <a:gd name="connsiteY46" fmla="*/ 516404 h 1378815"/>
                <a:gd name="connsiteX47" fmla="*/ 4283383 w 10608447"/>
                <a:gd name="connsiteY47" fmla="*/ 238122 h 1378815"/>
                <a:gd name="connsiteX48" fmla="*/ 3912874 w 10608447"/>
                <a:gd name="connsiteY48" fmla="*/ 96536 h 1378815"/>
                <a:gd name="connsiteX49" fmla="*/ 2935737 w 10608447"/>
                <a:gd name="connsiteY49" fmla="*/ 300129 h 1378815"/>
                <a:gd name="connsiteX50" fmla="*/ 2380879 w 10608447"/>
                <a:gd name="connsiteY50" fmla="*/ 549351 h 1378815"/>
                <a:gd name="connsiteX51" fmla="*/ 1485292 w 10608447"/>
                <a:gd name="connsiteY51" fmla="*/ 792101 h 1378815"/>
                <a:gd name="connsiteX52" fmla="*/ 846896 w 10608447"/>
                <a:gd name="connsiteY52" fmla="*/ 999036 h 1378815"/>
                <a:gd name="connsiteX53" fmla="*/ 430194 w 10608447"/>
                <a:gd name="connsiteY53" fmla="*/ 1183174 h 1378815"/>
                <a:gd name="connsiteX54" fmla="*/ 2199 w 10608447"/>
                <a:gd name="connsiteY54" fmla="*/ 1378816 h 1378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0608447" h="1378815">
                  <a:moveTo>
                    <a:pt x="2199" y="1378816"/>
                  </a:moveTo>
                  <a:lnTo>
                    <a:pt x="0" y="1374576"/>
                  </a:lnTo>
                  <a:cubicBezTo>
                    <a:pt x="123063" y="1310951"/>
                    <a:pt x="257754" y="1252621"/>
                    <a:pt x="428277" y="1178776"/>
                  </a:cubicBezTo>
                  <a:cubicBezTo>
                    <a:pt x="548473" y="1126726"/>
                    <a:pt x="684694" y="1067745"/>
                    <a:pt x="844891" y="994673"/>
                  </a:cubicBezTo>
                  <a:cubicBezTo>
                    <a:pt x="1062662" y="895357"/>
                    <a:pt x="1271849" y="827563"/>
                    <a:pt x="1484395" y="787387"/>
                  </a:cubicBezTo>
                  <a:cubicBezTo>
                    <a:pt x="2239398" y="644710"/>
                    <a:pt x="2624297" y="451266"/>
                    <a:pt x="2933574" y="295854"/>
                  </a:cubicBezTo>
                  <a:cubicBezTo>
                    <a:pt x="3092152" y="216152"/>
                    <a:pt x="3229112" y="147337"/>
                    <a:pt x="3378772" y="108181"/>
                  </a:cubicBezTo>
                  <a:cubicBezTo>
                    <a:pt x="3457543" y="87565"/>
                    <a:pt x="3536349" y="75990"/>
                    <a:pt x="3619675" y="72789"/>
                  </a:cubicBezTo>
                  <a:cubicBezTo>
                    <a:pt x="3709932" y="69306"/>
                    <a:pt x="3806064" y="75533"/>
                    <a:pt x="3913577" y="91804"/>
                  </a:cubicBezTo>
                  <a:cubicBezTo>
                    <a:pt x="4024380" y="108585"/>
                    <a:pt x="4142624" y="153740"/>
                    <a:pt x="4285705" y="233936"/>
                  </a:cubicBezTo>
                  <a:cubicBezTo>
                    <a:pt x="4436756" y="318616"/>
                    <a:pt x="4580417" y="417159"/>
                    <a:pt x="4719330" y="512446"/>
                  </a:cubicBezTo>
                  <a:cubicBezTo>
                    <a:pt x="4740650" y="527082"/>
                    <a:pt x="4761969" y="541700"/>
                    <a:pt x="4783307" y="556265"/>
                  </a:cubicBezTo>
                  <a:lnTo>
                    <a:pt x="4813017" y="576564"/>
                  </a:lnTo>
                  <a:cubicBezTo>
                    <a:pt x="4970980" y="684464"/>
                    <a:pt x="5134326" y="796059"/>
                    <a:pt x="5303899" y="903044"/>
                  </a:cubicBezTo>
                  <a:cubicBezTo>
                    <a:pt x="5472662" y="1009537"/>
                    <a:pt x="5639685" y="1112389"/>
                    <a:pt x="5827323" y="1200342"/>
                  </a:cubicBezTo>
                  <a:cubicBezTo>
                    <a:pt x="5935662" y="1251126"/>
                    <a:pt x="6058462" y="1308700"/>
                    <a:pt x="6200083" y="1328999"/>
                  </a:cubicBezTo>
                  <a:cubicBezTo>
                    <a:pt x="6266294" y="1338498"/>
                    <a:pt x="6335161" y="1336844"/>
                    <a:pt x="6404732" y="1324091"/>
                  </a:cubicBezTo>
                  <a:cubicBezTo>
                    <a:pt x="6599230" y="1288910"/>
                    <a:pt x="6776438" y="1179005"/>
                    <a:pt x="6932782" y="1082063"/>
                  </a:cubicBezTo>
                  <a:cubicBezTo>
                    <a:pt x="6956407" y="1067410"/>
                    <a:pt x="6978711" y="1053584"/>
                    <a:pt x="7000734" y="1040215"/>
                  </a:cubicBezTo>
                  <a:cubicBezTo>
                    <a:pt x="7199032" y="919914"/>
                    <a:pt x="7385668" y="775566"/>
                    <a:pt x="7566182" y="635950"/>
                  </a:cubicBezTo>
                  <a:cubicBezTo>
                    <a:pt x="7720152" y="516862"/>
                    <a:pt x="7879346" y="393728"/>
                    <a:pt x="8047160" y="284139"/>
                  </a:cubicBezTo>
                  <a:cubicBezTo>
                    <a:pt x="8074690" y="266161"/>
                    <a:pt x="8103714" y="245932"/>
                    <a:pt x="8134462" y="224507"/>
                  </a:cubicBezTo>
                  <a:cubicBezTo>
                    <a:pt x="8297544" y="110855"/>
                    <a:pt x="8500503" y="-30591"/>
                    <a:pt x="8709021" y="5839"/>
                  </a:cubicBezTo>
                  <a:cubicBezTo>
                    <a:pt x="8784414" y="19014"/>
                    <a:pt x="8850238" y="48443"/>
                    <a:pt x="8913881" y="76922"/>
                  </a:cubicBezTo>
                  <a:cubicBezTo>
                    <a:pt x="8958086" y="96694"/>
                    <a:pt x="8999846" y="115375"/>
                    <a:pt x="9043153" y="128076"/>
                  </a:cubicBezTo>
                  <a:cubicBezTo>
                    <a:pt x="9069574" y="135815"/>
                    <a:pt x="9101783" y="144681"/>
                    <a:pt x="9139075" y="154919"/>
                  </a:cubicBezTo>
                  <a:cubicBezTo>
                    <a:pt x="9342069" y="210698"/>
                    <a:pt x="9681813" y="304069"/>
                    <a:pt x="9985953" y="464847"/>
                  </a:cubicBezTo>
                  <a:cubicBezTo>
                    <a:pt x="10154400" y="553907"/>
                    <a:pt x="10291044" y="653188"/>
                    <a:pt x="10392048" y="759980"/>
                  </a:cubicBezTo>
                  <a:cubicBezTo>
                    <a:pt x="10511910" y="886668"/>
                    <a:pt x="10584718" y="1027093"/>
                    <a:pt x="10608447" y="1177369"/>
                  </a:cubicBezTo>
                  <a:lnTo>
                    <a:pt x="10603733" y="1178107"/>
                  </a:lnTo>
                  <a:cubicBezTo>
                    <a:pt x="10560108" y="902059"/>
                    <a:pt x="10351502" y="663514"/>
                    <a:pt x="9983702" y="469068"/>
                  </a:cubicBezTo>
                  <a:cubicBezTo>
                    <a:pt x="9680019" y="308519"/>
                    <a:pt x="9340592" y="215254"/>
                    <a:pt x="9137791" y="159527"/>
                  </a:cubicBezTo>
                  <a:cubicBezTo>
                    <a:pt x="9100481" y="149272"/>
                    <a:pt x="9068255" y="140424"/>
                    <a:pt x="9041799" y="132667"/>
                  </a:cubicBezTo>
                  <a:cubicBezTo>
                    <a:pt x="8998174" y="119879"/>
                    <a:pt x="8956274" y="101145"/>
                    <a:pt x="8911928" y="81302"/>
                  </a:cubicBezTo>
                  <a:cubicBezTo>
                    <a:pt x="8848549" y="52946"/>
                    <a:pt x="8783007" y="23641"/>
                    <a:pt x="8708194" y="10571"/>
                  </a:cubicBezTo>
                  <a:cubicBezTo>
                    <a:pt x="8501629" y="-25507"/>
                    <a:pt x="8299549" y="115305"/>
                    <a:pt x="8137188" y="228447"/>
                  </a:cubicBezTo>
                  <a:cubicBezTo>
                    <a:pt x="8106422" y="249890"/>
                    <a:pt x="8077345" y="270154"/>
                    <a:pt x="8049763" y="288167"/>
                  </a:cubicBezTo>
                  <a:cubicBezTo>
                    <a:pt x="7882126" y="397668"/>
                    <a:pt x="7722984" y="520732"/>
                    <a:pt x="7569102" y="639767"/>
                  </a:cubicBezTo>
                  <a:cubicBezTo>
                    <a:pt x="7388500" y="779453"/>
                    <a:pt x="7201759" y="923889"/>
                    <a:pt x="7003215" y="1044331"/>
                  </a:cubicBezTo>
                  <a:cubicBezTo>
                    <a:pt x="6981209" y="1057683"/>
                    <a:pt x="6958921" y="1071509"/>
                    <a:pt x="6935298" y="1086144"/>
                  </a:cubicBezTo>
                  <a:cubicBezTo>
                    <a:pt x="6778583" y="1183332"/>
                    <a:pt x="6600972" y="1293466"/>
                    <a:pt x="6405593" y="1328823"/>
                  </a:cubicBezTo>
                  <a:cubicBezTo>
                    <a:pt x="6335513" y="1341664"/>
                    <a:pt x="6266136" y="1343336"/>
                    <a:pt x="6199415" y="1333766"/>
                  </a:cubicBezTo>
                  <a:cubicBezTo>
                    <a:pt x="6057108" y="1313361"/>
                    <a:pt x="5933957" y="1255629"/>
                    <a:pt x="5825317" y="1204705"/>
                  </a:cubicBezTo>
                  <a:cubicBezTo>
                    <a:pt x="5637432" y="1116629"/>
                    <a:pt x="5470270" y="1013689"/>
                    <a:pt x="5301383" y="907108"/>
                  </a:cubicBezTo>
                  <a:cubicBezTo>
                    <a:pt x="5131740" y="800069"/>
                    <a:pt x="4968359" y="688457"/>
                    <a:pt x="4810343" y="580522"/>
                  </a:cubicBezTo>
                  <a:lnTo>
                    <a:pt x="4780633" y="560240"/>
                  </a:lnTo>
                  <a:cubicBezTo>
                    <a:pt x="4759295" y="545675"/>
                    <a:pt x="4737976" y="531040"/>
                    <a:pt x="4716638" y="516404"/>
                  </a:cubicBezTo>
                  <a:cubicBezTo>
                    <a:pt x="4577796" y="421169"/>
                    <a:pt x="4434240" y="322697"/>
                    <a:pt x="4283383" y="238122"/>
                  </a:cubicBezTo>
                  <a:cubicBezTo>
                    <a:pt x="4140830" y="158208"/>
                    <a:pt x="4023096" y="113229"/>
                    <a:pt x="3912874" y="96536"/>
                  </a:cubicBezTo>
                  <a:cubicBezTo>
                    <a:pt x="3473304" y="29991"/>
                    <a:pt x="3259438" y="137451"/>
                    <a:pt x="2935737" y="300129"/>
                  </a:cubicBezTo>
                  <a:cubicBezTo>
                    <a:pt x="2783703" y="376542"/>
                    <a:pt x="2611385" y="463140"/>
                    <a:pt x="2380879" y="549351"/>
                  </a:cubicBezTo>
                  <a:cubicBezTo>
                    <a:pt x="2113644" y="649301"/>
                    <a:pt x="1820691" y="728705"/>
                    <a:pt x="1485292" y="792101"/>
                  </a:cubicBezTo>
                  <a:cubicBezTo>
                    <a:pt x="1273133" y="832190"/>
                    <a:pt x="1064315" y="899878"/>
                    <a:pt x="846896" y="999036"/>
                  </a:cubicBezTo>
                  <a:cubicBezTo>
                    <a:pt x="686647" y="1072107"/>
                    <a:pt x="550408" y="1131106"/>
                    <a:pt x="430194" y="1183174"/>
                  </a:cubicBezTo>
                  <a:cubicBezTo>
                    <a:pt x="259760" y="1256966"/>
                    <a:pt x="125121" y="1315261"/>
                    <a:pt x="2199" y="1378816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任意多边形: 形状 1391"/>
            <p:cNvSpPr/>
            <p:nvPr>
              <p:custDataLst>
                <p:tags r:id="rId12"/>
              </p:custDataLst>
            </p:nvPr>
          </p:nvSpPr>
          <p:spPr>
            <a:xfrm>
              <a:off x="1504096" y="3185348"/>
              <a:ext cx="10687217" cy="1450308"/>
            </a:xfrm>
            <a:custGeom>
              <a:avLst/>
              <a:gdLst>
                <a:gd name="connsiteX0" fmla="*/ 6403483 w 10687217"/>
                <a:gd name="connsiteY0" fmla="*/ 1450309 h 1450308"/>
                <a:gd name="connsiteX1" fmla="*/ 6312153 w 10687217"/>
                <a:gd name="connsiteY1" fmla="*/ 1443132 h 1450308"/>
                <a:gd name="connsiteX2" fmla="*/ 5931898 w 10687217"/>
                <a:gd name="connsiteY2" fmla="*/ 1297711 h 1450308"/>
                <a:gd name="connsiteX3" fmla="*/ 5407630 w 10687217"/>
                <a:gd name="connsiteY3" fmla="*/ 966850 h 1450308"/>
                <a:gd name="connsiteX4" fmla="*/ 4977031 w 10687217"/>
                <a:gd name="connsiteY4" fmla="*/ 652982 h 1450308"/>
                <a:gd name="connsiteX5" fmla="*/ 4887988 w 10687217"/>
                <a:gd name="connsiteY5" fmla="*/ 586719 h 1450308"/>
                <a:gd name="connsiteX6" fmla="*/ 4842780 w 10687217"/>
                <a:gd name="connsiteY6" fmla="*/ 553086 h 1450308"/>
                <a:gd name="connsiteX7" fmla="*/ 4387150 w 10687217"/>
                <a:gd name="connsiteY7" fmla="*/ 238848 h 1450308"/>
                <a:gd name="connsiteX8" fmla="*/ 4006983 w 10687217"/>
                <a:gd name="connsiteY8" fmla="*/ 91176 h 1450308"/>
                <a:gd name="connsiteX9" fmla="*/ 3107404 w 10687217"/>
                <a:gd name="connsiteY9" fmla="*/ 337408 h 1450308"/>
                <a:gd name="connsiteX10" fmla="*/ 2538666 w 10687217"/>
                <a:gd name="connsiteY10" fmla="*/ 644152 h 1450308"/>
                <a:gd name="connsiteX11" fmla="*/ 1561741 w 10687217"/>
                <a:gd name="connsiteY11" fmla="*/ 928820 h 1450308"/>
                <a:gd name="connsiteX12" fmla="*/ 899756 w 10687217"/>
                <a:gd name="connsiteY12" fmla="*/ 1129369 h 1450308"/>
                <a:gd name="connsiteX13" fmla="*/ 247745 w 10687217"/>
                <a:gd name="connsiteY13" fmla="*/ 1356058 h 1450308"/>
                <a:gd name="connsiteX14" fmla="*/ 1566 w 10687217"/>
                <a:gd name="connsiteY14" fmla="*/ 1434424 h 1450308"/>
                <a:gd name="connsiteX15" fmla="*/ 0 w 10687217"/>
                <a:gd name="connsiteY15" fmla="*/ 1429974 h 1450308"/>
                <a:gd name="connsiteX16" fmla="*/ 246373 w 10687217"/>
                <a:gd name="connsiteY16" fmla="*/ 1351538 h 1450308"/>
                <a:gd name="connsiteX17" fmla="*/ 897944 w 10687217"/>
                <a:gd name="connsiteY17" fmla="*/ 1124989 h 1450308"/>
                <a:gd name="connsiteX18" fmla="*/ 1560861 w 10687217"/>
                <a:gd name="connsiteY18" fmla="*/ 924158 h 1450308"/>
                <a:gd name="connsiteX19" fmla="*/ 3104905 w 10687217"/>
                <a:gd name="connsiteY19" fmla="*/ 333380 h 1450308"/>
                <a:gd name="connsiteX20" fmla="*/ 3507623 w 10687217"/>
                <a:gd name="connsiteY20" fmla="*/ 122786 h 1450308"/>
                <a:gd name="connsiteX21" fmla="*/ 4007582 w 10687217"/>
                <a:gd name="connsiteY21" fmla="*/ 86479 h 1450308"/>
                <a:gd name="connsiteX22" fmla="*/ 4389525 w 10687217"/>
                <a:gd name="connsiteY22" fmla="*/ 234767 h 1450308"/>
                <a:gd name="connsiteX23" fmla="*/ 4845577 w 10687217"/>
                <a:gd name="connsiteY23" fmla="*/ 549269 h 1450308"/>
                <a:gd name="connsiteX24" fmla="*/ 4890785 w 10687217"/>
                <a:gd name="connsiteY24" fmla="*/ 582902 h 1450308"/>
                <a:gd name="connsiteX25" fmla="*/ 4979828 w 10687217"/>
                <a:gd name="connsiteY25" fmla="*/ 649165 h 1450308"/>
                <a:gd name="connsiteX26" fmla="*/ 5410304 w 10687217"/>
                <a:gd name="connsiteY26" fmla="*/ 962945 h 1450308"/>
                <a:gd name="connsiteX27" fmla="*/ 5934062 w 10687217"/>
                <a:gd name="connsiteY27" fmla="*/ 1293489 h 1450308"/>
                <a:gd name="connsiteX28" fmla="*/ 6312874 w 10687217"/>
                <a:gd name="connsiteY28" fmla="*/ 1438435 h 1450308"/>
                <a:gd name="connsiteX29" fmla="*/ 6523468 w 10687217"/>
                <a:gd name="connsiteY29" fmla="*/ 1433668 h 1450308"/>
                <a:gd name="connsiteX30" fmla="*/ 7058959 w 10687217"/>
                <a:gd name="connsiteY30" fmla="*/ 1168262 h 1450308"/>
                <a:gd name="connsiteX31" fmla="*/ 7127123 w 10687217"/>
                <a:gd name="connsiteY31" fmla="*/ 1122650 h 1450308"/>
                <a:gd name="connsiteX32" fmla="*/ 7686871 w 10687217"/>
                <a:gd name="connsiteY32" fmla="*/ 689430 h 1450308"/>
                <a:gd name="connsiteX33" fmla="*/ 8174287 w 10687217"/>
                <a:gd name="connsiteY33" fmla="*/ 304619 h 1450308"/>
                <a:gd name="connsiteX34" fmla="*/ 8258968 w 10687217"/>
                <a:gd name="connsiteY34" fmla="*/ 242419 h 1450308"/>
                <a:gd name="connsiteX35" fmla="*/ 8533714 w 10687217"/>
                <a:gd name="connsiteY35" fmla="*/ 62345 h 1450308"/>
                <a:gd name="connsiteX36" fmla="*/ 8847793 w 10687217"/>
                <a:gd name="connsiteY36" fmla="*/ 7973 h 1450308"/>
                <a:gd name="connsiteX37" fmla="*/ 9055889 w 10687217"/>
                <a:gd name="connsiteY37" fmla="*/ 92090 h 1450308"/>
                <a:gd name="connsiteX38" fmla="*/ 9184212 w 10687217"/>
                <a:gd name="connsiteY38" fmla="*/ 151371 h 1450308"/>
                <a:gd name="connsiteX39" fmla="*/ 9322280 w 10687217"/>
                <a:gd name="connsiteY39" fmla="*/ 195365 h 1450308"/>
                <a:gd name="connsiteX40" fmla="*/ 10120891 w 10687217"/>
                <a:gd name="connsiteY40" fmla="*/ 513155 h 1450308"/>
                <a:gd name="connsiteX41" fmla="*/ 10489869 w 10687217"/>
                <a:gd name="connsiteY41" fmla="*/ 796979 h 1450308"/>
                <a:gd name="connsiteX42" fmla="*/ 10687217 w 10687217"/>
                <a:gd name="connsiteY42" fmla="*/ 1189441 h 1450308"/>
                <a:gd name="connsiteX43" fmla="*/ 10682574 w 10687217"/>
                <a:gd name="connsiteY43" fmla="*/ 1190197 h 1450308"/>
                <a:gd name="connsiteX44" fmla="*/ 10118586 w 10687217"/>
                <a:gd name="connsiteY44" fmla="*/ 517254 h 1450308"/>
                <a:gd name="connsiteX45" fmla="*/ 9320908 w 10687217"/>
                <a:gd name="connsiteY45" fmla="*/ 199868 h 1450308"/>
                <a:gd name="connsiteX46" fmla="*/ 9182681 w 10687217"/>
                <a:gd name="connsiteY46" fmla="*/ 155821 h 1450308"/>
                <a:gd name="connsiteX47" fmla="*/ 9053726 w 10687217"/>
                <a:gd name="connsiteY47" fmla="*/ 96259 h 1450308"/>
                <a:gd name="connsiteX48" fmla="*/ 8846843 w 10687217"/>
                <a:gd name="connsiteY48" fmla="*/ 12564 h 1450308"/>
                <a:gd name="connsiteX49" fmla="*/ 8261817 w 10687217"/>
                <a:gd name="connsiteY49" fmla="*/ 246166 h 1450308"/>
                <a:gd name="connsiteX50" fmla="*/ 8177013 w 10687217"/>
                <a:gd name="connsiteY50" fmla="*/ 308454 h 1450308"/>
                <a:gd name="connsiteX51" fmla="*/ 7689914 w 10687217"/>
                <a:gd name="connsiteY51" fmla="*/ 693018 h 1450308"/>
                <a:gd name="connsiteX52" fmla="*/ 7129726 w 10687217"/>
                <a:gd name="connsiteY52" fmla="*/ 1126555 h 1450308"/>
                <a:gd name="connsiteX53" fmla="*/ 7061598 w 10687217"/>
                <a:gd name="connsiteY53" fmla="*/ 1172149 h 1450308"/>
                <a:gd name="connsiteX54" fmla="*/ 6524382 w 10687217"/>
                <a:gd name="connsiteY54" fmla="*/ 1438259 h 1450308"/>
                <a:gd name="connsiteX55" fmla="*/ 6403483 w 10687217"/>
                <a:gd name="connsiteY55" fmla="*/ 1450309 h 14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0687217" h="1450308">
                  <a:moveTo>
                    <a:pt x="6403483" y="1450309"/>
                  </a:moveTo>
                  <a:cubicBezTo>
                    <a:pt x="6372647" y="1450309"/>
                    <a:pt x="6342145" y="1447917"/>
                    <a:pt x="6312153" y="1443132"/>
                  </a:cubicBezTo>
                  <a:cubicBezTo>
                    <a:pt x="6165624" y="1419772"/>
                    <a:pt x="6041452" y="1354933"/>
                    <a:pt x="5931898" y="1297711"/>
                  </a:cubicBezTo>
                  <a:cubicBezTo>
                    <a:pt x="5746529" y="1200910"/>
                    <a:pt x="5584802" y="1090600"/>
                    <a:pt x="5407630" y="966850"/>
                  </a:cubicBezTo>
                  <a:cubicBezTo>
                    <a:pt x="5259728" y="863541"/>
                    <a:pt x="5116014" y="756503"/>
                    <a:pt x="4977031" y="652982"/>
                  </a:cubicBezTo>
                  <a:cubicBezTo>
                    <a:pt x="4947338" y="630871"/>
                    <a:pt x="4917681" y="608777"/>
                    <a:pt x="4887988" y="586719"/>
                  </a:cubicBezTo>
                  <a:cubicBezTo>
                    <a:pt x="4872913" y="575531"/>
                    <a:pt x="4857855" y="564309"/>
                    <a:pt x="4842780" y="553086"/>
                  </a:cubicBezTo>
                  <a:cubicBezTo>
                    <a:pt x="4697728" y="445097"/>
                    <a:pt x="4547734" y="333433"/>
                    <a:pt x="4387150" y="238848"/>
                  </a:cubicBezTo>
                  <a:cubicBezTo>
                    <a:pt x="4241676" y="153182"/>
                    <a:pt x="4120882" y="106251"/>
                    <a:pt x="4006983" y="91176"/>
                  </a:cubicBezTo>
                  <a:cubicBezTo>
                    <a:pt x="3592920" y="36381"/>
                    <a:pt x="3389274" y="162646"/>
                    <a:pt x="3107404" y="337408"/>
                  </a:cubicBezTo>
                  <a:cubicBezTo>
                    <a:pt x="2954682" y="432098"/>
                    <a:pt x="2781592" y="539400"/>
                    <a:pt x="2538666" y="644152"/>
                  </a:cubicBezTo>
                  <a:cubicBezTo>
                    <a:pt x="2256760" y="765703"/>
                    <a:pt x="1937193" y="858827"/>
                    <a:pt x="1561741" y="928820"/>
                  </a:cubicBezTo>
                  <a:cubicBezTo>
                    <a:pt x="1346327" y="968979"/>
                    <a:pt x="1129787" y="1034574"/>
                    <a:pt x="899756" y="1129369"/>
                  </a:cubicBezTo>
                  <a:cubicBezTo>
                    <a:pt x="631430" y="1239943"/>
                    <a:pt x="427591" y="1301633"/>
                    <a:pt x="247745" y="1356058"/>
                  </a:cubicBezTo>
                  <a:cubicBezTo>
                    <a:pt x="160267" y="1382532"/>
                    <a:pt x="77645" y="1407546"/>
                    <a:pt x="1566" y="1434424"/>
                  </a:cubicBezTo>
                  <a:lnTo>
                    <a:pt x="0" y="1429974"/>
                  </a:lnTo>
                  <a:cubicBezTo>
                    <a:pt x="76167" y="1403061"/>
                    <a:pt x="158843" y="1378029"/>
                    <a:pt x="246373" y="1351538"/>
                  </a:cubicBezTo>
                  <a:cubicBezTo>
                    <a:pt x="426113" y="1297130"/>
                    <a:pt x="629829" y="1235476"/>
                    <a:pt x="897944" y="1124989"/>
                  </a:cubicBezTo>
                  <a:cubicBezTo>
                    <a:pt x="1128275" y="1030071"/>
                    <a:pt x="1345131" y="964388"/>
                    <a:pt x="1560861" y="924158"/>
                  </a:cubicBezTo>
                  <a:cubicBezTo>
                    <a:pt x="2406192" y="766565"/>
                    <a:pt x="2810035" y="516181"/>
                    <a:pt x="3104905" y="333380"/>
                  </a:cubicBezTo>
                  <a:cubicBezTo>
                    <a:pt x="3246984" y="245287"/>
                    <a:pt x="3369696" y="169208"/>
                    <a:pt x="3507623" y="122786"/>
                  </a:cubicBezTo>
                  <a:cubicBezTo>
                    <a:pt x="3656686" y="72618"/>
                    <a:pt x="3815563" y="61078"/>
                    <a:pt x="4007582" y="86479"/>
                  </a:cubicBezTo>
                  <a:cubicBezTo>
                    <a:pt x="4122131" y="101642"/>
                    <a:pt x="4243506" y="148750"/>
                    <a:pt x="4389525" y="234767"/>
                  </a:cubicBezTo>
                  <a:cubicBezTo>
                    <a:pt x="4550320" y="329475"/>
                    <a:pt x="4700420" y="441210"/>
                    <a:pt x="4845577" y="549269"/>
                  </a:cubicBezTo>
                  <a:cubicBezTo>
                    <a:pt x="4860652" y="560491"/>
                    <a:pt x="4875727" y="571714"/>
                    <a:pt x="4890785" y="582902"/>
                  </a:cubicBezTo>
                  <a:cubicBezTo>
                    <a:pt x="4920478" y="604943"/>
                    <a:pt x="4950135" y="627036"/>
                    <a:pt x="4979828" y="649165"/>
                  </a:cubicBezTo>
                  <a:cubicBezTo>
                    <a:pt x="5118776" y="752668"/>
                    <a:pt x="5262473" y="859689"/>
                    <a:pt x="5410304" y="962945"/>
                  </a:cubicBezTo>
                  <a:cubicBezTo>
                    <a:pt x="5587335" y="1086589"/>
                    <a:pt x="5748939" y="1196829"/>
                    <a:pt x="5934062" y="1293489"/>
                  </a:cubicBezTo>
                  <a:cubicBezTo>
                    <a:pt x="6043299" y="1350535"/>
                    <a:pt x="6167119" y="1415198"/>
                    <a:pt x="6312874" y="1438435"/>
                  </a:cubicBezTo>
                  <a:cubicBezTo>
                    <a:pt x="6381108" y="1449306"/>
                    <a:pt x="6451945" y="1447705"/>
                    <a:pt x="6523468" y="1433668"/>
                  </a:cubicBezTo>
                  <a:cubicBezTo>
                    <a:pt x="6722522" y="1395075"/>
                    <a:pt x="6909070" y="1269320"/>
                    <a:pt x="7058959" y="1168262"/>
                  </a:cubicBezTo>
                  <a:cubicBezTo>
                    <a:pt x="7082689" y="1152255"/>
                    <a:pt x="7105116" y="1137144"/>
                    <a:pt x="7127123" y="1122650"/>
                  </a:cubicBezTo>
                  <a:cubicBezTo>
                    <a:pt x="7324400" y="992691"/>
                    <a:pt x="7508678" y="838527"/>
                    <a:pt x="7686871" y="689430"/>
                  </a:cubicBezTo>
                  <a:cubicBezTo>
                    <a:pt x="7842442" y="559278"/>
                    <a:pt x="8003325" y="424675"/>
                    <a:pt x="8174287" y="304619"/>
                  </a:cubicBezTo>
                  <a:cubicBezTo>
                    <a:pt x="8200849" y="285974"/>
                    <a:pt x="8229081" y="264812"/>
                    <a:pt x="8258968" y="242419"/>
                  </a:cubicBezTo>
                  <a:cubicBezTo>
                    <a:pt x="8341028" y="180940"/>
                    <a:pt x="8434046" y="111247"/>
                    <a:pt x="8533714" y="62345"/>
                  </a:cubicBezTo>
                  <a:cubicBezTo>
                    <a:pt x="8649231" y="5668"/>
                    <a:pt x="8751978" y="-12116"/>
                    <a:pt x="8847793" y="7973"/>
                  </a:cubicBezTo>
                  <a:cubicBezTo>
                    <a:pt x="8925349" y="24244"/>
                    <a:pt x="8991719" y="58739"/>
                    <a:pt x="9055889" y="92090"/>
                  </a:cubicBezTo>
                  <a:cubicBezTo>
                    <a:pt x="9099654" y="114853"/>
                    <a:pt x="9141009" y="136331"/>
                    <a:pt x="9184212" y="151371"/>
                  </a:cubicBezTo>
                  <a:cubicBezTo>
                    <a:pt x="9219974" y="163825"/>
                    <a:pt x="9267380" y="178443"/>
                    <a:pt x="9322280" y="195365"/>
                  </a:cubicBezTo>
                  <a:cubicBezTo>
                    <a:pt x="9529655" y="259306"/>
                    <a:pt x="9843066" y="355949"/>
                    <a:pt x="10120891" y="513155"/>
                  </a:cubicBezTo>
                  <a:cubicBezTo>
                    <a:pt x="10273964" y="599771"/>
                    <a:pt x="10398117" y="695270"/>
                    <a:pt x="10489869" y="796979"/>
                  </a:cubicBezTo>
                  <a:cubicBezTo>
                    <a:pt x="10598051" y="916893"/>
                    <a:pt x="10664438" y="1048946"/>
                    <a:pt x="10687217" y="1189441"/>
                  </a:cubicBezTo>
                  <a:lnTo>
                    <a:pt x="10682574" y="1190197"/>
                  </a:lnTo>
                  <a:cubicBezTo>
                    <a:pt x="10640673" y="931722"/>
                    <a:pt x="10450924" y="705297"/>
                    <a:pt x="10118586" y="517254"/>
                  </a:cubicBezTo>
                  <a:cubicBezTo>
                    <a:pt x="9841201" y="360294"/>
                    <a:pt x="9528107" y="263757"/>
                    <a:pt x="9320908" y="199868"/>
                  </a:cubicBezTo>
                  <a:cubicBezTo>
                    <a:pt x="9265973" y="182928"/>
                    <a:pt x="9218513" y="168293"/>
                    <a:pt x="9182681" y="155821"/>
                  </a:cubicBezTo>
                  <a:cubicBezTo>
                    <a:pt x="9139145" y="140676"/>
                    <a:pt x="9097649" y="119092"/>
                    <a:pt x="9053726" y="96259"/>
                  </a:cubicBezTo>
                  <a:cubicBezTo>
                    <a:pt x="8989836" y="63048"/>
                    <a:pt x="8923766" y="28694"/>
                    <a:pt x="8846843" y="12564"/>
                  </a:cubicBezTo>
                  <a:cubicBezTo>
                    <a:pt x="8633400" y="-32204"/>
                    <a:pt x="8427362" y="122153"/>
                    <a:pt x="8261817" y="246166"/>
                  </a:cubicBezTo>
                  <a:cubicBezTo>
                    <a:pt x="8231896" y="268594"/>
                    <a:pt x="8203628" y="289755"/>
                    <a:pt x="8177013" y="308454"/>
                  </a:cubicBezTo>
                  <a:cubicBezTo>
                    <a:pt x="8006210" y="428404"/>
                    <a:pt x="7845414" y="562936"/>
                    <a:pt x="7689914" y="693018"/>
                  </a:cubicBezTo>
                  <a:cubicBezTo>
                    <a:pt x="7511616" y="842186"/>
                    <a:pt x="7327232" y="996438"/>
                    <a:pt x="7129726" y="1126555"/>
                  </a:cubicBezTo>
                  <a:cubicBezTo>
                    <a:pt x="7107738" y="1141050"/>
                    <a:pt x="7085327" y="1156142"/>
                    <a:pt x="7061598" y="1172149"/>
                  </a:cubicBezTo>
                  <a:cubicBezTo>
                    <a:pt x="6911357" y="1273436"/>
                    <a:pt x="6724369" y="1399490"/>
                    <a:pt x="6524382" y="1438259"/>
                  </a:cubicBezTo>
                  <a:cubicBezTo>
                    <a:pt x="6483749" y="1446316"/>
                    <a:pt x="6443325" y="1450309"/>
                    <a:pt x="6403483" y="1450309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任意多边形: 形状 1392"/>
            <p:cNvSpPr/>
            <p:nvPr>
              <p:custDataLst>
                <p:tags r:id="rId13"/>
              </p:custDataLst>
            </p:nvPr>
          </p:nvSpPr>
          <p:spPr>
            <a:xfrm>
              <a:off x="1425255" y="3123031"/>
              <a:ext cx="10766041" cy="1560771"/>
            </a:xfrm>
            <a:custGeom>
              <a:avLst/>
              <a:gdLst>
                <a:gd name="connsiteX0" fmla="*/ 6520653 w 10766041"/>
                <a:gd name="connsiteY0" fmla="*/ 1560771 h 1560771"/>
                <a:gd name="connsiteX1" fmla="*/ 6424908 w 10766041"/>
                <a:gd name="connsiteY1" fmla="*/ 1552539 h 1560771"/>
                <a:gd name="connsiteX2" fmla="*/ 6038515 w 10766041"/>
                <a:gd name="connsiteY2" fmla="*/ 1390759 h 1560771"/>
                <a:gd name="connsiteX3" fmla="*/ 5513930 w 10766041"/>
                <a:gd name="connsiteY3" fmla="*/ 1026634 h 1560771"/>
                <a:gd name="connsiteX4" fmla="*/ 5132760 w 10766041"/>
                <a:gd name="connsiteY4" fmla="*/ 724007 h 1560771"/>
                <a:gd name="connsiteX5" fmla="*/ 4995396 w 10766041"/>
                <a:gd name="connsiteY5" fmla="*/ 613257 h 1560771"/>
                <a:gd name="connsiteX6" fmla="*/ 4965052 w 10766041"/>
                <a:gd name="connsiteY6" fmla="*/ 588894 h 1560771"/>
                <a:gd name="connsiteX7" fmla="*/ 4490970 w 10766041"/>
                <a:gd name="connsiteY7" fmla="*/ 239634 h 1560771"/>
                <a:gd name="connsiteX8" fmla="*/ 4101128 w 10766041"/>
                <a:gd name="connsiteY8" fmla="*/ 85875 h 1560771"/>
                <a:gd name="connsiteX9" fmla="*/ 3262517 w 10766041"/>
                <a:gd name="connsiteY9" fmla="*/ 373533 h 1560771"/>
                <a:gd name="connsiteX10" fmla="*/ 2686673 w 10766041"/>
                <a:gd name="connsiteY10" fmla="*/ 739434 h 1560771"/>
                <a:gd name="connsiteX11" fmla="*/ 1638224 w 10766041"/>
                <a:gd name="connsiteY11" fmla="*/ 1065580 h 1560771"/>
                <a:gd name="connsiteX12" fmla="*/ 952651 w 10766041"/>
                <a:gd name="connsiteY12" fmla="*/ 1259744 h 1560771"/>
                <a:gd name="connsiteX13" fmla="*/ 189995 w 10766041"/>
                <a:gd name="connsiteY13" fmla="*/ 1455087 h 1560771"/>
                <a:gd name="connsiteX14" fmla="*/ 967 w 10766041"/>
                <a:gd name="connsiteY14" fmla="*/ 1490039 h 1560771"/>
                <a:gd name="connsiteX15" fmla="*/ 0 w 10766041"/>
                <a:gd name="connsiteY15" fmla="*/ 1485484 h 1560771"/>
                <a:gd name="connsiteX16" fmla="*/ 189186 w 10766041"/>
                <a:gd name="connsiteY16" fmla="*/ 1450496 h 1560771"/>
                <a:gd name="connsiteX17" fmla="*/ 951015 w 10766041"/>
                <a:gd name="connsiteY17" fmla="*/ 1255364 h 1560771"/>
                <a:gd name="connsiteX18" fmla="*/ 1637362 w 10766041"/>
                <a:gd name="connsiteY18" fmla="*/ 1060989 h 1560771"/>
                <a:gd name="connsiteX19" fmla="*/ 3259702 w 10766041"/>
                <a:gd name="connsiteY19" fmla="*/ 369804 h 1560771"/>
                <a:gd name="connsiteX20" fmla="*/ 4101638 w 10766041"/>
                <a:gd name="connsiteY20" fmla="*/ 81249 h 1560771"/>
                <a:gd name="connsiteX21" fmla="*/ 4493397 w 10766041"/>
                <a:gd name="connsiteY21" fmla="*/ 235659 h 1560771"/>
                <a:gd name="connsiteX22" fmla="*/ 4967954 w 10766041"/>
                <a:gd name="connsiteY22" fmla="*/ 585253 h 1560771"/>
                <a:gd name="connsiteX23" fmla="*/ 4998298 w 10766041"/>
                <a:gd name="connsiteY23" fmla="*/ 609616 h 1560771"/>
                <a:gd name="connsiteX24" fmla="*/ 5135663 w 10766041"/>
                <a:gd name="connsiteY24" fmla="*/ 720383 h 1560771"/>
                <a:gd name="connsiteX25" fmla="*/ 5516744 w 10766041"/>
                <a:gd name="connsiteY25" fmla="*/ 1022940 h 1560771"/>
                <a:gd name="connsiteX26" fmla="*/ 6040819 w 10766041"/>
                <a:gd name="connsiteY26" fmla="*/ 1386730 h 1560771"/>
                <a:gd name="connsiteX27" fmla="*/ 6425700 w 10766041"/>
                <a:gd name="connsiteY27" fmla="*/ 1547948 h 1560771"/>
                <a:gd name="connsiteX28" fmla="*/ 6642239 w 10766041"/>
                <a:gd name="connsiteY28" fmla="*/ 1543339 h 1560771"/>
                <a:gd name="connsiteX29" fmla="*/ 7186086 w 10766041"/>
                <a:gd name="connsiteY29" fmla="*/ 1253940 h 1560771"/>
                <a:gd name="connsiteX30" fmla="*/ 7253563 w 10766041"/>
                <a:gd name="connsiteY30" fmla="*/ 1205196 h 1560771"/>
                <a:gd name="connsiteX31" fmla="*/ 7808703 w 10766041"/>
                <a:gd name="connsiteY31" fmla="*/ 742846 h 1560771"/>
                <a:gd name="connsiteX32" fmla="*/ 8301502 w 10766041"/>
                <a:gd name="connsiteY32" fmla="*/ 325212 h 1560771"/>
                <a:gd name="connsiteX33" fmla="*/ 8383368 w 10766041"/>
                <a:gd name="connsiteY33" fmla="*/ 260901 h 1560771"/>
                <a:gd name="connsiteX34" fmla="*/ 8662952 w 10766041"/>
                <a:gd name="connsiteY34" fmla="*/ 65945 h 1560771"/>
                <a:gd name="connsiteX35" fmla="*/ 8986635 w 10766041"/>
                <a:gd name="connsiteY35" fmla="*/ 10236 h 1560771"/>
                <a:gd name="connsiteX36" fmla="*/ 9198231 w 10766041"/>
                <a:gd name="connsiteY36" fmla="*/ 107652 h 1560771"/>
                <a:gd name="connsiteX37" fmla="*/ 9325323 w 10766041"/>
                <a:gd name="connsiteY37" fmla="*/ 174830 h 1560771"/>
                <a:gd name="connsiteX38" fmla="*/ 9495125 w 10766041"/>
                <a:gd name="connsiteY38" fmla="*/ 235272 h 1560771"/>
                <a:gd name="connsiteX39" fmla="*/ 10246187 w 10766041"/>
                <a:gd name="connsiteY39" fmla="*/ 557337 h 1560771"/>
                <a:gd name="connsiteX40" fmla="*/ 10584190 w 10766041"/>
                <a:gd name="connsiteY40" fmla="*/ 830781 h 1560771"/>
                <a:gd name="connsiteX41" fmla="*/ 10766041 w 10766041"/>
                <a:gd name="connsiteY41" fmla="*/ 1201696 h 1560771"/>
                <a:gd name="connsiteX42" fmla="*/ 10761450 w 10766041"/>
                <a:gd name="connsiteY42" fmla="*/ 1202470 h 1560771"/>
                <a:gd name="connsiteX43" fmla="*/ 10243795 w 10766041"/>
                <a:gd name="connsiteY43" fmla="*/ 561330 h 1560771"/>
                <a:gd name="connsiteX44" fmla="*/ 9493629 w 10766041"/>
                <a:gd name="connsiteY44" fmla="*/ 239669 h 1560771"/>
                <a:gd name="connsiteX45" fmla="*/ 9323582 w 10766041"/>
                <a:gd name="connsiteY45" fmla="*/ 179140 h 1560771"/>
                <a:gd name="connsiteX46" fmla="*/ 9195857 w 10766041"/>
                <a:gd name="connsiteY46" fmla="*/ 111645 h 1560771"/>
                <a:gd name="connsiteX47" fmla="*/ 8985527 w 10766041"/>
                <a:gd name="connsiteY47" fmla="*/ 14739 h 1560771"/>
                <a:gd name="connsiteX48" fmla="*/ 8386270 w 10766041"/>
                <a:gd name="connsiteY48" fmla="*/ 264507 h 1560771"/>
                <a:gd name="connsiteX49" fmla="*/ 8304281 w 10766041"/>
                <a:gd name="connsiteY49" fmla="*/ 328906 h 1560771"/>
                <a:gd name="connsiteX50" fmla="*/ 7811798 w 10766041"/>
                <a:gd name="connsiteY50" fmla="*/ 746277 h 1560771"/>
                <a:gd name="connsiteX51" fmla="*/ 7256255 w 10766041"/>
                <a:gd name="connsiteY51" fmla="*/ 1208960 h 1560771"/>
                <a:gd name="connsiteX52" fmla="*/ 7188830 w 10766041"/>
                <a:gd name="connsiteY52" fmla="*/ 1257669 h 1560771"/>
                <a:gd name="connsiteX53" fmla="*/ 6643206 w 10766041"/>
                <a:gd name="connsiteY53" fmla="*/ 1547860 h 1560771"/>
                <a:gd name="connsiteX54" fmla="*/ 6520653 w 10766041"/>
                <a:gd name="connsiteY54" fmla="*/ 1560771 h 156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0766041" h="1560771">
                  <a:moveTo>
                    <a:pt x="6520653" y="1560771"/>
                  </a:moveTo>
                  <a:cubicBezTo>
                    <a:pt x="6488339" y="1560771"/>
                    <a:pt x="6456360" y="1558027"/>
                    <a:pt x="6424908" y="1552539"/>
                  </a:cubicBezTo>
                  <a:cubicBezTo>
                    <a:pt x="6274016" y="1526206"/>
                    <a:pt x="6143425" y="1451112"/>
                    <a:pt x="6038515" y="1390759"/>
                  </a:cubicBezTo>
                  <a:cubicBezTo>
                    <a:pt x="5840428" y="1276842"/>
                    <a:pt x="5666967" y="1143911"/>
                    <a:pt x="5513930" y="1026634"/>
                  </a:cubicBezTo>
                  <a:cubicBezTo>
                    <a:pt x="5383601" y="926756"/>
                    <a:pt x="5256087" y="823692"/>
                    <a:pt x="5132760" y="724007"/>
                  </a:cubicBezTo>
                  <a:cubicBezTo>
                    <a:pt x="5087781" y="687647"/>
                    <a:pt x="5041254" y="650039"/>
                    <a:pt x="4995396" y="613257"/>
                  </a:cubicBezTo>
                  <a:cubicBezTo>
                    <a:pt x="4985281" y="605148"/>
                    <a:pt x="4975184" y="597021"/>
                    <a:pt x="4965052" y="588894"/>
                  </a:cubicBezTo>
                  <a:cubicBezTo>
                    <a:pt x="4815128" y="468452"/>
                    <a:pt x="4660085" y="343893"/>
                    <a:pt x="4490970" y="239634"/>
                  </a:cubicBezTo>
                  <a:cubicBezTo>
                    <a:pt x="4342523" y="148128"/>
                    <a:pt x="4218650" y="99261"/>
                    <a:pt x="4101128" y="85875"/>
                  </a:cubicBezTo>
                  <a:cubicBezTo>
                    <a:pt x="3706326" y="40896"/>
                    <a:pt x="3520165" y="180424"/>
                    <a:pt x="3262517" y="373533"/>
                  </a:cubicBezTo>
                  <a:cubicBezTo>
                    <a:pt x="3111010" y="487080"/>
                    <a:pt x="2939291" y="615772"/>
                    <a:pt x="2686673" y="739434"/>
                  </a:cubicBezTo>
                  <a:cubicBezTo>
                    <a:pt x="2393280" y="883043"/>
                    <a:pt x="2050318" y="989730"/>
                    <a:pt x="1638224" y="1065580"/>
                  </a:cubicBezTo>
                  <a:cubicBezTo>
                    <a:pt x="1420031" y="1105739"/>
                    <a:pt x="1195770" y="1169259"/>
                    <a:pt x="952651" y="1259744"/>
                  </a:cubicBezTo>
                  <a:cubicBezTo>
                    <a:pt x="634121" y="1378305"/>
                    <a:pt x="387871" y="1420874"/>
                    <a:pt x="189995" y="1455087"/>
                  </a:cubicBezTo>
                  <a:cubicBezTo>
                    <a:pt x="123503" y="1466592"/>
                    <a:pt x="60705" y="1477445"/>
                    <a:pt x="967" y="1490039"/>
                  </a:cubicBezTo>
                  <a:lnTo>
                    <a:pt x="0" y="1485484"/>
                  </a:lnTo>
                  <a:cubicBezTo>
                    <a:pt x="59825" y="1472872"/>
                    <a:pt x="122659" y="1462000"/>
                    <a:pt x="189186" y="1450496"/>
                  </a:cubicBezTo>
                  <a:cubicBezTo>
                    <a:pt x="386869" y="1416318"/>
                    <a:pt x="632890" y="1373784"/>
                    <a:pt x="951015" y="1255364"/>
                  </a:cubicBezTo>
                  <a:cubicBezTo>
                    <a:pt x="1194397" y="1164773"/>
                    <a:pt x="1418905" y="1101201"/>
                    <a:pt x="1637362" y="1060989"/>
                  </a:cubicBezTo>
                  <a:cubicBezTo>
                    <a:pt x="2565369" y="890185"/>
                    <a:pt x="2966679" y="589404"/>
                    <a:pt x="3259702" y="369804"/>
                  </a:cubicBezTo>
                  <a:cubicBezTo>
                    <a:pt x="3518213" y="176062"/>
                    <a:pt x="3705007" y="36059"/>
                    <a:pt x="4101638" y="81249"/>
                  </a:cubicBezTo>
                  <a:cubicBezTo>
                    <a:pt x="4219864" y="94723"/>
                    <a:pt x="4344335" y="143783"/>
                    <a:pt x="4493397" y="235659"/>
                  </a:cubicBezTo>
                  <a:cubicBezTo>
                    <a:pt x="4662776" y="340076"/>
                    <a:pt x="4817925" y="464705"/>
                    <a:pt x="4967954" y="585253"/>
                  </a:cubicBezTo>
                  <a:cubicBezTo>
                    <a:pt x="4978069" y="593380"/>
                    <a:pt x="4988183" y="601506"/>
                    <a:pt x="4998298" y="609616"/>
                  </a:cubicBezTo>
                  <a:cubicBezTo>
                    <a:pt x="5044157" y="646415"/>
                    <a:pt x="5090684" y="684024"/>
                    <a:pt x="5135663" y="720383"/>
                  </a:cubicBezTo>
                  <a:cubicBezTo>
                    <a:pt x="5258972" y="820051"/>
                    <a:pt x="5386468" y="923097"/>
                    <a:pt x="5516744" y="1022940"/>
                  </a:cubicBezTo>
                  <a:cubicBezTo>
                    <a:pt x="5669676" y="1140129"/>
                    <a:pt x="5842996" y="1272972"/>
                    <a:pt x="6040819" y="1386730"/>
                  </a:cubicBezTo>
                  <a:cubicBezTo>
                    <a:pt x="6145429" y="1446890"/>
                    <a:pt x="6275617" y="1521755"/>
                    <a:pt x="6425700" y="1547948"/>
                  </a:cubicBezTo>
                  <a:cubicBezTo>
                    <a:pt x="6495939" y="1560208"/>
                    <a:pt x="6568781" y="1558643"/>
                    <a:pt x="6642239" y="1543339"/>
                  </a:cubicBezTo>
                  <a:cubicBezTo>
                    <a:pt x="6846271" y="1501280"/>
                    <a:pt x="7034684" y="1364127"/>
                    <a:pt x="7186086" y="1253940"/>
                  </a:cubicBezTo>
                  <a:cubicBezTo>
                    <a:pt x="7209622" y="1236806"/>
                    <a:pt x="7231839" y="1220641"/>
                    <a:pt x="7253563" y="1205196"/>
                  </a:cubicBezTo>
                  <a:cubicBezTo>
                    <a:pt x="7450120" y="1065457"/>
                    <a:pt x="7632410" y="901460"/>
                    <a:pt x="7808703" y="742846"/>
                  </a:cubicBezTo>
                  <a:cubicBezTo>
                    <a:pt x="7965575" y="601718"/>
                    <a:pt x="8127777" y="455769"/>
                    <a:pt x="8301502" y="325212"/>
                  </a:cubicBezTo>
                  <a:cubicBezTo>
                    <a:pt x="8327043" y="306021"/>
                    <a:pt x="8354396" y="284103"/>
                    <a:pt x="8383368" y="260901"/>
                  </a:cubicBezTo>
                  <a:cubicBezTo>
                    <a:pt x="8466483" y="194321"/>
                    <a:pt x="8560680" y="118875"/>
                    <a:pt x="8662952" y="65945"/>
                  </a:cubicBezTo>
                  <a:cubicBezTo>
                    <a:pt x="8781829" y="4413"/>
                    <a:pt x="8887706" y="-13811"/>
                    <a:pt x="8986635" y="10236"/>
                  </a:cubicBezTo>
                  <a:cubicBezTo>
                    <a:pt x="9066514" y="29656"/>
                    <a:pt x="9133480" y="69305"/>
                    <a:pt x="9198231" y="107652"/>
                  </a:cubicBezTo>
                  <a:cubicBezTo>
                    <a:pt x="9241469" y="133264"/>
                    <a:pt x="9282315" y="157433"/>
                    <a:pt x="9325323" y="174830"/>
                  </a:cubicBezTo>
                  <a:cubicBezTo>
                    <a:pt x="9367453" y="191858"/>
                    <a:pt x="9426609" y="211981"/>
                    <a:pt x="9495125" y="235272"/>
                  </a:cubicBezTo>
                  <a:cubicBezTo>
                    <a:pt x="9692508" y="302397"/>
                    <a:pt x="9990791" y="403824"/>
                    <a:pt x="10246187" y="557337"/>
                  </a:cubicBezTo>
                  <a:cubicBezTo>
                    <a:pt x="10386366" y="641595"/>
                    <a:pt x="10500090" y="733594"/>
                    <a:pt x="10584190" y="830781"/>
                  </a:cubicBezTo>
                  <a:cubicBezTo>
                    <a:pt x="10682873" y="944803"/>
                    <a:pt x="10744053" y="1069591"/>
                    <a:pt x="10766041" y="1201696"/>
                  </a:cubicBezTo>
                  <a:lnTo>
                    <a:pt x="10761450" y="1202470"/>
                  </a:lnTo>
                  <a:cubicBezTo>
                    <a:pt x="10720957" y="959175"/>
                    <a:pt x="10546792" y="743462"/>
                    <a:pt x="10243795" y="561330"/>
                  </a:cubicBezTo>
                  <a:cubicBezTo>
                    <a:pt x="9988820" y="408063"/>
                    <a:pt x="9690820" y="306724"/>
                    <a:pt x="9493629" y="239669"/>
                  </a:cubicBezTo>
                  <a:cubicBezTo>
                    <a:pt x="9425062" y="216344"/>
                    <a:pt x="9365834" y="196203"/>
                    <a:pt x="9323582" y="179140"/>
                  </a:cubicBezTo>
                  <a:cubicBezTo>
                    <a:pt x="9280239" y="161620"/>
                    <a:pt x="9239253" y="137345"/>
                    <a:pt x="9195857" y="111645"/>
                  </a:cubicBezTo>
                  <a:cubicBezTo>
                    <a:pt x="9131387" y="73474"/>
                    <a:pt x="9064737" y="34001"/>
                    <a:pt x="8985527" y="14739"/>
                  </a:cubicBezTo>
                  <a:cubicBezTo>
                    <a:pt x="8765029" y="-38877"/>
                    <a:pt x="8546115" y="136483"/>
                    <a:pt x="8386270" y="264507"/>
                  </a:cubicBezTo>
                  <a:cubicBezTo>
                    <a:pt x="8357281" y="287726"/>
                    <a:pt x="8329893" y="309662"/>
                    <a:pt x="8304281" y="328906"/>
                  </a:cubicBezTo>
                  <a:cubicBezTo>
                    <a:pt x="8130715" y="459357"/>
                    <a:pt x="7968583" y="605218"/>
                    <a:pt x="7811798" y="746277"/>
                  </a:cubicBezTo>
                  <a:cubicBezTo>
                    <a:pt x="7635418" y="904961"/>
                    <a:pt x="7453022" y="1069063"/>
                    <a:pt x="7256255" y="1208960"/>
                  </a:cubicBezTo>
                  <a:cubicBezTo>
                    <a:pt x="7234565" y="1224387"/>
                    <a:pt x="7212349" y="1240553"/>
                    <a:pt x="7188830" y="1257669"/>
                  </a:cubicBezTo>
                  <a:cubicBezTo>
                    <a:pt x="7037076" y="1368137"/>
                    <a:pt x="6848206" y="1505607"/>
                    <a:pt x="6643206" y="1547860"/>
                  </a:cubicBezTo>
                  <a:cubicBezTo>
                    <a:pt x="6602045" y="1556479"/>
                    <a:pt x="6561094" y="1560771"/>
                    <a:pt x="6520653" y="156077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任意多边形: 形状 1393"/>
            <p:cNvSpPr/>
            <p:nvPr>
              <p:custDataLst>
                <p:tags r:id="rId14"/>
              </p:custDataLst>
            </p:nvPr>
          </p:nvSpPr>
          <p:spPr>
            <a:xfrm>
              <a:off x="1346397" y="3060537"/>
              <a:ext cx="10844846" cy="1671410"/>
            </a:xfrm>
            <a:custGeom>
              <a:avLst/>
              <a:gdLst>
                <a:gd name="connsiteX0" fmla="*/ 6637630 w 10844846"/>
                <a:gd name="connsiteY0" fmla="*/ 1671410 h 1671410"/>
                <a:gd name="connsiteX1" fmla="*/ 6537698 w 10844846"/>
                <a:gd name="connsiteY1" fmla="*/ 1662105 h 1671410"/>
                <a:gd name="connsiteX2" fmla="*/ 6145166 w 10844846"/>
                <a:gd name="connsiteY2" fmla="*/ 1483966 h 1671410"/>
                <a:gd name="connsiteX3" fmla="*/ 5620247 w 10844846"/>
                <a:gd name="connsiteY3" fmla="*/ 1086560 h 1671410"/>
                <a:gd name="connsiteX4" fmla="*/ 5279430 w 10844846"/>
                <a:gd name="connsiteY4" fmla="*/ 793484 h 1671410"/>
                <a:gd name="connsiteX5" fmla="*/ 5102804 w 10844846"/>
                <a:gd name="connsiteY5" fmla="*/ 639919 h 1671410"/>
                <a:gd name="connsiteX6" fmla="*/ 5084492 w 10844846"/>
                <a:gd name="connsiteY6" fmla="*/ 624123 h 1671410"/>
                <a:gd name="connsiteX7" fmla="*/ 4594789 w 10844846"/>
                <a:gd name="connsiteY7" fmla="*/ 240543 h 1671410"/>
                <a:gd name="connsiteX8" fmla="*/ 4195255 w 10844846"/>
                <a:gd name="connsiteY8" fmla="*/ 80698 h 1671410"/>
                <a:gd name="connsiteX9" fmla="*/ 3407005 w 10844846"/>
                <a:gd name="connsiteY9" fmla="*/ 408533 h 1671410"/>
                <a:gd name="connsiteX10" fmla="*/ 2828453 w 10844846"/>
                <a:gd name="connsiteY10" fmla="*/ 834928 h 1671410"/>
                <a:gd name="connsiteX11" fmla="*/ 1714673 w 10844846"/>
                <a:gd name="connsiteY11" fmla="*/ 1202482 h 1671410"/>
                <a:gd name="connsiteX12" fmla="*/ 1005528 w 10844846"/>
                <a:gd name="connsiteY12" fmla="*/ 1390261 h 1671410"/>
                <a:gd name="connsiteX13" fmla="*/ 535896 w 10844846"/>
                <a:gd name="connsiteY13" fmla="*/ 1502647 h 1671410"/>
                <a:gd name="connsiteX14" fmla="*/ 162976 w 10844846"/>
                <a:gd name="connsiteY14" fmla="*/ 1535313 h 1671410"/>
                <a:gd name="connsiteX15" fmla="*/ 387 w 10844846"/>
                <a:gd name="connsiteY15" fmla="*/ 1545761 h 1671410"/>
                <a:gd name="connsiteX16" fmla="*/ 0 w 10844846"/>
                <a:gd name="connsiteY16" fmla="*/ 1541188 h 1671410"/>
                <a:gd name="connsiteX17" fmla="*/ 162730 w 10844846"/>
                <a:gd name="connsiteY17" fmla="*/ 1530721 h 1671410"/>
                <a:gd name="connsiteX18" fmla="*/ 1004085 w 10844846"/>
                <a:gd name="connsiteY18" fmla="*/ 1385916 h 1671410"/>
                <a:gd name="connsiteX19" fmla="*/ 1713881 w 10844846"/>
                <a:gd name="connsiteY19" fmla="*/ 1197979 h 1671410"/>
                <a:gd name="connsiteX20" fmla="*/ 3403980 w 10844846"/>
                <a:gd name="connsiteY20" fmla="*/ 405120 h 1671410"/>
                <a:gd name="connsiteX21" fmla="*/ 3745535 w 10844846"/>
                <a:gd name="connsiteY21" fmla="*/ 147718 h 1671410"/>
                <a:gd name="connsiteX22" fmla="*/ 4195713 w 10844846"/>
                <a:gd name="connsiteY22" fmla="*/ 76142 h 1671410"/>
                <a:gd name="connsiteX23" fmla="*/ 4597287 w 10844846"/>
                <a:gd name="connsiteY23" fmla="*/ 236691 h 1671410"/>
                <a:gd name="connsiteX24" fmla="*/ 5087500 w 10844846"/>
                <a:gd name="connsiteY24" fmla="*/ 620657 h 1671410"/>
                <a:gd name="connsiteX25" fmla="*/ 5105811 w 10844846"/>
                <a:gd name="connsiteY25" fmla="*/ 636454 h 1671410"/>
                <a:gd name="connsiteX26" fmla="*/ 5282455 w 10844846"/>
                <a:gd name="connsiteY26" fmla="*/ 790037 h 1671410"/>
                <a:gd name="connsiteX27" fmla="*/ 5623185 w 10844846"/>
                <a:gd name="connsiteY27" fmla="*/ 1083060 h 1671410"/>
                <a:gd name="connsiteX28" fmla="*/ 6147594 w 10844846"/>
                <a:gd name="connsiteY28" fmla="*/ 1480096 h 1671410"/>
                <a:gd name="connsiteX29" fmla="*/ 6538543 w 10844846"/>
                <a:gd name="connsiteY29" fmla="*/ 1657602 h 1671410"/>
                <a:gd name="connsiteX30" fmla="*/ 6761028 w 10844846"/>
                <a:gd name="connsiteY30" fmla="*/ 1653134 h 1671410"/>
                <a:gd name="connsiteX31" fmla="*/ 7313881 w 10844846"/>
                <a:gd name="connsiteY31" fmla="*/ 1339125 h 1671410"/>
                <a:gd name="connsiteX32" fmla="*/ 7380004 w 10844846"/>
                <a:gd name="connsiteY32" fmla="*/ 1287849 h 1671410"/>
                <a:gd name="connsiteX33" fmla="*/ 7931362 w 10844846"/>
                <a:gd name="connsiteY33" fmla="*/ 796193 h 1671410"/>
                <a:gd name="connsiteX34" fmla="*/ 8428699 w 10844846"/>
                <a:gd name="connsiteY34" fmla="*/ 345911 h 1671410"/>
                <a:gd name="connsiteX35" fmla="*/ 8507609 w 10844846"/>
                <a:gd name="connsiteY35" fmla="*/ 279911 h 1671410"/>
                <a:gd name="connsiteX36" fmla="*/ 8792014 w 10844846"/>
                <a:gd name="connsiteY36" fmla="*/ 69810 h 1671410"/>
                <a:gd name="connsiteX37" fmla="*/ 9125442 w 10844846"/>
                <a:gd name="connsiteY37" fmla="*/ 12605 h 1671410"/>
                <a:gd name="connsiteX38" fmla="*/ 9340820 w 10844846"/>
                <a:gd name="connsiteY38" fmla="*/ 123619 h 1671410"/>
                <a:gd name="connsiteX39" fmla="*/ 9466417 w 10844846"/>
                <a:gd name="connsiteY39" fmla="*/ 198414 h 1671410"/>
                <a:gd name="connsiteX40" fmla="*/ 9660088 w 10844846"/>
                <a:gd name="connsiteY40" fmla="*/ 274563 h 1671410"/>
                <a:gd name="connsiteX41" fmla="*/ 10365118 w 10844846"/>
                <a:gd name="connsiteY41" fmla="*/ 598722 h 1671410"/>
                <a:gd name="connsiteX42" fmla="*/ 10676206 w 10844846"/>
                <a:gd name="connsiteY42" fmla="*/ 862457 h 1671410"/>
                <a:gd name="connsiteX43" fmla="*/ 10844846 w 10844846"/>
                <a:gd name="connsiteY43" fmla="*/ 1214074 h 1671410"/>
                <a:gd name="connsiteX44" fmla="*/ 10840326 w 10844846"/>
                <a:gd name="connsiteY44" fmla="*/ 1214848 h 1671410"/>
                <a:gd name="connsiteX45" fmla="*/ 10362672 w 10844846"/>
                <a:gd name="connsiteY45" fmla="*/ 602592 h 1671410"/>
                <a:gd name="connsiteX46" fmla="*/ 9658505 w 10844846"/>
                <a:gd name="connsiteY46" fmla="*/ 278873 h 1671410"/>
                <a:gd name="connsiteX47" fmla="*/ 9464499 w 10844846"/>
                <a:gd name="connsiteY47" fmla="*/ 202601 h 1671410"/>
                <a:gd name="connsiteX48" fmla="*/ 9338287 w 10844846"/>
                <a:gd name="connsiteY48" fmla="*/ 127471 h 1671410"/>
                <a:gd name="connsiteX49" fmla="*/ 9124228 w 10844846"/>
                <a:gd name="connsiteY49" fmla="*/ 17056 h 1671410"/>
                <a:gd name="connsiteX50" fmla="*/ 8510582 w 10844846"/>
                <a:gd name="connsiteY50" fmla="*/ 283429 h 1671410"/>
                <a:gd name="connsiteX51" fmla="*/ 8431566 w 10844846"/>
                <a:gd name="connsiteY51" fmla="*/ 349534 h 1671410"/>
                <a:gd name="connsiteX52" fmla="*/ 7934546 w 10844846"/>
                <a:gd name="connsiteY52" fmla="*/ 799553 h 1671410"/>
                <a:gd name="connsiteX53" fmla="*/ 7382783 w 10844846"/>
                <a:gd name="connsiteY53" fmla="*/ 1291543 h 1671410"/>
                <a:gd name="connsiteX54" fmla="*/ 7316713 w 10844846"/>
                <a:gd name="connsiteY54" fmla="*/ 1342784 h 1671410"/>
                <a:gd name="connsiteX55" fmla="*/ 6762013 w 10844846"/>
                <a:gd name="connsiteY55" fmla="*/ 1657654 h 1671410"/>
                <a:gd name="connsiteX56" fmla="*/ 6637630 w 10844846"/>
                <a:gd name="connsiteY56" fmla="*/ 1671410 h 167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10844846" h="1671410">
                  <a:moveTo>
                    <a:pt x="6637630" y="1671410"/>
                  </a:moveTo>
                  <a:cubicBezTo>
                    <a:pt x="6603909" y="1671410"/>
                    <a:pt x="6570540" y="1668314"/>
                    <a:pt x="6537698" y="1662105"/>
                  </a:cubicBezTo>
                  <a:cubicBezTo>
                    <a:pt x="6382304" y="1632764"/>
                    <a:pt x="6250814" y="1550265"/>
                    <a:pt x="6145166" y="1483966"/>
                  </a:cubicBezTo>
                  <a:cubicBezTo>
                    <a:pt x="5948732" y="1360727"/>
                    <a:pt x="5774217" y="1215077"/>
                    <a:pt x="5620247" y="1086560"/>
                  </a:cubicBezTo>
                  <a:cubicBezTo>
                    <a:pt x="5504149" y="989672"/>
                    <a:pt x="5389916" y="889933"/>
                    <a:pt x="5279430" y="793484"/>
                  </a:cubicBezTo>
                  <a:cubicBezTo>
                    <a:pt x="5221645" y="743035"/>
                    <a:pt x="5161890" y="690861"/>
                    <a:pt x="5102804" y="639919"/>
                  </a:cubicBezTo>
                  <a:lnTo>
                    <a:pt x="5084492" y="624123"/>
                  </a:lnTo>
                  <a:cubicBezTo>
                    <a:pt x="4930662" y="491437"/>
                    <a:pt x="4771591" y="354231"/>
                    <a:pt x="4594789" y="240543"/>
                  </a:cubicBezTo>
                  <a:cubicBezTo>
                    <a:pt x="4443299" y="143127"/>
                    <a:pt x="4316331" y="92343"/>
                    <a:pt x="4195255" y="80698"/>
                  </a:cubicBezTo>
                  <a:cubicBezTo>
                    <a:pt x="3815686" y="44215"/>
                    <a:pt x="3644266" y="197024"/>
                    <a:pt x="3407005" y="408533"/>
                  </a:cubicBezTo>
                  <a:cubicBezTo>
                    <a:pt x="3257961" y="541412"/>
                    <a:pt x="3089021" y="692005"/>
                    <a:pt x="2828453" y="834928"/>
                  </a:cubicBezTo>
                  <a:cubicBezTo>
                    <a:pt x="2525596" y="1001053"/>
                    <a:pt x="2161279" y="1121266"/>
                    <a:pt x="1714673" y="1202482"/>
                  </a:cubicBezTo>
                  <a:cubicBezTo>
                    <a:pt x="1491343" y="1243098"/>
                    <a:pt x="1266009" y="1302748"/>
                    <a:pt x="1005528" y="1390261"/>
                  </a:cubicBezTo>
                  <a:cubicBezTo>
                    <a:pt x="848462" y="1443015"/>
                    <a:pt x="694844" y="1479779"/>
                    <a:pt x="535896" y="1502647"/>
                  </a:cubicBezTo>
                  <a:cubicBezTo>
                    <a:pt x="397300" y="1522577"/>
                    <a:pt x="272812" y="1529349"/>
                    <a:pt x="162976" y="1535313"/>
                  </a:cubicBezTo>
                  <a:cubicBezTo>
                    <a:pt x="106071" y="1538409"/>
                    <a:pt x="52314" y="1541328"/>
                    <a:pt x="387" y="1545761"/>
                  </a:cubicBezTo>
                  <a:lnTo>
                    <a:pt x="0" y="1541188"/>
                  </a:lnTo>
                  <a:cubicBezTo>
                    <a:pt x="51998" y="1536737"/>
                    <a:pt x="105790" y="1533817"/>
                    <a:pt x="162730" y="1530721"/>
                  </a:cubicBezTo>
                  <a:cubicBezTo>
                    <a:pt x="380747" y="1518883"/>
                    <a:pt x="652081" y="1504142"/>
                    <a:pt x="1004085" y="1385916"/>
                  </a:cubicBezTo>
                  <a:cubicBezTo>
                    <a:pt x="1264795" y="1298350"/>
                    <a:pt x="1490323" y="1238631"/>
                    <a:pt x="1713881" y="1197979"/>
                  </a:cubicBezTo>
                  <a:cubicBezTo>
                    <a:pt x="2719743" y="1015072"/>
                    <a:pt x="3115214" y="662540"/>
                    <a:pt x="3403980" y="405120"/>
                  </a:cubicBezTo>
                  <a:cubicBezTo>
                    <a:pt x="3522540" y="299437"/>
                    <a:pt x="3624934" y="208159"/>
                    <a:pt x="3745535" y="147718"/>
                  </a:cubicBezTo>
                  <a:cubicBezTo>
                    <a:pt x="3876743" y="81982"/>
                    <a:pt x="4019789" y="59238"/>
                    <a:pt x="4195713" y="76142"/>
                  </a:cubicBezTo>
                  <a:cubicBezTo>
                    <a:pt x="4317544" y="87857"/>
                    <a:pt x="4445146" y="138870"/>
                    <a:pt x="4597287" y="236691"/>
                  </a:cubicBezTo>
                  <a:cubicBezTo>
                    <a:pt x="4774371" y="350555"/>
                    <a:pt x="4933565" y="487866"/>
                    <a:pt x="5087500" y="620657"/>
                  </a:cubicBezTo>
                  <a:lnTo>
                    <a:pt x="5105811" y="636454"/>
                  </a:lnTo>
                  <a:cubicBezTo>
                    <a:pt x="5164916" y="687413"/>
                    <a:pt x="5224671" y="739587"/>
                    <a:pt x="5282455" y="790037"/>
                  </a:cubicBezTo>
                  <a:cubicBezTo>
                    <a:pt x="5392907" y="886468"/>
                    <a:pt x="5507139" y="986189"/>
                    <a:pt x="5623185" y="1083060"/>
                  </a:cubicBezTo>
                  <a:cubicBezTo>
                    <a:pt x="5777049" y="1211471"/>
                    <a:pt x="5951424" y="1357015"/>
                    <a:pt x="6147594" y="1480096"/>
                  </a:cubicBezTo>
                  <a:cubicBezTo>
                    <a:pt x="6252926" y="1546183"/>
                    <a:pt x="6384010" y="1628419"/>
                    <a:pt x="6538543" y="1657602"/>
                  </a:cubicBezTo>
                  <a:cubicBezTo>
                    <a:pt x="6610787" y="1671235"/>
                    <a:pt x="6685635" y="1669739"/>
                    <a:pt x="6761028" y="1653134"/>
                  </a:cubicBezTo>
                  <a:cubicBezTo>
                    <a:pt x="6970356" y="1607521"/>
                    <a:pt x="7160826" y="1458706"/>
                    <a:pt x="7313881" y="1339125"/>
                  </a:cubicBezTo>
                  <a:cubicBezTo>
                    <a:pt x="7336960" y="1321095"/>
                    <a:pt x="7358772" y="1304050"/>
                    <a:pt x="7380004" y="1287849"/>
                  </a:cubicBezTo>
                  <a:cubicBezTo>
                    <a:pt x="7576050" y="1138224"/>
                    <a:pt x="7756688" y="964359"/>
                    <a:pt x="7931362" y="796193"/>
                  </a:cubicBezTo>
                  <a:cubicBezTo>
                    <a:pt x="8089272" y="644193"/>
                    <a:pt x="8252547" y="487004"/>
                    <a:pt x="8428699" y="345911"/>
                  </a:cubicBezTo>
                  <a:cubicBezTo>
                    <a:pt x="8453220" y="326280"/>
                    <a:pt x="8479641" y="303746"/>
                    <a:pt x="8507609" y="279911"/>
                  </a:cubicBezTo>
                  <a:cubicBezTo>
                    <a:pt x="8591763" y="208194"/>
                    <a:pt x="8687139" y="126891"/>
                    <a:pt x="8792014" y="69810"/>
                  </a:cubicBezTo>
                  <a:cubicBezTo>
                    <a:pt x="8914303" y="3247"/>
                    <a:pt x="9023364" y="-15469"/>
                    <a:pt x="9125442" y="12605"/>
                  </a:cubicBezTo>
                  <a:cubicBezTo>
                    <a:pt x="9207783" y="35244"/>
                    <a:pt x="9275419" y="80170"/>
                    <a:pt x="9340820" y="123619"/>
                  </a:cubicBezTo>
                  <a:cubicBezTo>
                    <a:pt x="9383442" y="151922"/>
                    <a:pt x="9423690" y="178660"/>
                    <a:pt x="9466417" y="198414"/>
                  </a:cubicBezTo>
                  <a:cubicBezTo>
                    <a:pt x="9512962" y="219927"/>
                    <a:pt x="9581142" y="245240"/>
                    <a:pt x="9660088" y="274563"/>
                  </a:cubicBezTo>
                  <a:cubicBezTo>
                    <a:pt x="9858193" y="348127"/>
                    <a:pt x="10129492" y="448886"/>
                    <a:pt x="10365118" y="598722"/>
                  </a:cubicBezTo>
                  <a:cubicBezTo>
                    <a:pt x="10494039" y="680711"/>
                    <a:pt x="10598702" y="769438"/>
                    <a:pt x="10676206" y="862457"/>
                  </a:cubicBezTo>
                  <a:cubicBezTo>
                    <a:pt x="10766780" y="971166"/>
                    <a:pt x="10823527" y="1089463"/>
                    <a:pt x="10844846" y="1214074"/>
                  </a:cubicBezTo>
                  <a:lnTo>
                    <a:pt x="10840326" y="1214848"/>
                  </a:lnTo>
                  <a:cubicBezTo>
                    <a:pt x="10801029" y="985151"/>
                    <a:pt x="10640321" y="779166"/>
                    <a:pt x="10362672" y="602592"/>
                  </a:cubicBezTo>
                  <a:cubicBezTo>
                    <a:pt x="10127469" y="453002"/>
                    <a:pt x="9856417" y="352349"/>
                    <a:pt x="9658505" y="278873"/>
                  </a:cubicBezTo>
                  <a:cubicBezTo>
                    <a:pt x="9579472" y="249515"/>
                    <a:pt x="9511203" y="224167"/>
                    <a:pt x="9464499" y="202601"/>
                  </a:cubicBezTo>
                  <a:cubicBezTo>
                    <a:pt x="9421456" y="182706"/>
                    <a:pt x="9381050" y="155880"/>
                    <a:pt x="9338287" y="127471"/>
                  </a:cubicBezTo>
                  <a:cubicBezTo>
                    <a:pt x="9273185" y="84234"/>
                    <a:pt x="9205866" y="39501"/>
                    <a:pt x="9124228" y="17056"/>
                  </a:cubicBezTo>
                  <a:cubicBezTo>
                    <a:pt x="8896554" y="-45567"/>
                    <a:pt x="8673471" y="144587"/>
                    <a:pt x="8510582" y="283429"/>
                  </a:cubicBezTo>
                  <a:cubicBezTo>
                    <a:pt x="8482578" y="307299"/>
                    <a:pt x="8456122" y="329851"/>
                    <a:pt x="8431566" y="349534"/>
                  </a:cubicBezTo>
                  <a:cubicBezTo>
                    <a:pt x="8255590" y="490505"/>
                    <a:pt x="8092385" y="647606"/>
                    <a:pt x="7934546" y="799553"/>
                  </a:cubicBezTo>
                  <a:cubicBezTo>
                    <a:pt x="7759766" y="967789"/>
                    <a:pt x="7579058" y="1141759"/>
                    <a:pt x="7382783" y="1291543"/>
                  </a:cubicBezTo>
                  <a:cubicBezTo>
                    <a:pt x="7361586" y="1307726"/>
                    <a:pt x="7339774" y="1324754"/>
                    <a:pt x="7316713" y="1342784"/>
                  </a:cubicBezTo>
                  <a:cubicBezTo>
                    <a:pt x="7163288" y="1462646"/>
                    <a:pt x="6972361" y="1611831"/>
                    <a:pt x="6762013" y="1657654"/>
                  </a:cubicBezTo>
                  <a:cubicBezTo>
                    <a:pt x="6720288" y="1666820"/>
                    <a:pt x="6678704" y="1671410"/>
                    <a:pt x="6637630" y="1671410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任意多边形: 形状 1394"/>
            <p:cNvSpPr/>
            <p:nvPr>
              <p:custDataLst>
                <p:tags r:id="rId15"/>
              </p:custDataLst>
            </p:nvPr>
          </p:nvSpPr>
          <p:spPr>
            <a:xfrm>
              <a:off x="1267380" y="2998087"/>
              <a:ext cx="10923775" cy="1782023"/>
            </a:xfrm>
            <a:custGeom>
              <a:avLst/>
              <a:gdLst>
                <a:gd name="connsiteX0" fmla="*/ 6754607 w 10923775"/>
                <a:gd name="connsiteY0" fmla="*/ 1782023 h 1782023"/>
                <a:gd name="connsiteX1" fmla="*/ 6650665 w 10923775"/>
                <a:gd name="connsiteY1" fmla="*/ 1771645 h 1782023"/>
                <a:gd name="connsiteX2" fmla="*/ 6251993 w 10923775"/>
                <a:gd name="connsiteY2" fmla="*/ 1577164 h 1782023"/>
                <a:gd name="connsiteX3" fmla="*/ 5726757 w 10923775"/>
                <a:gd name="connsiteY3" fmla="*/ 1146495 h 1782023"/>
                <a:gd name="connsiteX4" fmla="*/ 5419345 w 10923775"/>
                <a:gd name="connsiteY4" fmla="*/ 861581 h 1782023"/>
                <a:gd name="connsiteX5" fmla="*/ 5210405 w 10923775"/>
                <a:gd name="connsiteY5" fmla="*/ 666590 h 1782023"/>
                <a:gd name="connsiteX6" fmla="*/ 5201908 w 10923775"/>
                <a:gd name="connsiteY6" fmla="*/ 658762 h 1782023"/>
                <a:gd name="connsiteX7" fmla="*/ 4698784 w 10923775"/>
                <a:gd name="connsiteY7" fmla="*/ 241462 h 1782023"/>
                <a:gd name="connsiteX8" fmla="*/ 4289576 w 10923775"/>
                <a:gd name="connsiteY8" fmla="*/ 75530 h 1782023"/>
                <a:gd name="connsiteX9" fmla="*/ 3544458 w 10923775"/>
                <a:gd name="connsiteY9" fmla="*/ 442293 h 1782023"/>
                <a:gd name="connsiteX10" fmla="*/ 2966239 w 10923775"/>
                <a:gd name="connsiteY10" fmla="*/ 930307 h 1782023"/>
                <a:gd name="connsiteX11" fmla="*/ 1791315 w 10923775"/>
                <a:gd name="connsiteY11" fmla="*/ 1339375 h 1782023"/>
                <a:gd name="connsiteX12" fmla="*/ 1058599 w 10923775"/>
                <a:gd name="connsiteY12" fmla="*/ 1520751 h 1782023"/>
                <a:gd name="connsiteX13" fmla="*/ 551657 w 10923775"/>
                <a:gd name="connsiteY13" fmla="*/ 1612239 h 1782023"/>
                <a:gd name="connsiteX14" fmla="*/ 148148 w 10923775"/>
                <a:gd name="connsiteY14" fmla="*/ 1607912 h 1782023"/>
                <a:gd name="connsiteX15" fmla="*/ 0 w 10923775"/>
                <a:gd name="connsiteY15" fmla="*/ 1601403 h 1782023"/>
                <a:gd name="connsiteX16" fmla="*/ 123 w 10923775"/>
                <a:gd name="connsiteY16" fmla="*/ 1596883 h 1782023"/>
                <a:gd name="connsiteX17" fmla="*/ 148394 w 10923775"/>
                <a:gd name="connsiteY17" fmla="*/ 1603391 h 1782023"/>
                <a:gd name="connsiteX18" fmla="*/ 1057297 w 10923775"/>
                <a:gd name="connsiteY18" fmla="*/ 1516424 h 1782023"/>
                <a:gd name="connsiteX19" fmla="*/ 1790523 w 10923775"/>
                <a:gd name="connsiteY19" fmla="*/ 1334925 h 1782023"/>
                <a:gd name="connsiteX20" fmla="*/ 3541186 w 10923775"/>
                <a:gd name="connsiteY20" fmla="*/ 439161 h 1782023"/>
                <a:gd name="connsiteX21" fmla="*/ 3858801 w 10923775"/>
                <a:gd name="connsiteY21" fmla="*/ 158592 h 1782023"/>
                <a:gd name="connsiteX22" fmla="*/ 4289927 w 10923775"/>
                <a:gd name="connsiteY22" fmla="*/ 71009 h 1782023"/>
                <a:gd name="connsiteX23" fmla="*/ 4701300 w 10923775"/>
                <a:gd name="connsiteY23" fmla="*/ 237697 h 1782023"/>
                <a:gd name="connsiteX24" fmla="*/ 5204969 w 10923775"/>
                <a:gd name="connsiteY24" fmla="*/ 655437 h 1782023"/>
                <a:gd name="connsiteX25" fmla="*/ 5213466 w 10923775"/>
                <a:gd name="connsiteY25" fmla="*/ 663265 h 1782023"/>
                <a:gd name="connsiteX26" fmla="*/ 5422441 w 10923775"/>
                <a:gd name="connsiteY26" fmla="*/ 858274 h 1782023"/>
                <a:gd name="connsiteX27" fmla="*/ 5729783 w 10923775"/>
                <a:gd name="connsiteY27" fmla="*/ 1143135 h 1782023"/>
                <a:gd name="connsiteX28" fmla="*/ 6254526 w 10923775"/>
                <a:gd name="connsiteY28" fmla="*/ 1573417 h 1782023"/>
                <a:gd name="connsiteX29" fmla="*/ 6651562 w 10923775"/>
                <a:gd name="connsiteY29" fmla="*/ 1767212 h 1782023"/>
                <a:gd name="connsiteX30" fmla="*/ 6879993 w 10923775"/>
                <a:gd name="connsiteY30" fmla="*/ 1762902 h 1782023"/>
                <a:gd name="connsiteX31" fmla="*/ 7442345 w 10923775"/>
                <a:gd name="connsiteY31" fmla="*/ 1423739 h 1782023"/>
                <a:gd name="connsiteX32" fmla="*/ 7506621 w 10923775"/>
                <a:gd name="connsiteY32" fmla="*/ 1370493 h 1782023"/>
                <a:gd name="connsiteX33" fmla="*/ 8054865 w 10923775"/>
                <a:gd name="connsiteY33" fmla="*/ 849408 h 1782023"/>
                <a:gd name="connsiteX34" fmla="*/ 8556071 w 10923775"/>
                <a:gd name="connsiteY34" fmla="*/ 366618 h 1782023"/>
                <a:gd name="connsiteX35" fmla="*/ 8631922 w 10923775"/>
                <a:gd name="connsiteY35" fmla="*/ 299334 h 1782023"/>
                <a:gd name="connsiteX36" fmla="*/ 9264407 w 10923775"/>
                <a:gd name="connsiteY36" fmla="*/ 14983 h 1782023"/>
                <a:gd name="connsiteX37" fmla="*/ 9483867 w 10923775"/>
                <a:gd name="connsiteY37" fmla="*/ 139929 h 1782023"/>
                <a:gd name="connsiteX38" fmla="*/ 9607651 w 10923775"/>
                <a:gd name="connsiteY38" fmla="*/ 221971 h 1782023"/>
                <a:gd name="connsiteX39" fmla="*/ 9819002 w 10923775"/>
                <a:gd name="connsiteY39" fmla="*/ 313073 h 1782023"/>
                <a:gd name="connsiteX40" fmla="*/ 10923775 w 10923775"/>
                <a:gd name="connsiteY40" fmla="*/ 1226408 h 1782023"/>
                <a:gd name="connsiteX41" fmla="*/ 10919325 w 10923775"/>
                <a:gd name="connsiteY41" fmla="*/ 1227200 h 1782023"/>
                <a:gd name="connsiteX42" fmla="*/ 9817313 w 10923775"/>
                <a:gd name="connsiteY42" fmla="*/ 317259 h 1782023"/>
                <a:gd name="connsiteX43" fmla="*/ 9605558 w 10923775"/>
                <a:gd name="connsiteY43" fmla="*/ 225964 h 1782023"/>
                <a:gd name="connsiteX44" fmla="*/ 9481175 w 10923775"/>
                <a:gd name="connsiteY44" fmla="*/ 143553 h 1782023"/>
                <a:gd name="connsiteX45" fmla="*/ 9263071 w 10923775"/>
                <a:gd name="connsiteY45" fmla="*/ 19293 h 1782023"/>
                <a:gd name="connsiteX46" fmla="*/ 8634930 w 10923775"/>
                <a:gd name="connsiteY46" fmla="*/ 302677 h 1782023"/>
                <a:gd name="connsiteX47" fmla="*/ 8558974 w 10923775"/>
                <a:gd name="connsiteY47" fmla="*/ 370048 h 1782023"/>
                <a:gd name="connsiteX48" fmla="*/ 8058084 w 10923775"/>
                <a:gd name="connsiteY48" fmla="*/ 852557 h 1782023"/>
                <a:gd name="connsiteX49" fmla="*/ 7509453 w 10923775"/>
                <a:gd name="connsiteY49" fmla="*/ 1373993 h 1782023"/>
                <a:gd name="connsiteX50" fmla="*/ 7445212 w 10923775"/>
                <a:gd name="connsiteY50" fmla="*/ 1427204 h 1782023"/>
                <a:gd name="connsiteX51" fmla="*/ 6880978 w 10923775"/>
                <a:gd name="connsiteY51" fmla="*/ 1767300 h 1782023"/>
                <a:gd name="connsiteX52" fmla="*/ 6754607 w 10923775"/>
                <a:gd name="connsiteY52" fmla="*/ 1782023 h 178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0923775" h="1782023">
                  <a:moveTo>
                    <a:pt x="6754607" y="1782023"/>
                  </a:moveTo>
                  <a:cubicBezTo>
                    <a:pt x="6719550" y="1782023"/>
                    <a:pt x="6684844" y="1778575"/>
                    <a:pt x="6650665" y="1771645"/>
                  </a:cubicBezTo>
                  <a:cubicBezTo>
                    <a:pt x="6490679" y="1739261"/>
                    <a:pt x="6358328" y="1649373"/>
                    <a:pt x="6251993" y="1577164"/>
                  </a:cubicBezTo>
                  <a:cubicBezTo>
                    <a:pt x="6056738" y="1444549"/>
                    <a:pt x="5888995" y="1293024"/>
                    <a:pt x="5726757" y="1146495"/>
                  </a:cubicBezTo>
                  <a:cubicBezTo>
                    <a:pt x="5622340" y="1052174"/>
                    <a:pt x="5519154" y="955286"/>
                    <a:pt x="5419345" y="861581"/>
                  </a:cubicBezTo>
                  <a:cubicBezTo>
                    <a:pt x="5351076" y="797481"/>
                    <a:pt x="5280485" y="731200"/>
                    <a:pt x="5210405" y="666590"/>
                  </a:cubicBezTo>
                  <a:lnTo>
                    <a:pt x="5201908" y="658762"/>
                  </a:lnTo>
                  <a:cubicBezTo>
                    <a:pt x="5044931" y="514027"/>
                    <a:pt x="4882605" y="364384"/>
                    <a:pt x="4698784" y="241462"/>
                  </a:cubicBezTo>
                  <a:cubicBezTo>
                    <a:pt x="4544199" y="138082"/>
                    <a:pt x="4414169" y="85363"/>
                    <a:pt x="4289576" y="75530"/>
                  </a:cubicBezTo>
                  <a:cubicBezTo>
                    <a:pt x="3922461" y="46558"/>
                    <a:pt x="3763917" y="212560"/>
                    <a:pt x="3544458" y="442293"/>
                  </a:cubicBezTo>
                  <a:cubicBezTo>
                    <a:pt x="3398720" y="594855"/>
                    <a:pt x="3233545" y="767770"/>
                    <a:pt x="2966239" y="930307"/>
                  </a:cubicBezTo>
                  <a:cubicBezTo>
                    <a:pt x="2655327" y="1119353"/>
                    <a:pt x="2271009" y="1253164"/>
                    <a:pt x="1791315" y="1339375"/>
                  </a:cubicBezTo>
                  <a:cubicBezTo>
                    <a:pt x="1567070" y="1379675"/>
                    <a:pt x="1334242" y="1437319"/>
                    <a:pt x="1058599" y="1520751"/>
                  </a:cubicBezTo>
                  <a:cubicBezTo>
                    <a:pt x="889307" y="1571992"/>
                    <a:pt x="723499" y="1601914"/>
                    <a:pt x="551657" y="1612239"/>
                  </a:cubicBezTo>
                  <a:cubicBezTo>
                    <a:pt x="401838" y="1621246"/>
                    <a:pt x="267060" y="1614157"/>
                    <a:pt x="148148" y="1607912"/>
                  </a:cubicBezTo>
                  <a:cubicBezTo>
                    <a:pt x="96449" y="1605203"/>
                    <a:pt x="47600" y="1602635"/>
                    <a:pt x="0" y="1601403"/>
                  </a:cubicBezTo>
                  <a:lnTo>
                    <a:pt x="123" y="1596883"/>
                  </a:lnTo>
                  <a:cubicBezTo>
                    <a:pt x="47793" y="1598097"/>
                    <a:pt x="96660" y="1600665"/>
                    <a:pt x="148394" y="1603391"/>
                  </a:cubicBezTo>
                  <a:cubicBezTo>
                    <a:pt x="384371" y="1615793"/>
                    <a:pt x="678027" y="1631220"/>
                    <a:pt x="1057297" y="1516424"/>
                  </a:cubicBezTo>
                  <a:cubicBezTo>
                    <a:pt x="1333116" y="1432939"/>
                    <a:pt x="1566103" y="1375277"/>
                    <a:pt x="1790523" y="1334925"/>
                  </a:cubicBezTo>
                  <a:cubicBezTo>
                    <a:pt x="2871074" y="1140690"/>
                    <a:pt x="3258383" y="735228"/>
                    <a:pt x="3541186" y="439161"/>
                  </a:cubicBezTo>
                  <a:cubicBezTo>
                    <a:pt x="3650582" y="324630"/>
                    <a:pt x="3745060" y="225736"/>
                    <a:pt x="3858801" y="158592"/>
                  </a:cubicBezTo>
                  <a:cubicBezTo>
                    <a:pt x="3982779" y="85416"/>
                    <a:pt x="4119774" y="57588"/>
                    <a:pt x="4289927" y="71009"/>
                  </a:cubicBezTo>
                  <a:cubicBezTo>
                    <a:pt x="4415330" y="80895"/>
                    <a:pt x="4546046" y="133860"/>
                    <a:pt x="4701300" y="237697"/>
                  </a:cubicBezTo>
                  <a:cubicBezTo>
                    <a:pt x="4885402" y="360813"/>
                    <a:pt x="5047868" y="510597"/>
                    <a:pt x="5204969" y="655437"/>
                  </a:cubicBezTo>
                  <a:lnTo>
                    <a:pt x="5213466" y="663265"/>
                  </a:lnTo>
                  <a:cubicBezTo>
                    <a:pt x="5283564" y="727875"/>
                    <a:pt x="5354155" y="794174"/>
                    <a:pt x="5422441" y="858274"/>
                  </a:cubicBezTo>
                  <a:cubicBezTo>
                    <a:pt x="5522215" y="951961"/>
                    <a:pt x="5625401" y="1048850"/>
                    <a:pt x="5729783" y="1143135"/>
                  </a:cubicBezTo>
                  <a:cubicBezTo>
                    <a:pt x="5891897" y="1289576"/>
                    <a:pt x="6059535" y="1440995"/>
                    <a:pt x="6254526" y="1573417"/>
                  </a:cubicBezTo>
                  <a:cubicBezTo>
                    <a:pt x="6360527" y="1645415"/>
                    <a:pt x="6492456" y="1735004"/>
                    <a:pt x="6651562" y="1767212"/>
                  </a:cubicBezTo>
                  <a:cubicBezTo>
                    <a:pt x="6725829" y="1782234"/>
                    <a:pt x="6802682" y="1780792"/>
                    <a:pt x="6879993" y="1762902"/>
                  </a:cubicBezTo>
                  <a:cubicBezTo>
                    <a:pt x="7094861" y="1713684"/>
                    <a:pt x="7287530" y="1552907"/>
                    <a:pt x="7442345" y="1423739"/>
                  </a:cubicBezTo>
                  <a:cubicBezTo>
                    <a:pt x="7464825" y="1404988"/>
                    <a:pt x="7486039" y="1387274"/>
                    <a:pt x="7506621" y="1370493"/>
                  </a:cubicBezTo>
                  <a:cubicBezTo>
                    <a:pt x="7702333" y="1210894"/>
                    <a:pt x="7881563" y="1027125"/>
                    <a:pt x="8054865" y="849408"/>
                  </a:cubicBezTo>
                  <a:cubicBezTo>
                    <a:pt x="8213619" y="686608"/>
                    <a:pt x="8377792" y="518266"/>
                    <a:pt x="8556071" y="366618"/>
                  </a:cubicBezTo>
                  <a:cubicBezTo>
                    <a:pt x="8579538" y="346653"/>
                    <a:pt x="8604991" y="323662"/>
                    <a:pt x="8631922" y="299334"/>
                  </a:cubicBezTo>
                  <a:cubicBezTo>
                    <a:pt x="8798662" y="148724"/>
                    <a:pt x="9027005" y="-57525"/>
                    <a:pt x="9264407" y="14983"/>
                  </a:cubicBezTo>
                  <a:cubicBezTo>
                    <a:pt x="9349352" y="40930"/>
                    <a:pt x="9417744" y="91256"/>
                    <a:pt x="9483867" y="139929"/>
                  </a:cubicBezTo>
                  <a:cubicBezTo>
                    <a:pt x="9525767" y="170765"/>
                    <a:pt x="9565363" y="199895"/>
                    <a:pt x="9607651" y="221971"/>
                  </a:cubicBezTo>
                  <a:cubicBezTo>
                    <a:pt x="9657221" y="247847"/>
                    <a:pt x="9732193" y="278067"/>
                    <a:pt x="9819002" y="313073"/>
                  </a:cubicBezTo>
                  <a:cubicBezTo>
                    <a:pt x="10199045" y="466321"/>
                    <a:pt x="10835136" y="722809"/>
                    <a:pt x="10923775" y="1226408"/>
                  </a:cubicBezTo>
                  <a:lnTo>
                    <a:pt x="10919325" y="1227200"/>
                  </a:lnTo>
                  <a:cubicBezTo>
                    <a:pt x="10831108" y="726063"/>
                    <a:pt x="10196494" y="470156"/>
                    <a:pt x="9817313" y="317259"/>
                  </a:cubicBezTo>
                  <a:cubicBezTo>
                    <a:pt x="9730398" y="282201"/>
                    <a:pt x="9655322" y="251946"/>
                    <a:pt x="9605558" y="225964"/>
                  </a:cubicBezTo>
                  <a:cubicBezTo>
                    <a:pt x="9562954" y="203730"/>
                    <a:pt x="9523235" y="174494"/>
                    <a:pt x="9481175" y="143553"/>
                  </a:cubicBezTo>
                  <a:cubicBezTo>
                    <a:pt x="9415352" y="95108"/>
                    <a:pt x="9347276" y="45010"/>
                    <a:pt x="9263071" y="19293"/>
                  </a:cubicBezTo>
                  <a:cubicBezTo>
                    <a:pt x="9028113" y="-52476"/>
                    <a:pt x="8800861" y="152805"/>
                    <a:pt x="8634930" y="302677"/>
                  </a:cubicBezTo>
                  <a:cubicBezTo>
                    <a:pt x="8607963" y="327039"/>
                    <a:pt x="8582492" y="350048"/>
                    <a:pt x="8558974" y="370048"/>
                  </a:cubicBezTo>
                  <a:cubicBezTo>
                    <a:pt x="8380852" y="521573"/>
                    <a:pt x="8216768" y="689844"/>
                    <a:pt x="8058084" y="852557"/>
                  </a:cubicBezTo>
                  <a:cubicBezTo>
                    <a:pt x="7884676" y="1030362"/>
                    <a:pt x="7705376" y="1214236"/>
                    <a:pt x="7509453" y="1373993"/>
                  </a:cubicBezTo>
                  <a:cubicBezTo>
                    <a:pt x="7488889" y="1390757"/>
                    <a:pt x="7467675" y="1408471"/>
                    <a:pt x="7445212" y="1427204"/>
                  </a:cubicBezTo>
                  <a:cubicBezTo>
                    <a:pt x="7290028" y="1556688"/>
                    <a:pt x="7096884" y="1717836"/>
                    <a:pt x="6880978" y="1767300"/>
                  </a:cubicBezTo>
                  <a:cubicBezTo>
                    <a:pt x="6838637" y="1777116"/>
                    <a:pt x="6796385" y="1782023"/>
                    <a:pt x="6754607" y="1782023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任意多边形: 形状 1395"/>
            <p:cNvSpPr/>
            <p:nvPr>
              <p:custDataLst>
                <p:tags r:id="rId16"/>
              </p:custDataLst>
            </p:nvPr>
          </p:nvSpPr>
          <p:spPr>
            <a:xfrm>
              <a:off x="1188029" y="2935363"/>
              <a:ext cx="11003126" cy="1892928"/>
            </a:xfrm>
            <a:custGeom>
              <a:avLst/>
              <a:gdLst>
                <a:gd name="connsiteX0" fmla="*/ 6871796 w 11003126"/>
                <a:gd name="connsiteY0" fmla="*/ 1892928 h 1892928"/>
                <a:gd name="connsiteX1" fmla="*/ 6763948 w 11003126"/>
                <a:gd name="connsiteY1" fmla="*/ 1881477 h 1892928"/>
                <a:gd name="connsiteX2" fmla="*/ 6359155 w 11003126"/>
                <a:gd name="connsiteY2" fmla="*/ 1670637 h 1892928"/>
                <a:gd name="connsiteX3" fmla="*/ 5835625 w 11003126"/>
                <a:gd name="connsiteY3" fmla="*/ 1208656 h 1892928"/>
                <a:gd name="connsiteX4" fmla="*/ 5833602 w 11003126"/>
                <a:gd name="connsiteY4" fmla="*/ 1206686 h 1892928"/>
                <a:gd name="connsiteX5" fmla="*/ 5553983 w 11003126"/>
                <a:gd name="connsiteY5" fmla="*/ 928597 h 1892928"/>
                <a:gd name="connsiteX6" fmla="*/ 5318358 w 11003126"/>
                <a:gd name="connsiteY6" fmla="*/ 693518 h 1892928"/>
                <a:gd name="connsiteX7" fmla="*/ 5318006 w 11003126"/>
                <a:gd name="connsiteY7" fmla="*/ 693166 h 1892928"/>
                <a:gd name="connsiteX8" fmla="*/ 4803131 w 11003126"/>
                <a:gd name="connsiteY8" fmla="*/ 242619 h 1892928"/>
                <a:gd name="connsiteX9" fmla="*/ 4384230 w 11003126"/>
                <a:gd name="connsiteY9" fmla="*/ 70584 h 1892928"/>
                <a:gd name="connsiteX10" fmla="*/ 3677055 w 11003126"/>
                <a:gd name="connsiteY10" fmla="*/ 475113 h 1892928"/>
                <a:gd name="connsiteX11" fmla="*/ 3101440 w 11003126"/>
                <a:gd name="connsiteY11" fmla="*/ 1025697 h 1892928"/>
                <a:gd name="connsiteX12" fmla="*/ 1868308 w 11003126"/>
                <a:gd name="connsiteY12" fmla="*/ 1476508 h 1892928"/>
                <a:gd name="connsiteX13" fmla="*/ 1112021 w 11003126"/>
                <a:gd name="connsiteY13" fmla="*/ 1651481 h 1892928"/>
                <a:gd name="connsiteX14" fmla="*/ 571534 w 11003126"/>
                <a:gd name="connsiteY14" fmla="*/ 1719943 h 1892928"/>
                <a:gd name="connsiteX15" fmla="*/ 139581 w 11003126"/>
                <a:gd name="connsiteY15" fmla="*/ 1676952 h 1892928"/>
                <a:gd name="connsiteX16" fmla="*/ 0 w 11003126"/>
                <a:gd name="connsiteY16" fmla="*/ 1657268 h 1892928"/>
                <a:gd name="connsiteX17" fmla="*/ 545 w 11003126"/>
                <a:gd name="connsiteY17" fmla="*/ 1652835 h 1892928"/>
                <a:gd name="connsiteX18" fmla="*/ 140232 w 11003126"/>
                <a:gd name="connsiteY18" fmla="*/ 1672519 h 1892928"/>
                <a:gd name="connsiteX19" fmla="*/ 1110842 w 11003126"/>
                <a:gd name="connsiteY19" fmla="*/ 1647153 h 1892928"/>
                <a:gd name="connsiteX20" fmla="*/ 1867517 w 11003126"/>
                <a:gd name="connsiteY20" fmla="*/ 1472092 h 1892928"/>
                <a:gd name="connsiteX21" fmla="*/ 3673590 w 11003126"/>
                <a:gd name="connsiteY21" fmla="*/ 472264 h 1892928"/>
                <a:gd name="connsiteX22" fmla="*/ 3969938 w 11003126"/>
                <a:gd name="connsiteY22" fmla="*/ 168880 h 1892928"/>
                <a:gd name="connsiteX23" fmla="*/ 4384476 w 11003126"/>
                <a:gd name="connsiteY23" fmla="*/ 66116 h 1892928"/>
                <a:gd name="connsiteX24" fmla="*/ 4805647 w 11003126"/>
                <a:gd name="connsiteY24" fmla="*/ 238925 h 1892928"/>
                <a:gd name="connsiteX25" fmla="*/ 5321102 w 11003126"/>
                <a:gd name="connsiteY25" fmla="*/ 689964 h 1892928"/>
                <a:gd name="connsiteX26" fmla="*/ 5321454 w 11003126"/>
                <a:gd name="connsiteY26" fmla="*/ 690299 h 1892928"/>
                <a:gd name="connsiteX27" fmla="*/ 5557114 w 11003126"/>
                <a:gd name="connsiteY27" fmla="*/ 925413 h 1892928"/>
                <a:gd name="connsiteX28" fmla="*/ 5836681 w 11003126"/>
                <a:gd name="connsiteY28" fmla="*/ 1203450 h 1892928"/>
                <a:gd name="connsiteX29" fmla="*/ 5838704 w 11003126"/>
                <a:gd name="connsiteY29" fmla="*/ 1205420 h 1892928"/>
                <a:gd name="connsiteX30" fmla="*/ 6361758 w 11003126"/>
                <a:gd name="connsiteY30" fmla="*/ 1666995 h 1892928"/>
                <a:gd name="connsiteX31" fmla="*/ 6764863 w 11003126"/>
                <a:gd name="connsiteY31" fmla="*/ 1877079 h 1892928"/>
                <a:gd name="connsiteX32" fmla="*/ 6999257 w 11003126"/>
                <a:gd name="connsiteY32" fmla="*/ 1872910 h 1892928"/>
                <a:gd name="connsiteX33" fmla="*/ 7571495 w 11003126"/>
                <a:gd name="connsiteY33" fmla="*/ 1508047 h 1892928"/>
                <a:gd name="connsiteX34" fmla="*/ 7633572 w 11003126"/>
                <a:gd name="connsiteY34" fmla="*/ 1453358 h 1892928"/>
                <a:gd name="connsiteX35" fmla="*/ 8179248 w 11003126"/>
                <a:gd name="connsiteY35" fmla="*/ 902704 h 1892928"/>
                <a:gd name="connsiteX36" fmla="*/ 8683779 w 11003126"/>
                <a:gd name="connsiteY36" fmla="*/ 387513 h 1892928"/>
                <a:gd name="connsiteX37" fmla="*/ 8756498 w 11003126"/>
                <a:gd name="connsiteY37" fmla="*/ 319349 h 1892928"/>
                <a:gd name="connsiteX38" fmla="*/ 9050489 w 11003126"/>
                <a:gd name="connsiteY38" fmla="*/ 78271 h 1892928"/>
                <a:gd name="connsiteX39" fmla="*/ 9403707 w 11003126"/>
                <a:gd name="connsiteY39" fmla="*/ 17548 h 1892928"/>
                <a:gd name="connsiteX40" fmla="*/ 9627617 w 11003126"/>
                <a:gd name="connsiteY40" fmla="*/ 156848 h 1892928"/>
                <a:gd name="connsiteX41" fmla="*/ 9749255 w 11003126"/>
                <a:gd name="connsiteY41" fmla="*/ 245733 h 1892928"/>
                <a:gd name="connsiteX42" fmla="*/ 9973323 w 11003126"/>
                <a:gd name="connsiteY42" fmla="*/ 351135 h 1892928"/>
                <a:gd name="connsiteX43" fmla="*/ 10591191 w 11003126"/>
                <a:gd name="connsiteY43" fmla="*/ 675522 h 1892928"/>
                <a:gd name="connsiteX44" fmla="*/ 10856474 w 11003126"/>
                <a:gd name="connsiteY44" fmla="*/ 921368 h 1892928"/>
                <a:gd name="connsiteX45" fmla="*/ 11003126 w 11003126"/>
                <a:gd name="connsiteY45" fmla="*/ 1238947 h 1892928"/>
                <a:gd name="connsiteX46" fmla="*/ 10998746 w 11003126"/>
                <a:gd name="connsiteY46" fmla="*/ 1239739 h 1892928"/>
                <a:gd name="connsiteX47" fmla="*/ 10588622 w 11003126"/>
                <a:gd name="connsiteY47" fmla="*/ 679146 h 1892928"/>
                <a:gd name="connsiteX48" fmla="*/ 9971564 w 11003126"/>
                <a:gd name="connsiteY48" fmla="*/ 355199 h 1892928"/>
                <a:gd name="connsiteX49" fmla="*/ 9747021 w 11003126"/>
                <a:gd name="connsiteY49" fmla="*/ 249568 h 1892928"/>
                <a:gd name="connsiteX50" fmla="*/ 9624820 w 11003126"/>
                <a:gd name="connsiteY50" fmla="*/ 160296 h 1892928"/>
                <a:gd name="connsiteX51" fmla="*/ 9402300 w 11003126"/>
                <a:gd name="connsiteY51" fmla="*/ 21752 h 1892928"/>
                <a:gd name="connsiteX52" fmla="*/ 9052776 w 11003126"/>
                <a:gd name="connsiteY52" fmla="*/ 82070 h 1892928"/>
                <a:gd name="connsiteX53" fmla="*/ 8759576 w 11003126"/>
                <a:gd name="connsiteY53" fmla="*/ 322551 h 1892928"/>
                <a:gd name="connsiteX54" fmla="*/ 8686752 w 11003126"/>
                <a:gd name="connsiteY54" fmla="*/ 390802 h 1892928"/>
                <a:gd name="connsiteX55" fmla="*/ 8182519 w 11003126"/>
                <a:gd name="connsiteY55" fmla="*/ 905695 h 1892928"/>
                <a:gd name="connsiteX56" fmla="*/ 7636491 w 11003126"/>
                <a:gd name="connsiteY56" fmla="*/ 1456701 h 1892928"/>
                <a:gd name="connsiteX57" fmla="*/ 7574449 w 11003126"/>
                <a:gd name="connsiteY57" fmla="*/ 1511354 h 1892928"/>
                <a:gd name="connsiteX58" fmla="*/ 7000312 w 11003126"/>
                <a:gd name="connsiteY58" fmla="*/ 1877220 h 1892928"/>
                <a:gd name="connsiteX59" fmla="*/ 6871796 w 11003126"/>
                <a:gd name="connsiteY59" fmla="*/ 1892928 h 1892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11003126" h="1892928">
                  <a:moveTo>
                    <a:pt x="6871796" y="1892928"/>
                  </a:moveTo>
                  <a:cubicBezTo>
                    <a:pt x="6835436" y="1892928"/>
                    <a:pt x="6799428" y="1889111"/>
                    <a:pt x="6763948" y="1881477"/>
                  </a:cubicBezTo>
                  <a:cubicBezTo>
                    <a:pt x="6599301" y="1846032"/>
                    <a:pt x="6460493" y="1744658"/>
                    <a:pt x="6359155" y="1670637"/>
                  </a:cubicBezTo>
                  <a:cubicBezTo>
                    <a:pt x="6164621" y="1528558"/>
                    <a:pt x="5997370" y="1365933"/>
                    <a:pt x="5835625" y="1208656"/>
                  </a:cubicBezTo>
                  <a:lnTo>
                    <a:pt x="5833602" y="1206686"/>
                  </a:lnTo>
                  <a:cubicBezTo>
                    <a:pt x="5738842" y="1114547"/>
                    <a:pt x="5644856" y="1020015"/>
                    <a:pt x="5553983" y="928597"/>
                  </a:cubicBezTo>
                  <a:cubicBezTo>
                    <a:pt x="5477113" y="851270"/>
                    <a:pt x="5397621" y="771320"/>
                    <a:pt x="5318358" y="693518"/>
                  </a:cubicBezTo>
                  <a:lnTo>
                    <a:pt x="5318006" y="693166"/>
                  </a:lnTo>
                  <a:cubicBezTo>
                    <a:pt x="5158442" y="536557"/>
                    <a:pt x="4993443" y="374619"/>
                    <a:pt x="4803131" y="242619"/>
                  </a:cubicBezTo>
                  <a:cubicBezTo>
                    <a:pt x="4645414" y="133224"/>
                    <a:pt x="4512289" y="78552"/>
                    <a:pt x="4384230" y="70584"/>
                  </a:cubicBezTo>
                  <a:cubicBezTo>
                    <a:pt x="4027599" y="48402"/>
                    <a:pt x="3880560" y="227386"/>
                    <a:pt x="3677055" y="475113"/>
                  </a:cubicBezTo>
                  <a:cubicBezTo>
                    <a:pt x="3535293" y="647676"/>
                    <a:pt x="3374621" y="843248"/>
                    <a:pt x="3101440" y="1025697"/>
                  </a:cubicBezTo>
                  <a:cubicBezTo>
                    <a:pt x="2783456" y="1238050"/>
                    <a:pt x="2380105" y="1385529"/>
                    <a:pt x="1868308" y="1476508"/>
                  </a:cubicBezTo>
                  <a:cubicBezTo>
                    <a:pt x="1645120" y="1516192"/>
                    <a:pt x="1404798" y="1571795"/>
                    <a:pt x="1112021" y="1651481"/>
                  </a:cubicBezTo>
                  <a:cubicBezTo>
                    <a:pt x="931982" y="1700488"/>
                    <a:pt x="755197" y="1722898"/>
                    <a:pt x="571534" y="1719943"/>
                  </a:cubicBezTo>
                  <a:cubicBezTo>
                    <a:pt x="411390" y="1717392"/>
                    <a:pt x="266989" y="1695914"/>
                    <a:pt x="139581" y="1676952"/>
                  </a:cubicBezTo>
                  <a:cubicBezTo>
                    <a:pt x="90961" y="1669722"/>
                    <a:pt x="45032" y="1662897"/>
                    <a:pt x="0" y="1657268"/>
                  </a:cubicBezTo>
                  <a:lnTo>
                    <a:pt x="545" y="1652835"/>
                  </a:lnTo>
                  <a:cubicBezTo>
                    <a:pt x="45630" y="1658464"/>
                    <a:pt x="91576" y="1665289"/>
                    <a:pt x="140232" y="1672519"/>
                  </a:cubicBezTo>
                  <a:cubicBezTo>
                    <a:pt x="393008" y="1710110"/>
                    <a:pt x="707597" y="1756900"/>
                    <a:pt x="1110842" y="1647153"/>
                  </a:cubicBezTo>
                  <a:cubicBezTo>
                    <a:pt x="1403760" y="1567433"/>
                    <a:pt x="1644187" y="1511794"/>
                    <a:pt x="1867517" y="1472092"/>
                  </a:cubicBezTo>
                  <a:cubicBezTo>
                    <a:pt x="3020629" y="1267092"/>
                    <a:pt x="3398017" y="807698"/>
                    <a:pt x="3673590" y="472264"/>
                  </a:cubicBezTo>
                  <a:cubicBezTo>
                    <a:pt x="3774859" y="348989"/>
                    <a:pt x="3862319" y="242531"/>
                    <a:pt x="3969938" y="168880"/>
                  </a:cubicBezTo>
                  <a:cubicBezTo>
                    <a:pt x="4087407" y="88491"/>
                    <a:pt x="4219143" y="55825"/>
                    <a:pt x="4384476" y="66116"/>
                  </a:cubicBezTo>
                  <a:cubicBezTo>
                    <a:pt x="4513397" y="74137"/>
                    <a:pt x="4647226" y="129055"/>
                    <a:pt x="4805647" y="238925"/>
                  </a:cubicBezTo>
                  <a:cubicBezTo>
                    <a:pt x="4996275" y="371136"/>
                    <a:pt x="5161398" y="533215"/>
                    <a:pt x="5321102" y="689964"/>
                  </a:cubicBezTo>
                  <a:lnTo>
                    <a:pt x="5321454" y="690299"/>
                  </a:lnTo>
                  <a:cubicBezTo>
                    <a:pt x="5400734" y="768119"/>
                    <a:pt x="5480244" y="848086"/>
                    <a:pt x="5557114" y="925413"/>
                  </a:cubicBezTo>
                  <a:cubicBezTo>
                    <a:pt x="5647987" y="1016814"/>
                    <a:pt x="5741956" y="1111328"/>
                    <a:pt x="5836681" y="1203450"/>
                  </a:cubicBezTo>
                  <a:lnTo>
                    <a:pt x="5838704" y="1205420"/>
                  </a:lnTo>
                  <a:cubicBezTo>
                    <a:pt x="6000343" y="1362591"/>
                    <a:pt x="6167470" y="1525093"/>
                    <a:pt x="6361758" y="1666995"/>
                  </a:cubicBezTo>
                  <a:cubicBezTo>
                    <a:pt x="6462781" y="1740770"/>
                    <a:pt x="6601147" y="1841828"/>
                    <a:pt x="6764863" y="1877079"/>
                  </a:cubicBezTo>
                  <a:cubicBezTo>
                    <a:pt x="6841135" y="1893509"/>
                    <a:pt x="6919994" y="1892102"/>
                    <a:pt x="6999257" y="1872910"/>
                  </a:cubicBezTo>
                  <a:cubicBezTo>
                    <a:pt x="7219894" y="1819998"/>
                    <a:pt x="7414833" y="1647030"/>
                    <a:pt x="7571495" y="1508047"/>
                  </a:cubicBezTo>
                  <a:cubicBezTo>
                    <a:pt x="7593218" y="1488768"/>
                    <a:pt x="7613729" y="1470579"/>
                    <a:pt x="7633572" y="1453358"/>
                  </a:cubicBezTo>
                  <a:cubicBezTo>
                    <a:pt x="7829072" y="1283698"/>
                    <a:pt x="8007089" y="1090008"/>
                    <a:pt x="8179248" y="902704"/>
                  </a:cubicBezTo>
                  <a:cubicBezTo>
                    <a:pt x="8338723" y="729191"/>
                    <a:pt x="8503617" y="549785"/>
                    <a:pt x="8683779" y="387513"/>
                  </a:cubicBezTo>
                  <a:cubicBezTo>
                    <a:pt x="8706207" y="367318"/>
                    <a:pt x="8730640" y="344011"/>
                    <a:pt x="8756498" y="319349"/>
                  </a:cubicBezTo>
                  <a:cubicBezTo>
                    <a:pt x="8838399" y="241247"/>
                    <a:pt x="8940319" y="144042"/>
                    <a:pt x="9050489" y="78271"/>
                  </a:cubicBezTo>
                  <a:cubicBezTo>
                    <a:pt x="9179691" y="1136"/>
                    <a:pt x="9295243" y="-18741"/>
                    <a:pt x="9403707" y="17548"/>
                  </a:cubicBezTo>
                  <a:cubicBezTo>
                    <a:pt x="9491448" y="46889"/>
                    <a:pt x="9560667" y="102792"/>
                    <a:pt x="9627617" y="156848"/>
                  </a:cubicBezTo>
                  <a:cubicBezTo>
                    <a:pt x="9668708" y="190041"/>
                    <a:pt x="9707531" y="221387"/>
                    <a:pt x="9749255" y="245733"/>
                  </a:cubicBezTo>
                  <a:cubicBezTo>
                    <a:pt x="9800848" y="275848"/>
                    <a:pt x="9880780" y="310747"/>
                    <a:pt x="9973323" y="351135"/>
                  </a:cubicBezTo>
                  <a:cubicBezTo>
                    <a:pt x="10158886" y="432122"/>
                    <a:pt x="10389814" y="532916"/>
                    <a:pt x="10591191" y="675522"/>
                  </a:cubicBezTo>
                  <a:cubicBezTo>
                    <a:pt x="10700851" y="753167"/>
                    <a:pt x="10790105" y="835895"/>
                    <a:pt x="10856474" y="921368"/>
                  </a:cubicBezTo>
                  <a:cubicBezTo>
                    <a:pt x="10933573" y="1020649"/>
                    <a:pt x="10982914" y="1127511"/>
                    <a:pt x="11003126" y="1238947"/>
                  </a:cubicBezTo>
                  <a:lnTo>
                    <a:pt x="10998746" y="1239739"/>
                  </a:lnTo>
                  <a:cubicBezTo>
                    <a:pt x="10960926" y="1031168"/>
                    <a:pt x="10826781" y="847786"/>
                    <a:pt x="10588622" y="679146"/>
                  </a:cubicBezTo>
                  <a:cubicBezTo>
                    <a:pt x="10387615" y="536803"/>
                    <a:pt x="10156934" y="436115"/>
                    <a:pt x="9971564" y="355199"/>
                  </a:cubicBezTo>
                  <a:cubicBezTo>
                    <a:pt x="9878880" y="314741"/>
                    <a:pt x="9798843" y="279806"/>
                    <a:pt x="9747021" y="249568"/>
                  </a:cubicBezTo>
                  <a:cubicBezTo>
                    <a:pt x="9704997" y="225046"/>
                    <a:pt x="9666052" y="193595"/>
                    <a:pt x="9624820" y="160296"/>
                  </a:cubicBezTo>
                  <a:cubicBezTo>
                    <a:pt x="9558186" y="106486"/>
                    <a:pt x="9489284" y="50847"/>
                    <a:pt x="9402300" y="21752"/>
                  </a:cubicBezTo>
                  <a:cubicBezTo>
                    <a:pt x="9295138" y="-14097"/>
                    <a:pt x="9180799" y="5639"/>
                    <a:pt x="9052776" y="82070"/>
                  </a:cubicBezTo>
                  <a:cubicBezTo>
                    <a:pt x="8943028" y="147595"/>
                    <a:pt x="8841302" y="244607"/>
                    <a:pt x="8759576" y="322551"/>
                  </a:cubicBezTo>
                  <a:cubicBezTo>
                    <a:pt x="8733683" y="347248"/>
                    <a:pt x="8709233" y="370573"/>
                    <a:pt x="8686752" y="390802"/>
                  </a:cubicBezTo>
                  <a:cubicBezTo>
                    <a:pt x="8506747" y="552916"/>
                    <a:pt x="8341907" y="732252"/>
                    <a:pt x="8182519" y="905695"/>
                  </a:cubicBezTo>
                  <a:cubicBezTo>
                    <a:pt x="8010273" y="1093104"/>
                    <a:pt x="7832169" y="1286881"/>
                    <a:pt x="7636491" y="1456701"/>
                  </a:cubicBezTo>
                  <a:cubicBezTo>
                    <a:pt x="7616667" y="1473904"/>
                    <a:pt x="7596157" y="1492093"/>
                    <a:pt x="7574449" y="1511354"/>
                  </a:cubicBezTo>
                  <a:cubicBezTo>
                    <a:pt x="7417437" y="1650671"/>
                    <a:pt x="7222023" y="1824044"/>
                    <a:pt x="7000312" y="1877220"/>
                  </a:cubicBezTo>
                  <a:cubicBezTo>
                    <a:pt x="6957268" y="1887704"/>
                    <a:pt x="6914294" y="1892928"/>
                    <a:pt x="6871796" y="1892928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任意多边形: 形状 1396"/>
            <p:cNvSpPr/>
            <p:nvPr>
              <p:custDataLst>
                <p:tags r:id="rId17"/>
              </p:custDataLst>
            </p:nvPr>
          </p:nvSpPr>
          <p:spPr>
            <a:xfrm>
              <a:off x="1108713" y="2872705"/>
              <a:ext cx="11082389" cy="2003749"/>
            </a:xfrm>
            <a:custGeom>
              <a:avLst/>
              <a:gdLst>
                <a:gd name="connsiteX0" fmla="*/ 6988861 w 11082389"/>
                <a:gd name="connsiteY0" fmla="*/ 2003749 h 2003749"/>
                <a:gd name="connsiteX1" fmla="*/ 6877213 w 11082389"/>
                <a:gd name="connsiteY1" fmla="*/ 1991207 h 2003749"/>
                <a:gd name="connsiteX2" fmla="*/ 6466281 w 11082389"/>
                <a:gd name="connsiteY2" fmla="*/ 1764008 h 2003749"/>
                <a:gd name="connsiteX3" fmla="*/ 5945250 w 11082389"/>
                <a:gd name="connsiteY3" fmla="*/ 1271842 h 2003749"/>
                <a:gd name="connsiteX4" fmla="*/ 5940412 w 11082389"/>
                <a:gd name="connsiteY4" fmla="*/ 1266794 h 2003749"/>
                <a:gd name="connsiteX5" fmla="*/ 5684153 w 11082389"/>
                <a:gd name="connsiteY5" fmla="*/ 994439 h 2003749"/>
                <a:gd name="connsiteX6" fmla="*/ 5426241 w 11082389"/>
                <a:gd name="connsiteY6" fmla="*/ 720379 h 2003749"/>
                <a:gd name="connsiteX7" fmla="*/ 4907408 w 11082389"/>
                <a:gd name="connsiteY7" fmla="*/ 243728 h 2003749"/>
                <a:gd name="connsiteX8" fmla="*/ 4478814 w 11082389"/>
                <a:gd name="connsiteY8" fmla="*/ 65606 h 2003749"/>
                <a:gd name="connsiteX9" fmla="*/ 3805660 w 11082389"/>
                <a:gd name="connsiteY9" fmla="*/ 506794 h 2003749"/>
                <a:gd name="connsiteX10" fmla="*/ 1945249 w 11082389"/>
                <a:gd name="connsiteY10" fmla="*/ 1613591 h 2003749"/>
                <a:gd name="connsiteX11" fmla="*/ 1165408 w 11082389"/>
                <a:gd name="connsiteY11" fmla="*/ 1782161 h 2003749"/>
                <a:gd name="connsiteX12" fmla="*/ 593522 w 11082389"/>
                <a:gd name="connsiteY12" fmla="*/ 1826384 h 2003749"/>
                <a:gd name="connsiteX13" fmla="*/ 134339 w 11082389"/>
                <a:gd name="connsiteY13" fmla="*/ 1743779 h 2003749"/>
                <a:gd name="connsiteX14" fmla="*/ 0 w 11082389"/>
                <a:gd name="connsiteY14" fmla="*/ 1713083 h 2003749"/>
                <a:gd name="connsiteX15" fmla="*/ 915 w 11082389"/>
                <a:gd name="connsiteY15" fmla="*/ 1708773 h 2003749"/>
                <a:gd name="connsiteX16" fmla="*/ 135342 w 11082389"/>
                <a:gd name="connsiteY16" fmla="*/ 1739486 h 2003749"/>
                <a:gd name="connsiteX17" fmla="*/ 1164353 w 11082389"/>
                <a:gd name="connsiteY17" fmla="*/ 1777869 h 2003749"/>
                <a:gd name="connsiteX18" fmla="*/ 1944475 w 11082389"/>
                <a:gd name="connsiteY18" fmla="*/ 1609246 h 2003749"/>
                <a:gd name="connsiteX19" fmla="*/ 3802071 w 11082389"/>
                <a:gd name="connsiteY19" fmla="*/ 504226 h 2003749"/>
                <a:gd name="connsiteX20" fmla="*/ 4079193 w 11082389"/>
                <a:gd name="connsiteY20" fmla="*/ 178432 h 2003749"/>
                <a:gd name="connsiteX21" fmla="*/ 4479008 w 11082389"/>
                <a:gd name="connsiteY21" fmla="*/ 61191 h 2003749"/>
                <a:gd name="connsiteX22" fmla="*/ 4909976 w 11082389"/>
                <a:gd name="connsiteY22" fmla="*/ 240139 h 2003749"/>
                <a:gd name="connsiteX23" fmla="*/ 5429407 w 11082389"/>
                <a:gd name="connsiteY23" fmla="*/ 717318 h 2003749"/>
                <a:gd name="connsiteX24" fmla="*/ 5687372 w 11082389"/>
                <a:gd name="connsiteY24" fmla="*/ 991431 h 2003749"/>
                <a:gd name="connsiteX25" fmla="*/ 5943578 w 11082389"/>
                <a:gd name="connsiteY25" fmla="*/ 1263733 h 2003749"/>
                <a:gd name="connsiteX26" fmla="*/ 5948416 w 11082389"/>
                <a:gd name="connsiteY26" fmla="*/ 1268781 h 2003749"/>
                <a:gd name="connsiteX27" fmla="*/ 6468990 w 11082389"/>
                <a:gd name="connsiteY27" fmla="*/ 1760525 h 2003749"/>
                <a:gd name="connsiteX28" fmla="*/ 6878181 w 11082389"/>
                <a:gd name="connsiteY28" fmla="*/ 1986897 h 2003749"/>
                <a:gd name="connsiteX29" fmla="*/ 7118521 w 11082389"/>
                <a:gd name="connsiteY29" fmla="*/ 1982887 h 2003749"/>
                <a:gd name="connsiteX30" fmla="*/ 7700890 w 11082389"/>
                <a:gd name="connsiteY30" fmla="*/ 1591849 h 2003749"/>
                <a:gd name="connsiteX31" fmla="*/ 7760505 w 11082389"/>
                <a:gd name="connsiteY31" fmla="*/ 1536193 h 2003749"/>
                <a:gd name="connsiteX32" fmla="*/ 8304069 w 11082389"/>
                <a:gd name="connsiteY32" fmla="*/ 955828 h 2003749"/>
                <a:gd name="connsiteX33" fmla="*/ 8811469 w 11082389"/>
                <a:gd name="connsiteY33" fmla="*/ 408411 h 2003749"/>
                <a:gd name="connsiteX34" fmla="*/ 8880986 w 11082389"/>
                <a:gd name="connsiteY34" fmla="*/ 339755 h 2003749"/>
                <a:gd name="connsiteX35" fmla="*/ 9179727 w 11082389"/>
                <a:gd name="connsiteY35" fmla="*/ 82845 h 2003749"/>
                <a:gd name="connsiteX36" fmla="*/ 9542988 w 11082389"/>
                <a:gd name="connsiteY36" fmla="*/ 20099 h 2003749"/>
                <a:gd name="connsiteX37" fmla="*/ 9771719 w 11082389"/>
                <a:gd name="connsiteY37" fmla="*/ 174280 h 2003749"/>
                <a:gd name="connsiteX38" fmla="*/ 9890806 w 11082389"/>
                <a:gd name="connsiteY38" fmla="*/ 269516 h 2003749"/>
                <a:gd name="connsiteX39" fmla="*/ 10123511 w 11082389"/>
                <a:gd name="connsiteY39" fmla="*/ 388639 h 2003749"/>
                <a:gd name="connsiteX40" fmla="*/ 10700041 w 11082389"/>
                <a:gd name="connsiteY40" fmla="*/ 711865 h 2003749"/>
                <a:gd name="connsiteX41" fmla="*/ 10945218 w 11082389"/>
                <a:gd name="connsiteY41" fmla="*/ 949337 h 2003749"/>
                <a:gd name="connsiteX42" fmla="*/ 11082389 w 11082389"/>
                <a:gd name="connsiteY42" fmla="*/ 1251507 h 2003749"/>
                <a:gd name="connsiteX43" fmla="*/ 11078061 w 11082389"/>
                <a:gd name="connsiteY43" fmla="*/ 1252317 h 2003749"/>
                <a:gd name="connsiteX44" fmla="*/ 10121629 w 11082389"/>
                <a:gd name="connsiteY44" fmla="*/ 392614 h 2003749"/>
                <a:gd name="connsiteX45" fmla="*/ 9888397 w 11082389"/>
                <a:gd name="connsiteY45" fmla="*/ 273192 h 2003749"/>
                <a:gd name="connsiteX46" fmla="*/ 9768798 w 11082389"/>
                <a:gd name="connsiteY46" fmla="*/ 177570 h 2003749"/>
                <a:gd name="connsiteX47" fmla="*/ 9541476 w 11082389"/>
                <a:gd name="connsiteY47" fmla="*/ 24233 h 2003749"/>
                <a:gd name="connsiteX48" fmla="*/ 9182031 w 11082389"/>
                <a:gd name="connsiteY48" fmla="*/ 86574 h 2003749"/>
                <a:gd name="connsiteX49" fmla="*/ 8884082 w 11082389"/>
                <a:gd name="connsiteY49" fmla="*/ 342851 h 2003749"/>
                <a:gd name="connsiteX50" fmla="*/ 8814476 w 11082389"/>
                <a:gd name="connsiteY50" fmla="*/ 411594 h 2003749"/>
                <a:gd name="connsiteX51" fmla="*/ 8307359 w 11082389"/>
                <a:gd name="connsiteY51" fmla="*/ 958713 h 2003749"/>
                <a:gd name="connsiteX52" fmla="*/ 7763442 w 11082389"/>
                <a:gd name="connsiteY52" fmla="*/ 1539429 h 2003749"/>
                <a:gd name="connsiteX53" fmla="*/ 7703863 w 11082389"/>
                <a:gd name="connsiteY53" fmla="*/ 1595051 h 2003749"/>
                <a:gd name="connsiteX54" fmla="*/ 7438984 w 11082389"/>
                <a:gd name="connsiteY54" fmla="*/ 1824396 h 2003749"/>
                <a:gd name="connsiteX55" fmla="*/ 7119558 w 11082389"/>
                <a:gd name="connsiteY55" fmla="*/ 1987161 h 2003749"/>
                <a:gd name="connsiteX56" fmla="*/ 6988861 w 11082389"/>
                <a:gd name="connsiteY56" fmla="*/ 2003749 h 2003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11082389" h="2003749">
                  <a:moveTo>
                    <a:pt x="6988861" y="2003749"/>
                  </a:moveTo>
                  <a:cubicBezTo>
                    <a:pt x="6951234" y="2003749"/>
                    <a:pt x="6913960" y="1999580"/>
                    <a:pt x="6877213" y="1991207"/>
                  </a:cubicBezTo>
                  <a:cubicBezTo>
                    <a:pt x="6707852" y="1952666"/>
                    <a:pt x="6568236" y="1843623"/>
                    <a:pt x="6466281" y="1764008"/>
                  </a:cubicBezTo>
                  <a:cubicBezTo>
                    <a:pt x="6272011" y="1612289"/>
                    <a:pt x="6105886" y="1439216"/>
                    <a:pt x="5945250" y="1271842"/>
                  </a:cubicBezTo>
                  <a:lnTo>
                    <a:pt x="5940412" y="1266794"/>
                  </a:lnTo>
                  <a:cubicBezTo>
                    <a:pt x="5853726" y="1176484"/>
                    <a:pt x="5767532" y="1083940"/>
                    <a:pt x="5684153" y="994439"/>
                  </a:cubicBezTo>
                  <a:cubicBezTo>
                    <a:pt x="5600141" y="904235"/>
                    <a:pt x="5513261" y="810988"/>
                    <a:pt x="5426241" y="720379"/>
                  </a:cubicBezTo>
                  <a:cubicBezTo>
                    <a:pt x="5275068" y="562996"/>
                    <a:pt x="5103736" y="384628"/>
                    <a:pt x="4907408" y="243728"/>
                  </a:cubicBezTo>
                  <a:cubicBezTo>
                    <a:pt x="4746507" y="128246"/>
                    <a:pt x="4610321" y="71640"/>
                    <a:pt x="4478814" y="65606"/>
                  </a:cubicBezTo>
                  <a:cubicBezTo>
                    <a:pt x="4131208" y="49634"/>
                    <a:pt x="3994635" y="241388"/>
                    <a:pt x="3805660" y="506794"/>
                  </a:cubicBezTo>
                  <a:cubicBezTo>
                    <a:pt x="3537897" y="882863"/>
                    <a:pt x="3171169" y="1397896"/>
                    <a:pt x="1945249" y="1613591"/>
                  </a:cubicBezTo>
                  <a:cubicBezTo>
                    <a:pt x="1661989" y="1663425"/>
                    <a:pt x="1379696" y="1729847"/>
                    <a:pt x="1165408" y="1782161"/>
                  </a:cubicBezTo>
                  <a:cubicBezTo>
                    <a:pt x="975483" y="1828512"/>
                    <a:pt x="788408" y="1842989"/>
                    <a:pt x="593522" y="1826384"/>
                  </a:cubicBezTo>
                  <a:cubicBezTo>
                    <a:pt x="423598" y="1811907"/>
                    <a:pt x="269909" y="1775723"/>
                    <a:pt x="134339" y="1743779"/>
                  </a:cubicBezTo>
                  <a:cubicBezTo>
                    <a:pt x="87601" y="1732767"/>
                    <a:pt x="43449" y="1722371"/>
                    <a:pt x="0" y="1713083"/>
                  </a:cubicBezTo>
                  <a:lnTo>
                    <a:pt x="915" y="1708773"/>
                  </a:lnTo>
                  <a:cubicBezTo>
                    <a:pt x="44416" y="1718061"/>
                    <a:pt x="88586" y="1728475"/>
                    <a:pt x="135342" y="1739486"/>
                  </a:cubicBezTo>
                  <a:cubicBezTo>
                    <a:pt x="404301" y="1802847"/>
                    <a:pt x="739031" y="1881688"/>
                    <a:pt x="1164353" y="1777869"/>
                  </a:cubicBezTo>
                  <a:cubicBezTo>
                    <a:pt x="1378711" y="1725555"/>
                    <a:pt x="1661092" y="1659098"/>
                    <a:pt x="1944475" y="1609246"/>
                  </a:cubicBezTo>
                  <a:cubicBezTo>
                    <a:pt x="3168619" y="1393868"/>
                    <a:pt x="3534748" y="879679"/>
                    <a:pt x="3802071" y="504226"/>
                  </a:cubicBezTo>
                  <a:cubicBezTo>
                    <a:pt x="3895987" y="372315"/>
                    <a:pt x="3977115" y="258398"/>
                    <a:pt x="4079193" y="178432"/>
                  </a:cubicBezTo>
                  <a:cubicBezTo>
                    <a:pt x="4190752" y="91042"/>
                    <a:pt x="4317790" y="53803"/>
                    <a:pt x="4479008" y="61191"/>
                  </a:cubicBezTo>
                  <a:cubicBezTo>
                    <a:pt x="4611394" y="67277"/>
                    <a:pt x="4748336" y="124130"/>
                    <a:pt x="4909976" y="240139"/>
                  </a:cubicBezTo>
                  <a:cubicBezTo>
                    <a:pt x="5106638" y="381286"/>
                    <a:pt x="5278111" y="559812"/>
                    <a:pt x="5429407" y="717318"/>
                  </a:cubicBezTo>
                  <a:cubicBezTo>
                    <a:pt x="5516463" y="807944"/>
                    <a:pt x="5603342" y="901227"/>
                    <a:pt x="5687372" y="991431"/>
                  </a:cubicBezTo>
                  <a:cubicBezTo>
                    <a:pt x="5770733" y="1080914"/>
                    <a:pt x="5856927" y="1173458"/>
                    <a:pt x="5943578" y="1263733"/>
                  </a:cubicBezTo>
                  <a:lnTo>
                    <a:pt x="5948416" y="1268781"/>
                  </a:lnTo>
                  <a:cubicBezTo>
                    <a:pt x="6108965" y="1436050"/>
                    <a:pt x="6274966" y="1609000"/>
                    <a:pt x="6468990" y="1760525"/>
                  </a:cubicBezTo>
                  <a:cubicBezTo>
                    <a:pt x="6570611" y="1839893"/>
                    <a:pt x="6709787" y="1948568"/>
                    <a:pt x="6878181" y="1986897"/>
                  </a:cubicBezTo>
                  <a:cubicBezTo>
                    <a:pt x="6956476" y="2004716"/>
                    <a:pt x="7037341" y="2003362"/>
                    <a:pt x="7118521" y="1982887"/>
                  </a:cubicBezTo>
                  <a:cubicBezTo>
                    <a:pt x="7345104" y="1926228"/>
                    <a:pt x="7542382" y="1740823"/>
                    <a:pt x="7700890" y="1591849"/>
                  </a:cubicBezTo>
                  <a:cubicBezTo>
                    <a:pt x="7721770" y="1572236"/>
                    <a:pt x="7741472" y="1553713"/>
                    <a:pt x="7760505" y="1536193"/>
                  </a:cubicBezTo>
                  <a:cubicBezTo>
                    <a:pt x="7955883" y="1356400"/>
                    <a:pt x="8132897" y="1152754"/>
                    <a:pt x="8304069" y="955828"/>
                  </a:cubicBezTo>
                  <a:cubicBezTo>
                    <a:pt x="8464143" y="771690"/>
                    <a:pt x="8629653" y="581273"/>
                    <a:pt x="8811469" y="408411"/>
                  </a:cubicBezTo>
                  <a:cubicBezTo>
                    <a:pt x="8832841" y="388093"/>
                    <a:pt x="8856237" y="364610"/>
                    <a:pt x="8880986" y="339755"/>
                  </a:cubicBezTo>
                  <a:cubicBezTo>
                    <a:pt x="8963803" y="256622"/>
                    <a:pt x="9066865" y="153172"/>
                    <a:pt x="9179727" y="82845"/>
                  </a:cubicBezTo>
                  <a:cubicBezTo>
                    <a:pt x="9312447" y="152"/>
                    <a:pt x="9431271" y="-20376"/>
                    <a:pt x="9542988" y="20099"/>
                  </a:cubicBezTo>
                  <a:cubicBezTo>
                    <a:pt x="9633703" y="52958"/>
                    <a:pt x="9703871" y="114631"/>
                    <a:pt x="9771719" y="174280"/>
                  </a:cubicBezTo>
                  <a:cubicBezTo>
                    <a:pt x="9811895" y="209585"/>
                    <a:pt x="9849838" y="242936"/>
                    <a:pt x="9890806" y="269516"/>
                  </a:cubicBezTo>
                  <a:cubicBezTo>
                    <a:pt x="9943666" y="303800"/>
                    <a:pt x="10027010" y="343115"/>
                    <a:pt x="10123511" y="388639"/>
                  </a:cubicBezTo>
                  <a:cubicBezTo>
                    <a:pt x="10297446" y="470699"/>
                    <a:pt x="10513898" y="572812"/>
                    <a:pt x="10700041" y="711865"/>
                  </a:cubicBezTo>
                  <a:cubicBezTo>
                    <a:pt x="10801205" y="787434"/>
                    <a:pt x="10883686" y="867330"/>
                    <a:pt x="10945218" y="949337"/>
                  </a:cubicBezTo>
                  <a:cubicBezTo>
                    <a:pt x="11016495" y="1044344"/>
                    <a:pt x="11062653" y="1145999"/>
                    <a:pt x="11082389" y="1251507"/>
                  </a:cubicBezTo>
                  <a:lnTo>
                    <a:pt x="11078061" y="1252317"/>
                  </a:lnTo>
                  <a:cubicBezTo>
                    <a:pt x="10994261" y="804303"/>
                    <a:pt x="10469130" y="556558"/>
                    <a:pt x="10121629" y="392614"/>
                  </a:cubicBezTo>
                  <a:cubicBezTo>
                    <a:pt x="10024987" y="347020"/>
                    <a:pt x="9941520" y="307634"/>
                    <a:pt x="9888397" y="273192"/>
                  </a:cubicBezTo>
                  <a:cubicBezTo>
                    <a:pt x="9847164" y="246454"/>
                    <a:pt x="9809098" y="212997"/>
                    <a:pt x="9768798" y="177570"/>
                  </a:cubicBezTo>
                  <a:cubicBezTo>
                    <a:pt x="9701251" y="118202"/>
                    <a:pt x="9631399" y="56811"/>
                    <a:pt x="9541476" y="24233"/>
                  </a:cubicBezTo>
                  <a:cubicBezTo>
                    <a:pt x="9431095" y="-15750"/>
                    <a:pt x="9313520" y="4637"/>
                    <a:pt x="9182031" y="86574"/>
                  </a:cubicBezTo>
                  <a:cubicBezTo>
                    <a:pt x="9069610" y="156620"/>
                    <a:pt x="8966740" y="259894"/>
                    <a:pt x="8884082" y="342851"/>
                  </a:cubicBezTo>
                  <a:cubicBezTo>
                    <a:pt x="8859297" y="367724"/>
                    <a:pt x="8835884" y="391225"/>
                    <a:pt x="8814476" y="411594"/>
                  </a:cubicBezTo>
                  <a:cubicBezTo>
                    <a:pt x="8632802" y="584316"/>
                    <a:pt x="8467362" y="774645"/>
                    <a:pt x="8307359" y="958713"/>
                  </a:cubicBezTo>
                  <a:cubicBezTo>
                    <a:pt x="8136098" y="1155745"/>
                    <a:pt x="7958996" y="1359478"/>
                    <a:pt x="7763442" y="1539429"/>
                  </a:cubicBezTo>
                  <a:cubicBezTo>
                    <a:pt x="7744427" y="1556932"/>
                    <a:pt x="7724726" y="1575437"/>
                    <a:pt x="7703863" y="1595051"/>
                  </a:cubicBezTo>
                  <a:cubicBezTo>
                    <a:pt x="7625709" y="1668509"/>
                    <a:pt x="7537122" y="1751747"/>
                    <a:pt x="7438984" y="1824396"/>
                  </a:cubicBezTo>
                  <a:cubicBezTo>
                    <a:pt x="7325174" y="1908620"/>
                    <a:pt x="7220687" y="1961866"/>
                    <a:pt x="7119558" y="1987161"/>
                  </a:cubicBezTo>
                  <a:cubicBezTo>
                    <a:pt x="7075828" y="1998226"/>
                    <a:pt x="7032116" y="2003749"/>
                    <a:pt x="6988861" y="2003749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任意多边形: 形状 1397"/>
            <p:cNvSpPr/>
            <p:nvPr>
              <p:custDataLst>
                <p:tags r:id="rId18"/>
              </p:custDataLst>
            </p:nvPr>
          </p:nvSpPr>
          <p:spPr>
            <a:xfrm>
              <a:off x="1029380" y="2810270"/>
              <a:ext cx="11161704" cy="2114364"/>
            </a:xfrm>
            <a:custGeom>
              <a:avLst/>
              <a:gdLst>
                <a:gd name="connsiteX0" fmla="*/ 7105838 w 11161704"/>
                <a:gd name="connsiteY0" fmla="*/ 2114364 h 2114364"/>
                <a:gd name="connsiteX1" fmla="*/ 6990497 w 11161704"/>
                <a:gd name="connsiteY1" fmla="*/ 2100749 h 2114364"/>
                <a:gd name="connsiteX2" fmla="*/ 6573442 w 11161704"/>
                <a:gd name="connsiteY2" fmla="*/ 1857208 h 2114364"/>
                <a:gd name="connsiteX3" fmla="*/ 6054135 w 11161704"/>
                <a:gd name="connsiteY3" fmla="*/ 1334400 h 2114364"/>
                <a:gd name="connsiteX4" fmla="*/ 6047239 w 11161704"/>
                <a:gd name="connsiteY4" fmla="*/ 1326730 h 2114364"/>
                <a:gd name="connsiteX5" fmla="*/ 5810752 w 11161704"/>
                <a:gd name="connsiteY5" fmla="*/ 1059055 h 2114364"/>
                <a:gd name="connsiteX6" fmla="*/ 5534159 w 11161704"/>
                <a:gd name="connsiteY6" fmla="*/ 747052 h 2114364"/>
                <a:gd name="connsiteX7" fmla="*/ 5011720 w 11161704"/>
                <a:gd name="connsiteY7" fmla="*/ 244631 h 2114364"/>
                <a:gd name="connsiteX8" fmla="*/ 4573416 w 11161704"/>
                <a:gd name="connsiteY8" fmla="*/ 60405 h 2114364"/>
                <a:gd name="connsiteX9" fmla="*/ 3931239 w 11161704"/>
                <a:gd name="connsiteY9" fmla="*/ 537249 h 2114364"/>
                <a:gd name="connsiteX10" fmla="*/ 2022190 w 11161704"/>
                <a:gd name="connsiteY10" fmla="*/ 1750468 h 2114364"/>
                <a:gd name="connsiteX11" fmla="*/ 1218778 w 11161704"/>
                <a:gd name="connsiteY11" fmla="*/ 1912618 h 2114364"/>
                <a:gd name="connsiteX12" fmla="*/ 616830 w 11161704"/>
                <a:gd name="connsiteY12" fmla="*/ 1931862 h 2114364"/>
                <a:gd name="connsiteX13" fmla="*/ 131155 w 11161704"/>
                <a:gd name="connsiteY13" fmla="*/ 1809027 h 2114364"/>
                <a:gd name="connsiteX14" fmla="*/ 0 w 11161704"/>
                <a:gd name="connsiteY14" fmla="*/ 1768692 h 2114364"/>
                <a:gd name="connsiteX15" fmla="*/ 1214 w 11161704"/>
                <a:gd name="connsiteY15" fmla="*/ 1764541 h 2114364"/>
                <a:gd name="connsiteX16" fmla="*/ 132457 w 11161704"/>
                <a:gd name="connsiteY16" fmla="*/ 1804912 h 2114364"/>
                <a:gd name="connsiteX17" fmla="*/ 1217846 w 11161704"/>
                <a:gd name="connsiteY17" fmla="*/ 1908414 h 2114364"/>
                <a:gd name="connsiteX18" fmla="*/ 2021434 w 11161704"/>
                <a:gd name="connsiteY18" fmla="*/ 1746212 h 2114364"/>
                <a:gd name="connsiteX19" fmla="*/ 3927544 w 11161704"/>
                <a:gd name="connsiteY19" fmla="*/ 534980 h 2114364"/>
                <a:gd name="connsiteX20" fmla="*/ 4186987 w 11161704"/>
                <a:gd name="connsiteY20" fmla="*/ 187180 h 2114364"/>
                <a:gd name="connsiteX21" fmla="*/ 4573522 w 11161704"/>
                <a:gd name="connsiteY21" fmla="*/ 56095 h 2114364"/>
                <a:gd name="connsiteX22" fmla="*/ 4806508 w 11161704"/>
                <a:gd name="connsiteY22" fmla="*/ 114795 h 2114364"/>
                <a:gd name="connsiteX23" fmla="*/ 5014270 w 11161704"/>
                <a:gd name="connsiteY23" fmla="*/ 241165 h 2114364"/>
                <a:gd name="connsiteX24" fmla="*/ 5537343 w 11161704"/>
                <a:gd name="connsiteY24" fmla="*/ 744149 h 2114364"/>
                <a:gd name="connsiteX25" fmla="*/ 5813989 w 11161704"/>
                <a:gd name="connsiteY25" fmla="*/ 1056223 h 2114364"/>
                <a:gd name="connsiteX26" fmla="*/ 6050441 w 11161704"/>
                <a:gd name="connsiteY26" fmla="*/ 1323845 h 2114364"/>
                <a:gd name="connsiteX27" fmla="*/ 6057336 w 11161704"/>
                <a:gd name="connsiteY27" fmla="*/ 1331515 h 2114364"/>
                <a:gd name="connsiteX28" fmla="*/ 6576187 w 11161704"/>
                <a:gd name="connsiteY28" fmla="*/ 1853883 h 2114364"/>
                <a:gd name="connsiteX29" fmla="*/ 6991481 w 11161704"/>
                <a:gd name="connsiteY29" fmla="*/ 2096545 h 2114364"/>
                <a:gd name="connsiteX30" fmla="*/ 7237784 w 11161704"/>
                <a:gd name="connsiteY30" fmla="*/ 2092675 h 2114364"/>
                <a:gd name="connsiteX31" fmla="*/ 7830515 w 11161704"/>
                <a:gd name="connsiteY31" fmla="*/ 1674970 h 2114364"/>
                <a:gd name="connsiteX32" fmla="*/ 7887438 w 11161704"/>
                <a:gd name="connsiteY32" fmla="*/ 1618839 h 2114364"/>
                <a:gd name="connsiteX33" fmla="*/ 8429279 w 11161704"/>
                <a:gd name="connsiteY33" fmla="*/ 1008623 h 2114364"/>
                <a:gd name="connsiteX34" fmla="*/ 8939176 w 11161704"/>
                <a:gd name="connsiteY34" fmla="*/ 429085 h 2114364"/>
                <a:gd name="connsiteX35" fmla="*/ 9005439 w 11161704"/>
                <a:gd name="connsiteY35" fmla="*/ 360341 h 2114364"/>
                <a:gd name="connsiteX36" fmla="*/ 9308876 w 11161704"/>
                <a:gd name="connsiteY36" fmla="*/ 87389 h 2114364"/>
                <a:gd name="connsiteX37" fmla="*/ 9490058 w 11161704"/>
                <a:gd name="connsiteY37" fmla="*/ 7774 h 2114364"/>
                <a:gd name="connsiteX38" fmla="*/ 9682270 w 11161704"/>
                <a:gd name="connsiteY38" fmla="*/ 22445 h 2114364"/>
                <a:gd name="connsiteX39" fmla="*/ 9916295 w 11161704"/>
                <a:gd name="connsiteY39" fmla="*/ 192105 h 2114364"/>
                <a:gd name="connsiteX40" fmla="*/ 10032375 w 11161704"/>
                <a:gd name="connsiteY40" fmla="*/ 293040 h 2114364"/>
                <a:gd name="connsiteX41" fmla="*/ 10270340 w 11161704"/>
                <a:gd name="connsiteY41" fmla="*/ 425426 h 2114364"/>
                <a:gd name="connsiteX42" fmla="*/ 10806868 w 11161704"/>
                <a:gd name="connsiteY42" fmla="*/ 746911 h 2114364"/>
                <a:gd name="connsiteX43" fmla="*/ 11033294 w 11161704"/>
                <a:gd name="connsiteY43" fmla="*/ 976274 h 2114364"/>
                <a:gd name="connsiteX44" fmla="*/ 11161705 w 11161704"/>
                <a:gd name="connsiteY44" fmla="*/ 1263809 h 2114364"/>
                <a:gd name="connsiteX45" fmla="*/ 11157448 w 11161704"/>
                <a:gd name="connsiteY45" fmla="*/ 1264636 h 2114364"/>
                <a:gd name="connsiteX46" fmla="*/ 10268369 w 11161704"/>
                <a:gd name="connsiteY46" fmla="*/ 429279 h 2114364"/>
                <a:gd name="connsiteX47" fmla="*/ 10029859 w 11161704"/>
                <a:gd name="connsiteY47" fmla="*/ 296558 h 2114364"/>
                <a:gd name="connsiteX48" fmla="*/ 9913322 w 11161704"/>
                <a:gd name="connsiteY48" fmla="*/ 195236 h 2114364"/>
                <a:gd name="connsiteX49" fmla="*/ 9680723 w 11161704"/>
                <a:gd name="connsiteY49" fmla="*/ 26473 h 2114364"/>
                <a:gd name="connsiteX50" fmla="*/ 9311251 w 11161704"/>
                <a:gd name="connsiteY50" fmla="*/ 91013 h 2114364"/>
                <a:gd name="connsiteX51" fmla="*/ 9008606 w 11161704"/>
                <a:gd name="connsiteY51" fmla="*/ 363314 h 2114364"/>
                <a:gd name="connsiteX52" fmla="*/ 8942271 w 11161704"/>
                <a:gd name="connsiteY52" fmla="*/ 432128 h 2114364"/>
                <a:gd name="connsiteX53" fmla="*/ 8432656 w 11161704"/>
                <a:gd name="connsiteY53" fmla="*/ 1011349 h 2114364"/>
                <a:gd name="connsiteX54" fmla="*/ 7890498 w 11161704"/>
                <a:gd name="connsiteY54" fmla="*/ 1621917 h 2114364"/>
                <a:gd name="connsiteX55" fmla="*/ 7833594 w 11161704"/>
                <a:gd name="connsiteY55" fmla="*/ 1678013 h 2114364"/>
                <a:gd name="connsiteX56" fmla="*/ 7565689 w 11161704"/>
                <a:gd name="connsiteY56" fmla="*/ 1922451 h 2114364"/>
                <a:gd name="connsiteX57" fmla="*/ 7238910 w 11161704"/>
                <a:gd name="connsiteY57" fmla="*/ 2096826 h 2114364"/>
                <a:gd name="connsiteX58" fmla="*/ 7105838 w 11161704"/>
                <a:gd name="connsiteY58" fmla="*/ 2114364 h 2114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1161704" h="2114364">
                  <a:moveTo>
                    <a:pt x="7105838" y="2114364"/>
                  </a:moveTo>
                  <a:cubicBezTo>
                    <a:pt x="7066981" y="2114364"/>
                    <a:pt x="7028457" y="2109826"/>
                    <a:pt x="6990497" y="2100749"/>
                  </a:cubicBezTo>
                  <a:cubicBezTo>
                    <a:pt x="6829702" y="2062278"/>
                    <a:pt x="6701467" y="1963596"/>
                    <a:pt x="6573442" y="1857208"/>
                  </a:cubicBezTo>
                  <a:cubicBezTo>
                    <a:pt x="6379137" y="1695727"/>
                    <a:pt x="6213910" y="1512046"/>
                    <a:pt x="6054135" y="1334400"/>
                  </a:cubicBezTo>
                  <a:lnTo>
                    <a:pt x="6047239" y="1326730"/>
                  </a:lnTo>
                  <a:cubicBezTo>
                    <a:pt x="5967361" y="1237933"/>
                    <a:pt x="5887746" y="1147008"/>
                    <a:pt x="5810752" y="1059055"/>
                  </a:cubicBezTo>
                  <a:cubicBezTo>
                    <a:pt x="5720812" y="956326"/>
                    <a:pt x="5627793" y="850097"/>
                    <a:pt x="5534159" y="747052"/>
                  </a:cubicBezTo>
                  <a:cubicBezTo>
                    <a:pt x="5383918" y="581683"/>
                    <a:pt x="5213642" y="394273"/>
                    <a:pt x="5011720" y="244631"/>
                  </a:cubicBezTo>
                  <a:cubicBezTo>
                    <a:pt x="4847600" y="123010"/>
                    <a:pt x="4708336" y="64469"/>
                    <a:pt x="4573416" y="60405"/>
                  </a:cubicBezTo>
                  <a:cubicBezTo>
                    <a:pt x="4233637" y="50203"/>
                    <a:pt x="4106792" y="254482"/>
                    <a:pt x="3931239" y="537249"/>
                  </a:cubicBezTo>
                  <a:cubicBezTo>
                    <a:pt x="3672534" y="953987"/>
                    <a:pt x="3318226" y="1524712"/>
                    <a:pt x="2022190" y="1750468"/>
                  </a:cubicBezTo>
                  <a:cubicBezTo>
                    <a:pt x="1747796" y="1798262"/>
                    <a:pt x="1463621" y="1859231"/>
                    <a:pt x="1218778" y="1912618"/>
                  </a:cubicBezTo>
                  <a:cubicBezTo>
                    <a:pt x="1019477" y="1956084"/>
                    <a:pt x="822586" y="1962382"/>
                    <a:pt x="616830" y="1931862"/>
                  </a:cubicBezTo>
                  <a:cubicBezTo>
                    <a:pt x="437424" y="1905248"/>
                    <a:pt x="274711" y="1854130"/>
                    <a:pt x="131155" y="1809027"/>
                  </a:cubicBezTo>
                  <a:cubicBezTo>
                    <a:pt x="85578" y="1794709"/>
                    <a:pt x="42516" y="1781182"/>
                    <a:pt x="0" y="1768692"/>
                  </a:cubicBezTo>
                  <a:lnTo>
                    <a:pt x="1214" y="1764541"/>
                  </a:lnTo>
                  <a:cubicBezTo>
                    <a:pt x="43765" y="1777048"/>
                    <a:pt x="86844" y="1790575"/>
                    <a:pt x="132457" y="1804912"/>
                  </a:cubicBezTo>
                  <a:cubicBezTo>
                    <a:pt x="432059" y="1899039"/>
                    <a:pt x="771626" y="2005725"/>
                    <a:pt x="1217846" y="1908414"/>
                  </a:cubicBezTo>
                  <a:cubicBezTo>
                    <a:pt x="1462723" y="1855009"/>
                    <a:pt x="1746951" y="1794040"/>
                    <a:pt x="2021434" y="1746212"/>
                  </a:cubicBezTo>
                  <a:cubicBezTo>
                    <a:pt x="3315552" y="1520789"/>
                    <a:pt x="3669280" y="951014"/>
                    <a:pt x="3927544" y="534980"/>
                  </a:cubicBezTo>
                  <a:cubicBezTo>
                    <a:pt x="4014706" y="394572"/>
                    <a:pt x="4089993" y="273303"/>
                    <a:pt x="4186987" y="187180"/>
                  </a:cubicBezTo>
                  <a:cubicBezTo>
                    <a:pt x="4293076" y="93000"/>
                    <a:pt x="4415893" y="51328"/>
                    <a:pt x="4573522" y="56095"/>
                  </a:cubicBezTo>
                  <a:cubicBezTo>
                    <a:pt x="4647771" y="58329"/>
                    <a:pt x="4726172" y="78084"/>
                    <a:pt x="4806508" y="114795"/>
                  </a:cubicBezTo>
                  <a:cubicBezTo>
                    <a:pt x="4871875" y="144664"/>
                    <a:pt x="4939827" y="186001"/>
                    <a:pt x="5014270" y="241165"/>
                  </a:cubicBezTo>
                  <a:cubicBezTo>
                    <a:pt x="5216526" y="391054"/>
                    <a:pt x="5386961" y="578640"/>
                    <a:pt x="5537343" y="744149"/>
                  </a:cubicBezTo>
                  <a:cubicBezTo>
                    <a:pt x="5630995" y="847230"/>
                    <a:pt x="5724031" y="953477"/>
                    <a:pt x="5813989" y="1056223"/>
                  </a:cubicBezTo>
                  <a:cubicBezTo>
                    <a:pt x="5890982" y="1144158"/>
                    <a:pt x="5970580" y="1235066"/>
                    <a:pt x="6050441" y="1323845"/>
                  </a:cubicBezTo>
                  <a:lnTo>
                    <a:pt x="6057336" y="1331515"/>
                  </a:lnTo>
                  <a:cubicBezTo>
                    <a:pt x="6217006" y="1509039"/>
                    <a:pt x="6382110" y="1692596"/>
                    <a:pt x="6576187" y="1853883"/>
                  </a:cubicBezTo>
                  <a:cubicBezTo>
                    <a:pt x="6703806" y="1959937"/>
                    <a:pt x="6831583" y="2058286"/>
                    <a:pt x="6991481" y="2096545"/>
                  </a:cubicBezTo>
                  <a:cubicBezTo>
                    <a:pt x="7071800" y="2115754"/>
                    <a:pt x="7154669" y="2114452"/>
                    <a:pt x="7237784" y="2092675"/>
                  </a:cubicBezTo>
                  <a:cubicBezTo>
                    <a:pt x="7470489" y="2032199"/>
                    <a:pt x="7678568" y="1825721"/>
                    <a:pt x="7830515" y="1674970"/>
                  </a:cubicBezTo>
                  <a:cubicBezTo>
                    <a:pt x="7850463" y="1655181"/>
                    <a:pt x="7869284" y="1636500"/>
                    <a:pt x="7887438" y="1618839"/>
                  </a:cubicBezTo>
                  <a:cubicBezTo>
                    <a:pt x="8082745" y="1428843"/>
                    <a:pt x="8258914" y="1215206"/>
                    <a:pt x="8429279" y="1008623"/>
                  </a:cubicBezTo>
                  <a:cubicBezTo>
                    <a:pt x="8589846" y="813913"/>
                    <a:pt x="8755882" y="612572"/>
                    <a:pt x="8939176" y="429085"/>
                  </a:cubicBezTo>
                  <a:cubicBezTo>
                    <a:pt x="8959493" y="408733"/>
                    <a:pt x="8981816" y="385232"/>
                    <a:pt x="9005439" y="360341"/>
                  </a:cubicBezTo>
                  <a:cubicBezTo>
                    <a:pt x="9089152" y="272142"/>
                    <a:pt x="9193324" y="162377"/>
                    <a:pt x="9308876" y="87389"/>
                  </a:cubicBezTo>
                  <a:cubicBezTo>
                    <a:pt x="9371604" y="46684"/>
                    <a:pt x="9432573" y="19894"/>
                    <a:pt x="9490058" y="7774"/>
                  </a:cubicBezTo>
                  <a:cubicBezTo>
                    <a:pt x="9556551" y="-6228"/>
                    <a:pt x="9621232" y="-1303"/>
                    <a:pt x="9682270" y="22445"/>
                  </a:cubicBezTo>
                  <a:cubicBezTo>
                    <a:pt x="9776168" y="58963"/>
                    <a:pt x="9847410" y="126651"/>
                    <a:pt x="9916295" y="192105"/>
                  </a:cubicBezTo>
                  <a:cubicBezTo>
                    <a:pt x="9955417" y="229292"/>
                    <a:pt x="9992374" y="264402"/>
                    <a:pt x="10032375" y="293040"/>
                  </a:cubicBezTo>
                  <a:cubicBezTo>
                    <a:pt x="10085938" y="331405"/>
                    <a:pt x="10171393" y="374977"/>
                    <a:pt x="10270340" y="425426"/>
                  </a:cubicBezTo>
                  <a:cubicBezTo>
                    <a:pt x="10432806" y="508278"/>
                    <a:pt x="10635009" y="611376"/>
                    <a:pt x="10806868" y="746911"/>
                  </a:cubicBezTo>
                  <a:cubicBezTo>
                    <a:pt x="10900098" y="820439"/>
                    <a:pt x="10976283" y="897609"/>
                    <a:pt x="11033294" y="976274"/>
                  </a:cubicBezTo>
                  <a:cubicBezTo>
                    <a:pt x="11099206" y="1067199"/>
                    <a:pt x="11142408" y="1163947"/>
                    <a:pt x="11161705" y="1263809"/>
                  </a:cubicBezTo>
                  <a:lnTo>
                    <a:pt x="11157448" y="1264636"/>
                  </a:lnTo>
                  <a:cubicBezTo>
                    <a:pt x="11075582" y="840862"/>
                    <a:pt x="10589819" y="593187"/>
                    <a:pt x="10268369" y="429279"/>
                  </a:cubicBezTo>
                  <a:cubicBezTo>
                    <a:pt x="10169282" y="378758"/>
                    <a:pt x="10083687" y="335116"/>
                    <a:pt x="10029859" y="296558"/>
                  </a:cubicBezTo>
                  <a:cubicBezTo>
                    <a:pt x="9989612" y="267745"/>
                    <a:pt x="9952549" y="232528"/>
                    <a:pt x="9913322" y="195236"/>
                  </a:cubicBezTo>
                  <a:cubicBezTo>
                    <a:pt x="9844736" y="130063"/>
                    <a:pt x="9773830" y="62674"/>
                    <a:pt x="9680723" y="26473"/>
                  </a:cubicBezTo>
                  <a:cubicBezTo>
                    <a:pt x="9567106" y="-17715"/>
                    <a:pt x="9446240" y="3394"/>
                    <a:pt x="9311251" y="91013"/>
                  </a:cubicBezTo>
                  <a:cubicBezTo>
                    <a:pt x="9196138" y="165720"/>
                    <a:pt x="9092161" y="275273"/>
                    <a:pt x="9008606" y="363314"/>
                  </a:cubicBezTo>
                  <a:cubicBezTo>
                    <a:pt x="8984964" y="388222"/>
                    <a:pt x="8962624" y="411758"/>
                    <a:pt x="8942271" y="432128"/>
                  </a:cubicBezTo>
                  <a:cubicBezTo>
                    <a:pt x="8759137" y="615457"/>
                    <a:pt x="8593170" y="816728"/>
                    <a:pt x="8432656" y="1011349"/>
                  </a:cubicBezTo>
                  <a:cubicBezTo>
                    <a:pt x="8262222" y="1218038"/>
                    <a:pt x="8085983" y="1431746"/>
                    <a:pt x="7890498" y="1621917"/>
                  </a:cubicBezTo>
                  <a:cubicBezTo>
                    <a:pt x="7872362" y="1639560"/>
                    <a:pt x="7853541" y="1658241"/>
                    <a:pt x="7833594" y="1678013"/>
                  </a:cubicBezTo>
                  <a:cubicBezTo>
                    <a:pt x="7754858" y="1756133"/>
                    <a:pt x="7665604" y="1844683"/>
                    <a:pt x="7565689" y="1922451"/>
                  </a:cubicBezTo>
                  <a:cubicBezTo>
                    <a:pt x="7449592" y="2012814"/>
                    <a:pt x="7342694" y="2069842"/>
                    <a:pt x="7238910" y="2096826"/>
                  </a:cubicBezTo>
                  <a:cubicBezTo>
                    <a:pt x="7194371" y="2108524"/>
                    <a:pt x="7149884" y="2114364"/>
                    <a:pt x="7105838" y="2114364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任意多边形: 形状 1398"/>
            <p:cNvSpPr/>
            <p:nvPr>
              <p:custDataLst>
                <p:tags r:id="rId19"/>
              </p:custDataLst>
            </p:nvPr>
          </p:nvSpPr>
          <p:spPr>
            <a:xfrm>
              <a:off x="950117" y="2747436"/>
              <a:ext cx="11240932" cy="2225361"/>
            </a:xfrm>
            <a:custGeom>
              <a:avLst/>
              <a:gdLst>
                <a:gd name="connsiteX0" fmla="*/ 7222674 w 11240932"/>
                <a:gd name="connsiteY0" fmla="*/ 2225361 h 2225361"/>
                <a:gd name="connsiteX1" fmla="*/ 7103692 w 11240932"/>
                <a:gd name="connsiteY1" fmla="*/ 2210656 h 2225361"/>
                <a:gd name="connsiteX2" fmla="*/ 6871831 w 11240932"/>
                <a:gd name="connsiteY2" fmla="*/ 2103142 h 2225361"/>
                <a:gd name="connsiteX3" fmla="*/ 6680516 w 11240932"/>
                <a:gd name="connsiteY3" fmla="*/ 1950756 h 2225361"/>
                <a:gd name="connsiteX4" fmla="*/ 6162299 w 11240932"/>
                <a:gd name="connsiteY4" fmla="*/ 1396847 h 2225361"/>
                <a:gd name="connsiteX5" fmla="*/ 6153996 w 11240932"/>
                <a:gd name="connsiteY5" fmla="*/ 1387032 h 2225361"/>
                <a:gd name="connsiteX6" fmla="*/ 5934326 w 11240932"/>
                <a:gd name="connsiteY6" fmla="*/ 1123103 h 2225361"/>
                <a:gd name="connsiteX7" fmla="*/ 5642006 w 11240932"/>
                <a:gd name="connsiteY7" fmla="*/ 774089 h 2225361"/>
                <a:gd name="connsiteX8" fmla="*/ 5115961 w 11240932"/>
                <a:gd name="connsiteY8" fmla="*/ 245898 h 2225361"/>
                <a:gd name="connsiteX9" fmla="*/ 4667966 w 11240932"/>
                <a:gd name="connsiteY9" fmla="*/ 55586 h 2225361"/>
                <a:gd name="connsiteX10" fmla="*/ 4054337 w 11240932"/>
                <a:gd name="connsiteY10" fmla="*/ 567119 h 2225361"/>
                <a:gd name="connsiteX11" fmla="*/ 3836355 w 11240932"/>
                <a:gd name="connsiteY11" fmla="*/ 932510 h 2225361"/>
                <a:gd name="connsiteX12" fmla="*/ 3495749 w 11240932"/>
                <a:gd name="connsiteY12" fmla="*/ 1309985 h 2225361"/>
                <a:gd name="connsiteX13" fmla="*/ 2945605 w 11240932"/>
                <a:gd name="connsiteY13" fmla="*/ 1646141 h 2225361"/>
                <a:gd name="connsiteX14" fmla="*/ 2099079 w 11240932"/>
                <a:gd name="connsiteY14" fmla="*/ 1887729 h 2225361"/>
                <a:gd name="connsiteX15" fmla="*/ 1387805 w 11240932"/>
                <a:gd name="connsiteY15" fmla="*/ 2020995 h 2225361"/>
                <a:gd name="connsiteX16" fmla="*/ 1272112 w 11240932"/>
                <a:gd name="connsiteY16" fmla="*/ 2043475 h 2225361"/>
                <a:gd name="connsiteX17" fmla="*/ 640964 w 11240932"/>
                <a:gd name="connsiteY17" fmla="*/ 2037213 h 2225361"/>
                <a:gd name="connsiteX18" fmla="*/ 129326 w 11240932"/>
                <a:gd name="connsiteY18" fmla="*/ 1873744 h 2225361"/>
                <a:gd name="connsiteX19" fmla="*/ 0 w 11240932"/>
                <a:gd name="connsiteY19" fmla="*/ 1824667 h 2225361"/>
                <a:gd name="connsiteX20" fmla="*/ 1478 w 11240932"/>
                <a:gd name="connsiteY20" fmla="*/ 1820656 h 2225361"/>
                <a:gd name="connsiteX21" fmla="*/ 130874 w 11240932"/>
                <a:gd name="connsiteY21" fmla="*/ 1869769 h 2225361"/>
                <a:gd name="connsiteX22" fmla="*/ 1271303 w 11240932"/>
                <a:gd name="connsiteY22" fmla="*/ 2039289 h 2225361"/>
                <a:gd name="connsiteX23" fmla="*/ 1386996 w 11240932"/>
                <a:gd name="connsiteY23" fmla="*/ 2016808 h 2225361"/>
                <a:gd name="connsiteX24" fmla="*/ 2098358 w 11240932"/>
                <a:gd name="connsiteY24" fmla="*/ 1883525 h 2225361"/>
                <a:gd name="connsiteX25" fmla="*/ 4050573 w 11240932"/>
                <a:gd name="connsiteY25" fmla="*/ 565096 h 2225361"/>
                <a:gd name="connsiteX26" fmla="*/ 4293586 w 11240932"/>
                <a:gd name="connsiteY26" fmla="*/ 195730 h 2225361"/>
                <a:gd name="connsiteX27" fmla="*/ 4668018 w 11240932"/>
                <a:gd name="connsiteY27" fmla="*/ 51312 h 2225361"/>
                <a:gd name="connsiteX28" fmla="*/ 4906950 w 11240932"/>
                <a:gd name="connsiteY28" fmla="*/ 110557 h 2225361"/>
                <a:gd name="connsiteX29" fmla="*/ 5118547 w 11240932"/>
                <a:gd name="connsiteY29" fmla="*/ 242504 h 2225361"/>
                <a:gd name="connsiteX30" fmla="*/ 5645243 w 11240932"/>
                <a:gd name="connsiteY30" fmla="*/ 771293 h 2225361"/>
                <a:gd name="connsiteX31" fmla="*/ 5937615 w 11240932"/>
                <a:gd name="connsiteY31" fmla="*/ 1120377 h 2225361"/>
                <a:gd name="connsiteX32" fmla="*/ 6157250 w 11240932"/>
                <a:gd name="connsiteY32" fmla="*/ 1384270 h 2225361"/>
                <a:gd name="connsiteX33" fmla="*/ 6165553 w 11240932"/>
                <a:gd name="connsiteY33" fmla="*/ 1394086 h 2225361"/>
                <a:gd name="connsiteX34" fmla="*/ 6683331 w 11240932"/>
                <a:gd name="connsiteY34" fmla="*/ 1947554 h 2225361"/>
                <a:gd name="connsiteX35" fmla="*/ 7104712 w 11240932"/>
                <a:gd name="connsiteY35" fmla="*/ 2206504 h 2225361"/>
                <a:gd name="connsiteX36" fmla="*/ 7356996 w 11240932"/>
                <a:gd name="connsiteY36" fmla="*/ 2202793 h 2225361"/>
                <a:gd name="connsiteX37" fmla="*/ 7960245 w 11240932"/>
                <a:gd name="connsiteY37" fmla="*/ 1757981 h 2225361"/>
                <a:gd name="connsiteX38" fmla="*/ 8014336 w 11240932"/>
                <a:gd name="connsiteY38" fmla="*/ 1701814 h 2225361"/>
                <a:gd name="connsiteX39" fmla="*/ 8554770 w 11240932"/>
                <a:gd name="connsiteY39" fmla="*/ 1061625 h 2225361"/>
                <a:gd name="connsiteX40" fmla="*/ 9066813 w 11240932"/>
                <a:gd name="connsiteY40" fmla="*/ 450107 h 2225361"/>
                <a:gd name="connsiteX41" fmla="*/ 9129769 w 11240932"/>
                <a:gd name="connsiteY41" fmla="*/ 381662 h 2225361"/>
                <a:gd name="connsiteX42" fmla="*/ 9821482 w 11240932"/>
                <a:gd name="connsiteY42" fmla="*/ 25155 h 2225361"/>
                <a:gd name="connsiteX43" fmla="*/ 10061329 w 11240932"/>
                <a:gd name="connsiteY43" fmla="*/ 211087 h 2225361"/>
                <a:gd name="connsiteX44" fmla="*/ 10173855 w 11240932"/>
                <a:gd name="connsiteY44" fmla="*/ 316964 h 2225361"/>
                <a:gd name="connsiteX45" fmla="*/ 10414195 w 11240932"/>
                <a:gd name="connsiteY45" fmla="*/ 462227 h 2225361"/>
                <a:gd name="connsiteX46" fmla="*/ 10911902 w 11240932"/>
                <a:gd name="connsiteY46" fmla="*/ 781478 h 2225361"/>
                <a:gd name="connsiteX47" fmla="*/ 11120701 w 11240932"/>
                <a:gd name="connsiteY47" fmla="*/ 1002960 h 2225361"/>
                <a:gd name="connsiteX48" fmla="*/ 11240932 w 11240932"/>
                <a:gd name="connsiteY48" fmla="*/ 1276510 h 2225361"/>
                <a:gd name="connsiteX49" fmla="*/ 11236746 w 11240932"/>
                <a:gd name="connsiteY49" fmla="*/ 1277355 h 2225361"/>
                <a:gd name="connsiteX50" fmla="*/ 10412137 w 11240932"/>
                <a:gd name="connsiteY50" fmla="*/ 465974 h 2225361"/>
                <a:gd name="connsiteX51" fmla="*/ 10171217 w 11240932"/>
                <a:gd name="connsiteY51" fmla="*/ 320324 h 2225361"/>
                <a:gd name="connsiteX52" fmla="*/ 10058268 w 11240932"/>
                <a:gd name="connsiteY52" fmla="*/ 214077 h 2225361"/>
                <a:gd name="connsiteX53" fmla="*/ 9819846 w 11240932"/>
                <a:gd name="connsiteY53" fmla="*/ 29113 h 2225361"/>
                <a:gd name="connsiteX54" fmla="*/ 9132935 w 11240932"/>
                <a:gd name="connsiteY54" fmla="*/ 384547 h 2225361"/>
                <a:gd name="connsiteX55" fmla="*/ 9069908 w 11240932"/>
                <a:gd name="connsiteY55" fmla="*/ 453062 h 2225361"/>
                <a:gd name="connsiteX56" fmla="*/ 8558129 w 11240932"/>
                <a:gd name="connsiteY56" fmla="*/ 1064281 h 2225361"/>
                <a:gd name="connsiteX57" fmla="*/ 8017397 w 11240932"/>
                <a:gd name="connsiteY57" fmla="*/ 1704805 h 2225361"/>
                <a:gd name="connsiteX58" fmla="*/ 7963341 w 11240932"/>
                <a:gd name="connsiteY58" fmla="*/ 1760936 h 2225361"/>
                <a:gd name="connsiteX59" fmla="*/ 7358104 w 11240932"/>
                <a:gd name="connsiteY59" fmla="*/ 2206927 h 2225361"/>
                <a:gd name="connsiteX60" fmla="*/ 7222674 w 11240932"/>
                <a:gd name="connsiteY60" fmla="*/ 2225361 h 2225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1240932" h="2225361">
                  <a:moveTo>
                    <a:pt x="7222674" y="2225361"/>
                  </a:moveTo>
                  <a:cubicBezTo>
                    <a:pt x="7182603" y="2225361"/>
                    <a:pt x="7142865" y="2220454"/>
                    <a:pt x="7103692" y="2210656"/>
                  </a:cubicBezTo>
                  <a:cubicBezTo>
                    <a:pt x="7027068" y="2191465"/>
                    <a:pt x="6951217" y="2156301"/>
                    <a:pt x="6871831" y="2103142"/>
                  </a:cubicBezTo>
                  <a:cubicBezTo>
                    <a:pt x="6801486" y="2056035"/>
                    <a:pt x="6738741" y="2002032"/>
                    <a:pt x="6680516" y="1950756"/>
                  </a:cubicBezTo>
                  <a:cubicBezTo>
                    <a:pt x="6485912" y="1779389"/>
                    <a:pt x="6321405" y="1584908"/>
                    <a:pt x="6162299" y="1396847"/>
                  </a:cubicBezTo>
                  <a:lnTo>
                    <a:pt x="6153996" y="1387032"/>
                  </a:lnTo>
                  <a:cubicBezTo>
                    <a:pt x="6079887" y="1299449"/>
                    <a:pt x="6005884" y="1209790"/>
                    <a:pt x="5934326" y="1123103"/>
                  </a:cubicBezTo>
                  <a:cubicBezTo>
                    <a:pt x="5839425" y="1008149"/>
                    <a:pt x="5741305" y="889272"/>
                    <a:pt x="5642006" y="774089"/>
                  </a:cubicBezTo>
                  <a:cubicBezTo>
                    <a:pt x="5499945" y="609266"/>
                    <a:pt x="5323125" y="404125"/>
                    <a:pt x="5115961" y="245898"/>
                  </a:cubicBezTo>
                  <a:cubicBezTo>
                    <a:pt x="4948605" y="118086"/>
                    <a:pt x="4806244" y="57609"/>
                    <a:pt x="4667966" y="55586"/>
                  </a:cubicBezTo>
                  <a:cubicBezTo>
                    <a:pt x="4335065" y="50661"/>
                    <a:pt x="4217331" y="267324"/>
                    <a:pt x="4054337" y="567119"/>
                  </a:cubicBezTo>
                  <a:cubicBezTo>
                    <a:pt x="3993526" y="678978"/>
                    <a:pt x="3924607" y="805752"/>
                    <a:pt x="3836355" y="932510"/>
                  </a:cubicBezTo>
                  <a:cubicBezTo>
                    <a:pt x="3735122" y="1077913"/>
                    <a:pt x="3623721" y="1201381"/>
                    <a:pt x="3495749" y="1309985"/>
                  </a:cubicBezTo>
                  <a:cubicBezTo>
                    <a:pt x="3338420" y="1443497"/>
                    <a:pt x="3158469" y="1553456"/>
                    <a:pt x="2945605" y="1646141"/>
                  </a:cubicBezTo>
                  <a:cubicBezTo>
                    <a:pt x="2704404" y="1751156"/>
                    <a:pt x="2419596" y="1832424"/>
                    <a:pt x="2099079" y="1887729"/>
                  </a:cubicBezTo>
                  <a:cubicBezTo>
                    <a:pt x="1868379" y="1927536"/>
                    <a:pt x="1634952" y="1972937"/>
                    <a:pt x="1387805" y="2020995"/>
                  </a:cubicBezTo>
                  <a:cubicBezTo>
                    <a:pt x="1349493" y="2028453"/>
                    <a:pt x="1310935" y="2035947"/>
                    <a:pt x="1272112" y="2043475"/>
                  </a:cubicBezTo>
                  <a:cubicBezTo>
                    <a:pt x="1063805" y="2083881"/>
                    <a:pt x="857363" y="2081840"/>
                    <a:pt x="640964" y="2037213"/>
                  </a:cubicBezTo>
                  <a:cubicBezTo>
                    <a:pt x="452305" y="1998321"/>
                    <a:pt x="280710" y="1932127"/>
                    <a:pt x="129326" y="1873744"/>
                  </a:cubicBezTo>
                  <a:cubicBezTo>
                    <a:pt x="84417" y="1856417"/>
                    <a:pt x="41989" y="1840059"/>
                    <a:pt x="0" y="1824667"/>
                  </a:cubicBezTo>
                  <a:lnTo>
                    <a:pt x="1478" y="1820656"/>
                  </a:lnTo>
                  <a:cubicBezTo>
                    <a:pt x="43501" y="1836066"/>
                    <a:pt x="85947" y="1852442"/>
                    <a:pt x="130874" y="1869769"/>
                  </a:cubicBezTo>
                  <a:cubicBezTo>
                    <a:pt x="446835" y="1991636"/>
                    <a:pt x="804943" y="2129757"/>
                    <a:pt x="1271303" y="2039289"/>
                  </a:cubicBezTo>
                  <a:cubicBezTo>
                    <a:pt x="1310126" y="2031760"/>
                    <a:pt x="1348684" y="2024267"/>
                    <a:pt x="1386996" y="2016808"/>
                  </a:cubicBezTo>
                  <a:cubicBezTo>
                    <a:pt x="1634161" y="1968733"/>
                    <a:pt x="1867622" y="1923332"/>
                    <a:pt x="2098358" y="1883525"/>
                  </a:cubicBezTo>
                  <a:cubicBezTo>
                    <a:pt x="3461659" y="1648304"/>
                    <a:pt x="3802054" y="1022239"/>
                    <a:pt x="4050573" y="565096"/>
                  </a:cubicBezTo>
                  <a:cubicBezTo>
                    <a:pt x="4131454" y="416316"/>
                    <a:pt x="4201306" y="287834"/>
                    <a:pt x="4293586" y="195730"/>
                  </a:cubicBezTo>
                  <a:cubicBezTo>
                    <a:pt x="4394573" y="94936"/>
                    <a:pt x="4513591" y="49060"/>
                    <a:pt x="4668018" y="51312"/>
                  </a:cubicBezTo>
                  <a:cubicBezTo>
                    <a:pt x="4744291" y="52438"/>
                    <a:pt x="4824679" y="72368"/>
                    <a:pt x="4906950" y="110557"/>
                  </a:cubicBezTo>
                  <a:cubicBezTo>
                    <a:pt x="4973566" y="141481"/>
                    <a:pt x="5042784" y="184648"/>
                    <a:pt x="5118547" y="242504"/>
                  </a:cubicBezTo>
                  <a:cubicBezTo>
                    <a:pt x="5326080" y="400994"/>
                    <a:pt x="5503041" y="606311"/>
                    <a:pt x="5645243" y="771293"/>
                  </a:cubicBezTo>
                  <a:cubicBezTo>
                    <a:pt x="5744559" y="886511"/>
                    <a:pt x="5842696" y="1005405"/>
                    <a:pt x="5937615" y="1120377"/>
                  </a:cubicBezTo>
                  <a:cubicBezTo>
                    <a:pt x="6009173" y="1207063"/>
                    <a:pt x="6083159" y="1296687"/>
                    <a:pt x="6157250" y="1384270"/>
                  </a:cubicBezTo>
                  <a:lnTo>
                    <a:pt x="6165553" y="1394086"/>
                  </a:lnTo>
                  <a:cubicBezTo>
                    <a:pt x="6324554" y="1582041"/>
                    <a:pt x="6488955" y="1776381"/>
                    <a:pt x="6683331" y="1947554"/>
                  </a:cubicBezTo>
                  <a:cubicBezTo>
                    <a:pt x="6811654" y="2060556"/>
                    <a:pt x="6940434" y="2165378"/>
                    <a:pt x="7104712" y="2206504"/>
                  </a:cubicBezTo>
                  <a:cubicBezTo>
                    <a:pt x="7187053" y="2227121"/>
                    <a:pt x="7271927" y="2225872"/>
                    <a:pt x="7356996" y="2202793"/>
                  </a:cubicBezTo>
                  <a:cubicBezTo>
                    <a:pt x="7595945" y="2138429"/>
                    <a:pt x="7806504" y="1918547"/>
                    <a:pt x="7960245" y="1757981"/>
                  </a:cubicBezTo>
                  <a:cubicBezTo>
                    <a:pt x="7979191" y="1738192"/>
                    <a:pt x="7997097" y="1719493"/>
                    <a:pt x="8014336" y="1701814"/>
                  </a:cubicBezTo>
                  <a:cubicBezTo>
                    <a:pt x="8209644" y="1501546"/>
                    <a:pt x="8385092" y="1277900"/>
                    <a:pt x="8554770" y="1061625"/>
                  </a:cubicBezTo>
                  <a:cubicBezTo>
                    <a:pt x="8715776" y="856413"/>
                    <a:pt x="8882253" y="644201"/>
                    <a:pt x="9066813" y="450107"/>
                  </a:cubicBezTo>
                  <a:cubicBezTo>
                    <a:pt x="9086092" y="429843"/>
                    <a:pt x="9107306" y="406430"/>
                    <a:pt x="9129769" y="381662"/>
                  </a:cubicBezTo>
                  <a:cubicBezTo>
                    <a:pt x="9298551" y="195484"/>
                    <a:pt x="9553614" y="-85842"/>
                    <a:pt x="9821482" y="25155"/>
                  </a:cubicBezTo>
                  <a:cubicBezTo>
                    <a:pt x="9918828" y="65508"/>
                    <a:pt x="9991266" y="139511"/>
                    <a:pt x="10061329" y="211087"/>
                  </a:cubicBezTo>
                  <a:cubicBezTo>
                    <a:pt x="10099254" y="249821"/>
                    <a:pt x="10135068" y="286427"/>
                    <a:pt x="10173855" y="316964"/>
                  </a:cubicBezTo>
                  <a:cubicBezTo>
                    <a:pt x="10227700" y="359357"/>
                    <a:pt x="10314123" y="407028"/>
                    <a:pt x="10414195" y="462227"/>
                  </a:cubicBezTo>
                  <a:cubicBezTo>
                    <a:pt x="10565404" y="545624"/>
                    <a:pt x="10753569" y="649425"/>
                    <a:pt x="10911902" y="781478"/>
                  </a:cubicBezTo>
                  <a:cubicBezTo>
                    <a:pt x="10998851" y="854003"/>
                    <a:pt x="11067155" y="926459"/>
                    <a:pt x="11120701" y="1002960"/>
                  </a:cubicBezTo>
                  <a:cubicBezTo>
                    <a:pt x="11181600" y="1089963"/>
                    <a:pt x="11222041" y="1182014"/>
                    <a:pt x="11240932" y="1276510"/>
                  </a:cubicBezTo>
                  <a:lnTo>
                    <a:pt x="11236746" y="1277355"/>
                  </a:lnTo>
                  <a:cubicBezTo>
                    <a:pt x="11156674" y="876660"/>
                    <a:pt x="10726357" y="639293"/>
                    <a:pt x="10412137" y="465974"/>
                  </a:cubicBezTo>
                  <a:cubicBezTo>
                    <a:pt x="10311906" y="410687"/>
                    <a:pt x="10225343" y="362928"/>
                    <a:pt x="10171217" y="320324"/>
                  </a:cubicBezTo>
                  <a:cubicBezTo>
                    <a:pt x="10132201" y="289611"/>
                    <a:pt x="10096299" y="252917"/>
                    <a:pt x="10058268" y="214077"/>
                  </a:cubicBezTo>
                  <a:cubicBezTo>
                    <a:pt x="9988522" y="142818"/>
                    <a:pt x="9916383" y="69113"/>
                    <a:pt x="9819846" y="29113"/>
                  </a:cubicBezTo>
                  <a:cubicBezTo>
                    <a:pt x="9554757" y="-80740"/>
                    <a:pt x="9300908" y="199266"/>
                    <a:pt x="9132935" y="384547"/>
                  </a:cubicBezTo>
                  <a:cubicBezTo>
                    <a:pt x="9110455" y="409350"/>
                    <a:pt x="9089223" y="432763"/>
                    <a:pt x="9069908" y="453062"/>
                  </a:cubicBezTo>
                  <a:cubicBezTo>
                    <a:pt x="8885489" y="647015"/>
                    <a:pt x="8719066" y="859140"/>
                    <a:pt x="8558129" y="1064281"/>
                  </a:cubicBezTo>
                  <a:cubicBezTo>
                    <a:pt x="8388381" y="1280644"/>
                    <a:pt x="8212863" y="1504378"/>
                    <a:pt x="8017397" y="1704805"/>
                  </a:cubicBezTo>
                  <a:cubicBezTo>
                    <a:pt x="8000175" y="1722466"/>
                    <a:pt x="7982286" y="1741147"/>
                    <a:pt x="7963341" y="1760936"/>
                  </a:cubicBezTo>
                  <a:cubicBezTo>
                    <a:pt x="7809248" y="1921855"/>
                    <a:pt x="7598215" y="2142246"/>
                    <a:pt x="7358104" y="2206927"/>
                  </a:cubicBezTo>
                  <a:cubicBezTo>
                    <a:pt x="7312825" y="2219222"/>
                    <a:pt x="7267548" y="2225361"/>
                    <a:pt x="7222674" y="222536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" name="任意多边形: 形状 1399"/>
            <p:cNvSpPr/>
            <p:nvPr>
              <p:custDataLst>
                <p:tags r:id="rId20"/>
              </p:custDataLst>
            </p:nvPr>
          </p:nvSpPr>
          <p:spPr>
            <a:xfrm>
              <a:off x="870889" y="2684806"/>
              <a:ext cx="11320143" cy="2336171"/>
            </a:xfrm>
            <a:custGeom>
              <a:avLst/>
              <a:gdLst>
                <a:gd name="connsiteX0" fmla="*/ 7339440 w 11320143"/>
                <a:gd name="connsiteY0" fmla="*/ 2336172 h 2336171"/>
                <a:gd name="connsiteX1" fmla="*/ 7216886 w 11320143"/>
                <a:gd name="connsiteY1" fmla="*/ 2320376 h 2336171"/>
                <a:gd name="connsiteX2" fmla="*/ 6787607 w 11320143"/>
                <a:gd name="connsiteY2" fmla="*/ 2044134 h 2336171"/>
                <a:gd name="connsiteX3" fmla="*/ 6269918 w 11320143"/>
                <a:gd name="connsiteY3" fmla="*/ 1458598 h 2336171"/>
                <a:gd name="connsiteX4" fmla="*/ 6260771 w 11320143"/>
                <a:gd name="connsiteY4" fmla="*/ 1447129 h 2336171"/>
                <a:gd name="connsiteX5" fmla="*/ 6055577 w 11320143"/>
                <a:gd name="connsiteY5" fmla="*/ 1186208 h 2336171"/>
                <a:gd name="connsiteX6" fmla="*/ 5749871 w 11320143"/>
                <a:gd name="connsiteY6" fmla="*/ 800940 h 2336171"/>
                <a:gd name="connsiteX7" fmla="*/ 5220220 w 11320143"/>
                <a:gd name="connsiteY7" fmla="*/ 246979 h 2336171"/>
                <a:gd name="connsiteX8" fmla="*/ 4762708 w 11320143"/>
                <a:gd name="connsiteY8" fmla="*/ 50563 h 2336171"/>
                <a:gd name="connsiteX9" fmla="*/ 4762497 w 11320143"/>
                <a:gd name="connsiteY9" fmla="*/ 50563 h 2336171"/>
                <a:gd name="connsiteX10" fmla="*/ 4175395 w 11320143"/>
                <a:gd name="connsiteY10" fmla="*/ 595922 h 2336171"/>
                <a:gd name="connsiteX11" fmla="*/ 3964907 w 11320143"/>
                <a:gd name="connsiteY11" fmla="*/ 993539 h 2336171"/>
                <a:gd name="connsiteX12" fmla="*/ 3624706 w 11320143"/>
                <a:gd name="connsiteY12" fmla="*/ 1404137 h 2336171"/>
                <a:gd name="connsiteX13" fmla="*/ 3059944 w 11320143"/>
                <a:gd name="connsiteY13" fmla="*/ 1767804 h 2336171"/>
                <a:gd name="connsiteX14" fmla="*/ 2175949 w 11320143"/>
                <a:gd name="connsiteY14" fmla="*/ 2024802 h 2336171"/>
                <a:gd name="connsiteX15" fmla="*/ 1760619 w 11320143"/>
                <a:gd name="connsiteY15" fmla="*/ 2097697 h 2336171"/>
                <a:gd name="connsiteX16" fmla="*/ 1325447 w 11320143"/>
                <a:gd name="connsiteY16" fmla="*/ 2174128 h 2336171"/>
                <a:gd name="connsiteX17" fmla="*/ 665731 w 11320143"/>
                <a:gd name="connsiteY17" fmla="*/ 2142043 h 2336171"/>
                <a:gd name="connsiteX18" fmla="*/ 128464 w 11320143"/>
                <a:gd name="connsiteY18" fmla="*/ 1937623 h 2336171"/>
                <a:gd name="connsiteX19" fmla="*/ 0 w 11320143"/>
                <a:gd name="connsiteY19" fmla="*/ 1880436 h 2336171"/>
                <a:gd name="connsiteX20" fmla="*/ 1671 w 11320143"/>
                <a:gd name="connsiteY20" fmla="*/ 1876566 h 2336171"/>
                <a:gd name="connsiteX21" fmla="*/ 130188 w 11320143"/>
                <a:gd name="connsiteY21" fmla="*/ 1933771 h 2336171"/>
                <a:gd name="connsiteX22" fmla="*/ 1324726 w 11320143"/>
                <a:gd name="connsiteY22" fmla="*/ 2169959 h 2336171"/>
                <a:gd name="connsiteX23" fmla="*/ 1759863 w 11320143"/>
                <a:gd name="connsiteY23" fmla="*/ 2093528 h 2336171"/>
                <a:gd name="connsiteX24" fmla="*/ 2175228 w 11320143"/>
                <a:gd name="connsiteY24" fmla="*/ 2020615 h 2336171"/>
                <a:gd name="connsiteX25" fmla="*/ 4171578 w 11320143"/>
                <a:gd name="connsiteY25" fmla="*/ 594093 h 2336171"/>
                <a:gd name="connsiteX26" fmla="*/ 4399182 w 11320143"/>
                <a:gd name="connsiteY26" fmla="*/ 203583 h 2336171"/>
                <a:gd name="connsiteX27" fmla="*/ 4762462 w 11320143"/>
                <a:gd name="connsiteY27" fmla="*/ 46341 h 2336171"/>
                <a:gd name="connsiteX28" fmla="*/ 4762655 w 11320143"/>
                <a:gd name="connsiteY28" fmla="*/ 46341 h 2336171"/>
                <a:gd name="connsiteX29" fmla="*/ 5007340 w 11320143"/>
                <a:gd name="connsiteY29" fmla="*/ 106096 h 2336171"/>
                <a:gd name="connsiteX30" fmla="*/ 5222771 w 11320143"/>
                <a:gd name="connsiteY30" fmla="*/ 243654 h 2336171"/>
                <a:gd name="connsiteX31" fmla="*/ 5753090 w 11320143"/>
                <a:gd name="connsiteY31" fmla="*/ 798249 h 2336171"/>
                <a:gd name="connsiteX32" fmla="*/ 6058867 w 11320143"/>
                <a:gd name="connsiteY32" fmla="*/ 1183605 h 2336171"/>
                <a:gd name="connsiteX33" fmla="*/ 6264025 w 11320143"/>
                <a:gd name="connsiteY33" fmla="*/ 1444490 h 2336171"/>
                <a:gd name="connsiteX34" fmla="*/ 6273172 w 11320143"/>
                <a:gd name="connsiteY34" fmla="*/ 1455941 h 2336171"/>
                <a:gd name="connsiteX35" fmla="*/ 6790440 w 11320143"/>
                <a:gd name="connsiteY35" fmla="*/ 2041020 h 2336171"/>
                <a:gd name="connsiteX36" fmla="*/ 7217925 w 11320143"/>
                <a:gd name="connsiteY36" fmla="*/ 2316277 h 2336171"/>
                <a:gd name="connsiteX37" fmla="*/ 7476172 w 11320143"/>
                <a:gd name="connsiteY37" fmla="*/ 2312706 h 2336171"/>
                <a:gd name="connsiteX38" fmla="*/ 8090098 w 11320143"/>
                <a:gd name="connsiteY38" fmla="*/ 1840312 h 2336171"/>
                <a:gd name="connsiteX39" fmla="*/ 8141199 w 11320143"/>
                <a:gd name="connsiteY39" fmla="*/ 1784585 h 2336171"/>
                <a:gd name="connsiteX40" fmla="*/ 8680507 w 11320143"/>
                <a:gd name="connsiteY40" fmla="*/ 1114316 h 2336171"/>
                <a:gd name="connsiteX41" fmla="*/ 9194432 w 11320143"/>
                <a:gd name="connsiteY41" fmla="*/ 470942 h 2336171"/>
                <a:gd name="connsiteX42" fmla="*/ 9254029 w 11320143"/>
                <a:gd name="connsiteY42" fmla="*/ 403165 h 2336171"/>
                <a:gd name="connsiteX43" fmla="*/ 9566701 w 11320143"/>
                <a:gd name="connsiteY43" fmla="*/ 97530 h 2336171"/>
                <a:gd name="connsiteX44" fmla="*/ 9757259 w 11320143"/>
                <a:gd name="connsiteY44" fmla="*/ 8082 h 2336171"/>
                <a:gd name="connsiteX45" fmla="*/ 9960658 w 11320143"/>
                <a:gd name="connsiteY45" fmla="*/ 27660 h 2336171"/>
                <a:gd name="connsiteX46" fmla="*/ 10206943 w 11320143"/>
                <a:gd name="connsiteY46" fmla="*/ 230778 h 2336171"/>
                <a:gd name="connsiteX47" fmla="*/ 10315319 w 11320143"/>
                <a:gd name="connsiteY47" fmla="*/ 340684 h 2336171"/>
                <a:gd name="connsiteX48" fmla="*/ 10555553 w 11320143"/>
                <a:gd name="connsiteY48" fmla="*/ 498559 h 2336171"/>
                <a:gd name="connsiteX49" fmla="*/ 11015510 w 11320143"/>
                <a:gd name="connsiteY49" fmla="*/ 815153 h 2336171"/>
                <a:gd name="connsiteX50" fmla="*/ 11320143 w 11320143"/>
                <a:gd name="connsiteY50" fmla="*/ 1289007 h 2336171"/>
                <a:gd name="connsiteX51" fmla="*/ 11316026 w 11320143"/>
                <a:gd name="connsiteY51" fmla="*/ 1289851 h 2336171"/>
                <a:gd name="connsiteX52" fmla="*/ 10553406 w 11320143"/>
                <a:gd name="connsiteY52" fmla="*/ 502165 h 2336171"/>
                <a:gd name="connsiteX53" fmla="*/ 10312592 w 11320143"/>
                <a:gd name="connsiteY53" fmla="*/ 343868 h 2336171"/>
                <a:gd name="connsiteX54" fmla="*/ 10203865 w 11320143"/>
                <a:gd name="connsiteY54" fmla="*/ 233628 h 2336171"/>
                <a:gd name="connsiteX55" fmla="*/ 9959005 w 11320143"/>
                <a:gd name="connsiteY55" fmla="*/ 31530 h 2336171"/>
                <a:gd name="connsiteX56" fmla="*/ 9569163 w 11320143"/>
                <a:gd name="connsiteY56" fmla="*/ 101013 h 2336171"/>
                <a:gd name="connsiteX57" fmla="*/ 9257248 w 11320143"/>
                <a:gd name="connsiteY57" fmla="*/ 405945 h 2336171"/>
                <a:gd name="connsiteX58" fmla="*/ 9197580 w 11320143"/>
                <a:gd name="connsiteY58" fmla="*/ 473791 h 2336171"/>
                <a:gd name="connsiteX59" fmla="*/ 8683902 w 11320143"/>
                <a:gd name="connsiteY59" fmla="*/ 1116866 h 2336171"/>
                <a:gd name="connsiteX60" fmla="*/ 8144312 w 11320143"/>
                <a:gd name="connsiteY60" fmla="*/ 1787488 h 2336171"/>
                <a:gd name="connsiteX61" fmla="*/ 8093230 w 11320143"/>
                <a:gd name="connsiteY61" fmla="*/ 1843197 h 2336171"/>
                <a:gd name="connsiteX62" fmla="*/ 7477332 w 11320143"/>
                <a:gd name="connsiteY62" fmla="*/ 2316805 h 2336171"/>
                <a:gd name="connsiteX63" fmla="*/ 7339440 w 11320143"/>
                <a:gd name="connsiteY63" fmla="*/ 2336172 h 2336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320143" h="2336171">
                  <a:moveTo>
                    <a:pt x="7339440" y="2336172"/>
                  </a:moveTo>
                  <a:cubicBezTo>
                    <a:pt x="7298190" y="2336172"/>
                    <a:pt x="7257257" y="2330912"/>
                    <a:pt x="7216886" y="2320376"/>
                  </a:cubicBezTo>
                  <a:cubicBezTo>
                    <a:pt x="7047384" y="2276135"/>
                    <a:pt x="6911867" y="2159651"/>
                    <a:pt x="6787607" y="2044134"/>
                  </a:cubicBezTo>
                  <a:cubicBezTo>
                    <a:pt x="6592458" y="1862723"/>
                    <a:pt x="6428479" y="1657283"/>
                    <a:pt x="6269918" y="1458598"/>
                  </a:cubicBezTo>
                  <a:lnTo>
                    <a:pt x="6260771" y="1447129"/>
                  </a:lnTo>
                  <a:cubicBezTo>
                    <a:pt x="6191622" y="1360495"/>
                    <a:pt x="6122456" y="1271892"/>
                    <a:pt x="6055577" y="1186208"/>
                  </a:cubicBezTo>
                  <a:cubicBezTo>
                    <a:pt x="5956507" y="1059275"/>
                    <a:pt x="5854043" y="927997"/>
                    <a:pt x="5749871" y="800940"/>
                  </a:cubicBezTo>
                  <a:cubicBezTo>
                    <a:pt x="5576165" y="589062"/>
                    <a:pt x="5416425" y="401142"/>
                    <a:pt x="5220220" y="246979"/>
                  </a:cubicBezTo>
                  <a:cubicBezTo>
                    <a:pt x="5049680" y="112974"/>
                    <a:pt x="4904294" y="50563"/>
                    <a:pt x="4762708" y="50563"/>
                  </a:cubicBezTo>
                  <a:cubicBezTo>
                    <a:pt x="4762638" y="50563"/>
                    <a:pt x="4762567" y="50563"/>
                    <a:pt x="4762497" y="50563"/>
                  </a:cubicBezTo>
                  <a:cubicBezTo>
                    <a:pt x="4435823" y="50704"/>
                    <a:pt x="4326586" y="279398"/>
                    <a:pt x="4175395" y="595922"/>
                  </a:cubicBezTo>
                  <a:cubicBezTo>
                    <a:pt x="4117276" y="717614"/>
                    <a:pt x="4051399" y="855524"/>
                    <a:pt x="3964907" y="993539"/>
                  </a:cubicBezTo>
                  <a:cubicBezTo>
                    <a:pt x="3865643" y="1151924"/>
                    <a:pt x="3754365" y="1286228"/>
                    <a:pt x="3624706" y="1404137"/>
                  </a:cubicBezTo>
                  <a:cubicBezTo>
                    <a:pt x="3465212" y="1549171"/>
                    <a:pt x="3280477" y="1668118"/>
                    <a:pt x="3059944" y="1767804"/>
                  </a:cubicBezTo>
                  <a:cubicBezTo>
                    <a:pt x="2809947" y="1880788"/>
                    <a:pt x="2512544" y="1967263"/>
                    <a:pt x="2175949" y="2024802"/>
                  </a:cubicBezTo>
                  <a:cubicBezTo>
                    <a:pt x="2040168" y="2048021"/>
                    <a:pt x="1904387" y="2072155"/>
                    <a:pt x="1760619" y="2097697"/>
                  </a:cubicBezTo>
                  <a:cubicBezTo>
                    <a:pt x="1620018" y="2122693"/>
                    <a:pt x="1474615" y="2148534"/>
                    <a:pt x="1325447" y="2174128"/>
                  </a:cubicBezTo>
                  <a:cubicBezTo>
                    <a:pt x="1108380" y="2211367"/>
                    <a:pt x="892597" y="2200883"/>
                    <a:pt x="665731" y="2142043"/>
                  </a:cubicBezTo>
                  <a:cubicBezTo>
                    <a:pt x="467961" y="2090749"/>
                    <a:pt x="287588" y="2009392"/>
                    <a:pt x="128464" y="1937623"/>
                  </a:cubicBezTo>
                  <a:cubicBezTo>
                    <a:pt x="83872" y="1917517"/>
                    <a:pt x="41760" y="1898519"/>
                    <a:pt x="0" y="1880436"/>
                  </a:cubicBezTo>
                  <a:lnTo>
                    <a:pt x="1671" y="1876566"/>
                  </a:lnTo>
                  <a:cubicBezTo>
                    <a:pt x="43466" y="1894667"/>
                    <a:pt x="85596" y="1913665"/>
                    <a:pt x="130188" y="1933771"/>
                  </a:cubicBezTo>
                  <a:cubicBezTo>
                    <a:pt x="462314" y="2083572"/>
                    <a:pt x="838770" y="2253338"/>
                    <a:pt x="1324726" y="2169959"/>
                  </a:cubicBezTo>
                  <a:cubicBezTo>
                    <a:pt x="1473876" y="2144365"/>
                    <a:pt x="1619262" y="2118524"/>
                    <a:pt x="1759863" y="2093528"/>
                  </a:cubicBezTo>
                  <a:cubicBezTo>
                    <a:pt x="1903630" y="2067969"/>
                    <a:pt x="2039447" y="2043835"/>
                    <a:pt x="2175228" y="2020615"/>
                  </a:cubicBezTo>
                  <a:cubicBezTo>
                    <a:pt x="3607150" y="1775825"/>
                    <a:pt x="3933367" y="1092802"/>
                    <a:pt x="4171578" y="594093"/>
                  </a:cubicBezTo>
                  <a:cubicBezTo>
                    <a:pt x="4246566" y="437098"/>
                    <a:pt x="4311335" y="301510"/>
                    <a:pt x="4399182" y="203583"/>
                  </a:cubicBezTo>
                  <a:cubicBezTo>
                    <a:pt x="4495385" y="96369"/>
                    <a:pt x="4610814" y="46394"/>
                    <a:pt x="4762462" y="46341"/>
                  </a:cubicBezTo>
                  <a:cubicBezTo>
                    <a:pt x="4762532" y="46341"/>
                    <a:pt x="4762585" y="46341"/>
                    <a:pt x="4762655" y="46341"/>
                  </a:cubicBezTo>
                  <a:cubicBezTo>
                    <a:pt x="4840898" y="46341"/>
                    <a:pt x="4923221" y="66447"/>
                    <a:pt x="5007340" y="106096"/>
                  </a:cubicBezTo>
                  <a:cubicBezTo>
                    <a:pt x="5075204" y="138093"/>
                    <a:pt x="5145689" y="183090"/>
                    <a:pt x="5222771" y="243654"/>
                  </a:cubicBezTo>
                  <a:cubicBezTo>
                    <a:pt x="5419310" y="398082"/>
                    <a:pt x="5579226" y="586177"/>
                    <a:pt x="5753090" y="798249"/>
                  </a:cubicBezTo>
                  <a:cubicBezTo>
                    <a:pt x="5857297" y="925358"/>
                    <a:pt x="5959761" y="1056636"/>
                    <a:pt x="6058867" y="1183605"/>
                  </a:cubicBezTo>
                  <a:cubicBezTo>
                    <a:pt x="6125746" y="1269288"/>
                    <a:pt x="6194894" y="1357892"/>
                    <a:pt x="6264025" y="1444490"/>
                  </a:cubicBezTo>
                  <a:lnTo>
                    <a:pt x="6273172" y="1455941"/>
                  </a:lnTo>
                  <a:cubicBezTo>
                    <a:pt x="6431645" y="1654503"/>
                    <a:pt x="6595519" y="1859820"/>
                    <a:pt x="6790440" y="2041020"/>
                  </a:cubicBezTo>
                  <a:cubicBezTo>
                    <a:pt x="6914312" y="2156168"/>
                    <a:pt x="7049355" y="2272283"/>
                    <a:pt x="7217925" y="2316277"/>
                  </a:cubicBezTo>
                  <a:cubicBezTo>
                    <a:pt x="7302289" y="2338300"/>
                    <a:pt x="7389169" y="2337104"/>
                    <a:pt x="7476172" y="2312706"/>
                  </a:cubicBezTo>
                  <a:cubicBezTo>
                    <a:pt x="7721542" y="2244402"/>
                    <a:pt x="7934563" y="2010853"/>
                    <a:pt x="8090098" y="1840312"/>
                  </a:cubicBezTo>
                  <a:cubicBezTo>
                    <a:pt x="8108006" y="1820681"/>
                    <a:pt x="8124910" y="1802141"/>
                    <a:pt x="8141199" y="1784585"/>
                  </a:cubicBezTo>
                  <a:cubicBezTo>
                    <a:pt x="8336524" y="1573991"/>
                    <a:pt x="8511392" y="1340301"/>
                    <a:pt x="8680507" y="1114316"/>
                  </a:cubicBezTo>
                  <a:cubicBezTo>
                    <a:pt x="8841882" y="898656"/>
                    <a:pt x="9008764" y="675660"/>
                    <a:pt x="9194432" y="470942"/>
                  </a:cubicBezTo>
                  <a:cubicBezTo>
                    <a:pt x="9212656" y="450853"/>
                    <a:pt x="9232762" y="427686"/>
                    <a:pt x="9254029" y="403165"/>
                  </a:cubicBezTo>
                  <a:cubicBezTo>
                    <a:pt x="9339449" y="304746"/>
                    <a:pt x="9445748" y="182263"/>
                    <a:pt x="9566701" y="97530"/>
                  </a:cubicBezTo>
                  <a:cubicBezTo>
                    <a:pt x="9632524" y="51425"/>
                    <a:pt x="9696641" y="21328"/>
                    <a:pt x="9757259" y="8082"/>
                  </a:cubicBezTo>
                  <a:cubicBezTo>
                    <a:pt x="9827586" y="-7292"/>
                    <a:pt x="9896013" y="-713"/>
                    <a:pt x="9960658" y="27660"/>
                  </a:cubicBezTo>
                  <a:cubicBezTo>
                    <a:pt x="10061751" y="72023"/>
                    <a:pt x="10135561" y="152729"/>
                    <a:pt x="10206943" y="230778"/>
                  </a:cubicBezTo>
                  <a:cubicBezTo>
                    <a:pt x="10243479" y="270726"/>
                    <a:pt x="10277991" y="308476"/>
                    <a:pt x="10315319" y="340684"/>
                  </a:cubicBezTo>
                  <a:cubicBezTo>
                    <a:pt x="10369110" y="387088"/>
                    <a:pt x="10455515" y="438751"/>
                    <a:pt x="10555553" y="498559"/>
                  </a:cubicBezTo>
                  <a:cubicBezTo>
                    <a:pt x="10695661" y="582325"/>
                    <a:pt x="10870036" y="686566"/>
                    <a:pt x="11015510" y="815153"/>
                  </a:cubicBezTo>
                  <a:cubicBezTo>
                    <a:pt x="11185611" y="965517"/>
                    <a:pt x="11285261" y="1120508"/>
                    <a:pt x="11320143" y="1289007"/>
                  </a:cubicBezTo>
                  <a:lnTo>
                    <a:pt x="11316026" y="1289851"/>
                  </a:lnTo>
                  <a:cubicBezTo>
                    <a:pt x="11237643" y="911233"/>
                    <a:pt x="10842173" y="674799"/>
                    <a:pt x="10553406" y="502165"/>
                  </a:cubicBezTo>
                  <a:cubicBezTo>
                    <a:pt x="10453193" y="442251"/>
                    <a:pt x="10366648" y="390518"/>
                    <a:pt x="10312592" y="343868"/>
                  </a:cubicBezTo>
                  <a:cubicBezTo>
                    <a:pt x="10275071" y="311501"/>
                    <a:pt x="10240489" y="273664"/>
                    <a:pt x="10203865" y="233628"/>
                  </a:cubicBezTo>
                  <a:cubicBezTo>
                    <a:pt x="10132782" y="155895"/>
                    <a:pt x="10059288" y="75542"/>
                    <a:pt x="9959005" y="31530"/>
                  </a:cubicBezTo>
                  <a:cubicBezTo>
                    <a:pt x="9838773" y="-21242"/>
                    <a:pt x="9711242" y="1485"/>
                    <a:pt x="9569163" y="101013"/>
                  </a:cubicBezTo>
                  <a:cubicBezTo>
                    <a:pt x="9448633" y="185430"/>
                    <a:pt x="9342527" y="307701"/>
                    <a:pt x="9257248" y="405945"/>
                  </a:cubicBezTo>
                  <a:cubicBezTo>
                    <a:pt x="9235945" y="430483"/>
                    <a:pt x="9215840" y="453650"/>
                    <a:pt x="9197580" y="473791"/>
                  </a:cubicBezTo>
                  <a:cubicBezTo>
                    <a:pt x="9012036" y="678369"/>
                    <a:pt x="8845225" y="901277"/>
                    <a:pt x="8683902" y="1116866"/>
                  </a:cubicBezTo>
                  <a:cubicBezTo>
                    <a:pt x="8514734" y="1342940"/>
                    <a:pt x="8339796" y="1576718"/>
                    <a:pt x="8144312" y="1787488"/>
                  </a:cubicBezTo>
                  <a:cubicBezTo>
                    <a:pt x="8128041" y="1805026"/>
                    <a:pt x="8111137" y="1823566"/>
                    <a:pt x="8093230" y="1843197"/>
                  </a:cubicBezTo>
                  <a:cubicBezTo>
                    <a:pt x="7937343" y="2014107"/>
                    <a:pt x="7723846" y="2248166"/>
                    <a:pt x="7477332" y="2316805"/>
                  </a:cubicBezTo>
                  <a:cubicBezTo>
                    <a:pt x="7431210" y="2329716"/>
                    <a:pt x="7385123" y="2336172"/>
                    <a:pt x="7339440" y="2336172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" name="任意多边形: 形状 1400"/>
            <p:cNvSpPr/>
            <p:nvPr>
              <p:custDataLst>
                <p:tags r:id="rId21"/>
              </p:custDataLst>
            </p:nvPr>
          </p:nvSpPr>
          <p:spPr>
            <a:xfrm>
              <a:off x="791679" y="2622106"/>
              <a:ext cx="11399335" cy="2447051"/>
            </a:xfrm>
            <a:custGeom>
              <a:avLst/>
              <a:gdLst>
                <a:gd name="connsiteX0" fmla="*/ 7456118 w 11399335"/>
                <a:gd name="connsiteY0" fmla="*/ 2447052 h 2447051"/>
                <a:gd name="connsiteX1" fmla="*/ 7330029 w 11399335"/>
                <a:gd name="connsiteY1" fmla="*/ 2430165 h 2447051"/>
                <a:gd name="connsiteX2" fmla="*/ 6894646 w 11399335"/>
                <a:gd name="connsiteY2" fmla="*/ 2137582 h 2447051"/>
                <a:gd name="connsiteX3" fmla="*/ 6377115 w 11399335"/>
                <a:gd name="connsiteY3" fmla="*/ 1520066 h 2447051"/>
                <a:gd name="connsiteX4" fmla="*/ 6367492 w 11399335"/>
                <a:gd name="connsiteY4" fmla="*/ 1507330 h 2447051"/>
                <a:gd name="connsiteX5" fmla="*/ 6174824 w 11399335"/>
                <a:gd name="connsiteY5" fmla="*/ 1248697 h 2447051"/>
                <a:gd name="connsiteX6" fmla="*/ 5857684 w 11399335"/>
                <a:gd name="connsiteY6" fmla="*/ 827878 h 2447051"/>
                <a:gd name="connsiteX7" fmla="*/ 5324409 w 11399335"/>
                <a:gd name="connsiteY7" fmla="*/ 248164 h 2447051"/>
                <a:gd name="connsiteX8" fmla="*/ 4856976 w 11399335"/>
                <a:gd name="connsiteY8" fmla="*/ 45645 h 2447051"/>
                <a:gd name="connsiteX9" fmla="*/ 4507188 w 11399335"/>
                <a:gd name="connsiteY9" fmla="*/ 213757 h 2447051"/>
                <a:gd name="connsiteX10" fmla="*/ 4294730 w 11399335"/>
                <a:gd name="connsiteY10" fmla="*/ 624004 h 2447051"/>
                <a:gd name="connsiteX11" fmla="*/ 4092121 w 11399335"/>
                <a:gd name="connsiteY11" fmla="*/ 1054040 h 2447051"/>
                <a:gd name="connsiteX12" fmla="*/ 3752765 w 11399335"/>
                <a:gd name="connsiteY12" fmla="*/ 1498060 h 2447051"/>
                <a:gd name="connsiteX13" fmla="*/ 3499672 w 11399335"/>
                <a:gd name="connsiteY13" fmla="*/ 1704503 h 2447051"/>
                <a:gd name="connsiteX14" fmla="*/ 3173861 w 11399335"/>
                <a:gd name="connsiteY14" fmla="*/ 1889485 h 2447051"/>
                <a:gd name="connsiteX15" fmla="*/ 2762523 w 11399335"/>
                <a:gd name="connsiteY15" fmla="*/ 2044721 h 2447051"/>
                <a:gd name="connsiteX16" fmla="*/ 2252802 w 11399335"/>
                <a:gd name="connsiteY16" fmla="*/ 2161927 h 2447051"/>
                <a:gd name="connsiteX17" fmla="*/ 2180681 w 11399335"/>
                <a:gd name="connsiteY17" fmla="*/ 2174152 h 2447051"/>
                <a:gd name="connsiteX18" fmla="*/ 1378746 w 11399335"/>
                <a:gd name="connsiteY18" fmla="*/ 2304850 h 2447051"/>
                <a:gd name="connsiteX19" fmla="*/ 690921 w 11399335"/>
                <a:gd name="connsiteY19" fmla="*/ 2246678 h 2447051"/>
                <a:gd name="connsiteX20" fmla="*/ 128288 w 11399335"/>
                <a:gd name="connsiteY20" fmla="*/ 2001114 h 2447051"/>
                <a:gd name="connsiteX21" fmla="*/ 0 w 11399335"/>
                <a:gd name="connsiteY21" fmla="*/ 1936293 h 2447051"/>
                <a:gd name="connsiteX22" fmla="*/ 1829 w 11399335"/>
                <a:gd name="connsiteY22" fmla="*/ 1932581 h 2447051"/>
                <a:gd name="connsiteX23" fmla="*/ 130170 w 11399335"/>
                <a:gd name="connsiteY23" fmla="*/ 1997420 h 2447051"/>
                <a:gd name="connsiteX24" fmla="*/ 1378131 w 11399335"/>
                <a:gd name="connsiteY24" fmla="*/ 2300751 h 2447051"/>
                <a:gd name="connsiteX25" fmla="*/ 2179995 w 11399335"/>
                <a:gd name="connsiteY25" fmla="*/ 2170071 h 2447051"/>
                <a:gd name="connsiteX26" fmla="*/ 2252116 w 11399335"/>
                <a:gd name="connsiteY26" fmla="*/ 2157846 h 2447051"/>
                <a:gd name="connsiteX27" fmla="*/ 4290930 w 11399335"/>
                <a:gd name="connsiteY27" fmla="*/ 622403 h 2447051"/>
                <a:gd name="connsiteX28" fmla="*/ 4503986 w 11399335"/>
                <a:gd name="connsiteY28" fmla="*/ 211154 h 2447051"/>
                <a:gd name="connsiteX29" fmla="*/ 4856940 w 11399335"/>
                <a:gd name="connsiteY29" fmla="*/ 41493 h 2447051"/>
                <a:gd name="connsiteX30" fmla="*/ 5107746 w 11399335"/>
                <a:gd name="connsiteY30" fmla="*/ 101741 h 2447051"/>
                <a:gd name="connsiteX31" fmla="*/ 5327030 w 11399335"/>
                <a:gd name="connsiteY31" fmla="*/ 244945 h 2447051"/>
                <a:gd name="connsiteX32" fmla="*/ 5860955 w 11399335"/>
                <a:gd name="connsiteY32" fmla="*/ 825345 h 2447051"/>
                <a:gd name="connsiteX33" fmla="*/ 6178166 w 11399335"/>
                <a:gd name="connsiteY33" fmla="*/ 1246252 h 2447051"/>
                <a:gd name="connsiteX34" fmla="*/ 6370817 w 11399335"/>
                <a:gd name="connsiteY34" fmla="*/ 1504850 h 2447051"/>
                <a:gd name="connsiteX35" fmla="*/ 6380439 w 11399335"/>
                <a:gd name="connsiteY35" fmla="*/ 1517586 h 2447051"/>
                <a:gd name="connsiteX36" fmla="*/ 6897566 w 11399335"/>
                <a:gd name="connsiteY36" fmla="*/ 2134644 h 2447051"/>
                <a:gd name="connsiteX37" fmla="*/ 7331138 w 11399335"/>
                <a:gd name="connsiteY37" fmla="*/ 2426190 h 2447051"/>
                <a:gd name="connsiteX38" fmla="*/ 7595365 w 11399335"/>
                <a:gd name="connsiteY38" fmla="*/ 2422777 h 2447051"/>
                <a:gd name="connsiteX39" fmla="*/ 8220057 w 11399335"/>
                <a:gd name="connsiteY39" fmla="*/ 1922379 h 2447051"/>
                <a:gd name="connsiteX40" fmla="*/ 8268079 w 11399335"/>
                <a:gd name="connsiteY40" fmla="*/ 1867514 h 2447051"/>
                <a:gd name="connsiteX41" fmla="*/ 8806508 w 11399335"/>
                <a:gd name="connsiteY41" fmla="*/ 1167006 h 2447051"/>
                <a:gd name="connsiteX42" fmla="*/ 9322069 w 11399335"/>
                <a:gd name="connsiteY42" fmla="*/ 491899 h 2447051"/>
                <a:gd name="connsiteX43" fmla="*/ 9378271 w 11399335"/>
                <a:gd name="connsiteY43" fmla="*/ 425196 h 2447051"/>
                <a:gd name="connsiteX44" fmla="*/ 9695481 w 11399335"/>
                <a:gd name="connsiteY44" fmla="*/ 102937 h 2447051"/>
                <a:gd name="connsiteX45" fmla="*/ 9890771 w 11399335"/>
                <a:gd name="connsiteY45" fmla="*/ 8300 h 2447051"/>
                <a:gd name="connsiteX46" fmla="*/ 10099852 w 11399335"/>
                <a:gd name="connsiteY46" fmla="*/ 30306 h 2447051"/>
                <a:gd name="connsiteX47" fmla="*/ 10353227 w 11399335"/>
                <a:gd name="connsiteY47" fmla="*/ 251735 h 2447051"/>
                <a:gd name="connsiteX48" fmla="*/ 10456764 w 11399335"/>
                <a:gd name="connsiteY48" fmla="*/ 364526 h 2447051"/>
                <a:gd name="connsiteX49" fmla="*/ 10694676 w 11399335"/>
                <a:gd name="connsiteY49" fmla="*/ 534802 h 2447051"/>
                <a:gd name="connsiteX50" fmla="*/ 11399335 w 11399335"/>
                <a:gd name="connsiteY50" fmla="*/ 1301626 h 2447051"/>
                <a:gd name="connsiteX51" fmla="*/ 11395290 w 11399335"/>
                <a:gd name="connsiteY51" fmla="*/ 1302506 h 2447051"/>
                <a:gd name="connsiteX52" fmla="*/ 10692424 w 11399335"/>
                <a:gd name="connsiteY52" fmla="*/ 538285 h 2447051"/>
                <a:gd name="connsiteX53" fmla="*/ 10453932 w 11399335"/>
                <a:gd name="connsiteY53" fmla="*/ 367551 h 2447051"/>
                <a:gd name="connsiteX54" fmla="*/ 10350095 w 11399335"/>
                <a:gd name="connsiteY54" fmla="*/ 254444 h 2447051"/>
                <a:gd name="connsiteX55" fmla="*/ 10098129 w 11399335"/>
                <a:gd name="connsiteY55" fmla="*/ 34070 h 2447051"/>
                <a:gd name="connsiteX56" fmla="*/ 9697944 w 11399335"/>
                <a:gd name="connsiteY56" fmla="*/ 106297 h 2447051"/>
                <a:gd name="connsiteX57" fmla="*/ 9381490 w 11399335"/>
                <a:gd name="connsiteY57" fmla="*/ 427852 h 2447051"/>
                <a:gd name="connsiteX58" fmla="*/ 9325235 w 11399335"/>
                <a:gd name="connsiteY58" fmla="*/ 494608 h 2447051"/>
                <a:gd name="connsiteX59" fmla="*/ 8809903 w 11399335"/>
                <a:gd name="connsiteY59" fmla="*/ 1169398 h 2447051"/>
                <a:gd name="connsiteX60" fmla="*/ 8271211 w 11399335"/>
                <a:gd name="connsiteY60" fmla="*/ 1870241 h 2447051"/>
                <a:gd name="connsiteX61" fmla="*/ 8223223 w 11399335"/>
                <a:gd name="connsiteY61" fmla="*/ 1925088 h 2447051"/>
                <a:gd name="connsiteX62" fmla="*/ 7596543 w 11399335"/>
                <a:gd name="connsiteY62" fmla="*/ 2426753 h 2447051"/>
                <a:gd name="connsiteX63" fmla="*/ 7456118 w 11399335"/>
                <a:gd name="connsiteY63" fmla="*/ 2447052 h 244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399335" h="2447051">
                  <a:moveTo>
                    <a:pt x="7456118" y="2447052"/>
                  </a:moveTo>
                  <a:cubicBezTo>
                    <a:pt x="7413689" y="2447052"/>
                    <a:pt x="7371578" y="2441423"/>
                    <a:pt x="7330029" y="2430165"/>
                  </a:cubicBezTo>
                  <a:cubicBezTo>
                    <a:pt x="7156059" y="2383005"/>
                    <a:pt x="7019556" y="2259765"/>
                    <a:pt x="6894646" y="2137582"/>
                  </a:cubicBezTo>
                  <a:cubicBezTo>
                    <a:pt x="6698810" y="1946021"/>
                    <a:pt x="6535271" y="1729481"/>
                    <a:pt x="6377115" y="1520066"/>
                  </a:cubicBezTo>
                  <a:lnTo>
                    <a:pt x="6367492" y="1507330"/>
                  </a:lnTo>
                  <a:cubicBezTo>
                    <a:pt x="6302619" y="1421436"/>
                    <a:pt x="6237657" y="1333624"/>
                    <a:pt x="6174824" y="1248697"/>
                  </a:cubicBezTo>
                  <a:cubicBezTo>
                    <a:pt x="6072218" y="1109995"/>
                    <a:pt x="5966112" y="966580"/>
                    <a:pt x="5857684" y="827878"/>
                  </a:cubicBezTo>
                  <a:cubicBezTo>
                    <a:pt x="5684628" y="606501"/>
                    <a:pt x="5525064" y="410085"/>
                    <a:pt x="5324409" y="248164"/>
                  </a:cubicBezTo>
                  <a:cubicBezTo>
                    <a:pt x="5150474" y="107792"/>
                    <a:pt x="5001992" y="43410"/>
                    <a:pt x="4856976" y="45645"/>
                  </a:cubicBezTo>
                  <a:cubicBezTo>
                    <a:pt x="4709180" y="47896"/>
                    <a:pt x="4598043" y="101301"/>
                    <a:pt x="4507188" y="213757"/>
                  </a:cubicBezTo>
                  <a:cubicBezTo>
                    <a:pt x="4423862" y="316908"/>
                    <a:pt x="4364018" y="459216"/>
                    <a:pt x="4294730" y="624004"/>
                  </a:cubicBezTo>
                  <a:cubicBezTo>
                    <a:pt x="4239407" y="755563"/>
                    <a:pt x="4176714" y="904696"/>
                    <a:pt x="4092121" y="1054040"/>
                  </a:cubicBezTo>
                  <a:cubicBezTo>
                    <a:pt x="3994986" y="1225512"/>
                    <a:pt x="3883990" y="1370757"/>
                    <a:pt x="3752765" y="1498060"/>
                  </a:cubicBezTo>
                  <a:cubicBezTo>
                    <a:pt x="3676105" y="1572433"/>
                    <a:pt x="3590950" y="1641880"/>
                    <a:pt x="3499672" y="1704503"/>
                  </a:cubicBezTo>
                  <a:cubicBezTo>
                    <a:pt x="3400726" y="1772385"/>
                    <a:pt x="3291101" y="1834620"/>
                    <a:pt x="3173861" y="1889485"/>
                  </a:cubicBezTo>
                  <a:cubicBezTo>
                    <a:pt x="3048299" y="1948255"/>
                    <a:pt x="2909897" y="2000481"/>
                    <a:pt x="2762523" y="2044721"/>
                  </a:cubicBezTo>
                  <a:cubicBezTo>
                    <a:pt x="2606020" y="2091705"/>
                    <a:pt x="2434530" y="2131126"/>
                    <a:pt x="2252802" y="2161927"/>
                  </a:cubicBezTo>
                  <a:lnTo>
                    <a:pt x="2180681" y="2174152"/>
                  </a:lnTo>
                  <a:cubicBezTo>
                    <a:pt x="1925390" y="2217460"/>
                    <a:pt x="1661391" y="2262246"/>
                    <a:pt x="1378746" y="2304850"/>
                  </a:cubicBezTo>
                  <a:cubicBezTo>
                    <a:pt x="1153095" y="2338852"/>
                    <a:pt x="928112" y="2319820"/>
                    <a:pt x="690921" y="2246678"/>
                  </a:cubicBezTo>
                  <a:cubicBezTo>
                    <a:pt x="484144" y="2182912"/>
                    <a:pt x="295081" y="2086323"/>
                    <a:pt x="128288" y="2001114"/>
                  </a:cubicBezTo>
                  <a:cubicBezTo>
                    <a:pt x="83784" y="1978387"/>
                    <a:pt x="41742" y="1956909"/>
                    <a:pt x="0" y="1936293"/>
                  </a:cubicBezTo>
                  <a:lnTo>
                    <a:pt x="1829" y="1932581"/>
                  </a:lnTo>
                  <a:cubicBezTo>
                    <a:pt x="43607" y="1953197"/>
                    <a:pt x="85648" y="1974693"/>
                    <a:pt x="130170" y="1997420"/>
                  </a:cubicBezTo>
                  <a:cubicBezTo>
                    <a:pt x="461101" y="2166483"/>
                    <a:pt x="872966" y="2376866"/>
                    <a:pt x="1378131" y="2300751"/>
                  </a:cubicBezTo>
                  <a:cubicBezTo>
                    <a:pt x="1660740" y="2258165"/>
                    <a:pt x="1924721" y="2213379"/>
                    <a:pt x="2179995" y="2170071"/>
                  </a:cubicBezTo>
                  <a:lnTo>
                    <a:pt x="2252116" y="2157846"/>
                  </a:lnTo>
                  <a:cubicBezTo>
                    <a:pt x="3752202" y="1903645"/>
                    <a:pt x="4063572" y="1163119"/>
                    <a:pt x="4290930" y="622403"/>
                  </a:cubicBezTo>
                  <a:cubicBezTo>
                    <a:pt x="4360342" y="457316"/>
                    <a:pt x="4420291" y="314762"/>
                    <a:pt x="4503986" y="211154"/>
                  </a:cubicBezTo>
                  <a:cubicBezTo>
                    <a:pt x="4595668" y="97677"/>
                    <a:pt x="4707825" y="43762"/>
                    <a:pt x="4856940" y="41493"/>
                  </a:cubicBezTo>
                  <a:cubicBezTo>
                    <a:pt x="4937224" y="40297"/>
                    <a:pt x="5021623" y="60544"/>
                    <a:pt x="5107746" y="101741"/>
                  </a:cubicBezTo>
                  <a:cubicBezTo>
                    <a:pt x="5176860" y="134793"/>
                    <a:pt x="5248576" y="181637"/>
                    <a:pt x="5327030" y="244945"/>
                  </a:cubicBezTo>
                  <a:cubicBezTo>
                    <a:pt x="5528019" y="407148"/>
                    <a:pt x="5687741" y="603757"/>
                    <a:pt x="5860955" y="825345"/>
                  </a:cubicBezTo>
                  <a:cubicBezTo>
                    <a:pt x="5969419" y="964099"/>
                    <a:pt x="6075542" y="1107550"/>
                    <a:pt x="6178166" y="1246252"/>
                  </a:cubicBezTo>
                  <a:cubicBezTo>
                    <a:pt x="6240981" y="1331161"/>
                    <a:pt x="6305943" y="1418973"/>
                    <a:pt x="6370817" y="1504850"/>
                  </a:cubicBezTo>
                  <a:lnTo>
                    <a:pt x="6380439" y="1517586"/>
                  </a:lnTo>
                  <a:cubicBezTo>
                    <a:pt x="6538508" y="1726878"/>
                    <a:pt x="6701941" y="1943294"/>
                    <a:pt x="6897566" y="2134644"/>
                  </a:cubicBezTo>
                  <a:cubicBezTo>
                    <a:pt x="7022089" y="2256441"/>
                    <a:pt x="7158135" y="2379293"/>
                    <a:pt x="7331138" y="2426190"/>
                  </a:cubicBezTo>
                  <a:cubicBezTo>
                    <a:pt x="7417525" y="2449620"/>
                    <a:pt x="7506427" y="2448459"/>
                    <a:pt x="7595365" y="2422777"/>
                  </a:cubicBezTo>
                  <a:cubicBezTo>
                    <a:pt x="7847261" y="2350462"/>
                    <a:pt x="8062728" y="2103034"/>
                    <a:pt x="8220057" y="1922379"/>
                  </a:cubicBezTo>
                  <a:cubicBezTo>
                    <a:pt x="8236874" y="1903064"/>
                    <a:pt x="8252776" y="1884823"/>
                    <a:pt x="8268079" y="1867514"/>
                  </a:cubicBezTo>
                  <a:cubicBezTo>
                    <a:pt x="8463475" y="1646524"/>
                    <a:pt x="8637868" y="1402754"/>
                    <a:pt x="8806508" y="1167006"/>
                  </a:cubicBezTo>
                  <a:cubicBezTo>
                    <a:pt x="8968218" y="940968"/>
                    <a:pt x="9135433" y="707225"/>
                    <a:pt x="9322069" y="491899"/>
                  </a:cubicBezTo>
                  <a:cubicBezTo>
                    <a:pt x="9339237" y="472074"/>
                    <a:pt x="9358200" y="449312"/>
                    <a:pt x="9378271" y="425196"/>
                  </a:cubicBezTo>
                  <a:cubicBezTo>
                    <a:pt x="9464499" y="321622"/>
                    <a:pt x="9571801" y="192719"/>
                    <a:pt x="9695481" y="102937"/>
                  </a:cubicBezTo>
                  <a:cubicBezTo>
                    <a:pt x="9762870" y="54018"/>
                    <a:pt x="9828571" y="22179"/>
                    <a:pt x="9890771" y="8300"/>
                  </a:cubicBezTo>
                  <a:cubicBezTo>
                    <a:pt x="9963051" y="-7831"/>
                    <a:pt x="10033395" y="-425"/>
                    <a:pt x="10099852" y="30306"/>
                  </a:cubicBezTo>
                  <a:cubicBezTo>
                    <a:pt x="10205026" y="78943"/>
                    <a:pt x="10280366" y="166791"/>
                    <a:pt x="10353227" y="251735"/>
                  </a:cubicBezTo>
                  <a:cubicBezTo>
                    <a:pt x="10388178" y="292492"/>
                    <a:pt x="10421196" y="330981"/>
                    <a:pt x="10456764" y="364526"/>
                  </a:cubicBezTo>
                  <a:cubicBezTo>
                    <a:pt x="10510239" y="414958"/>
                    <a:pt x="10595711" y="470491"/>
                    <a:pt x="10694676" y="534802"/>
                  </a:cubicBezTo>
                  <a:cubicBezTo>
                    <a:pt x="10959501" y="706890"/>
                    <a:pt x="11322201" y="942568"/>
                    <a:pt x="11399335" y="1301626"/>
                  </a:cubicBezTo>
                  <a:lnTo>
                    <a:pt x="11395290" y="1302506"/>
                  </a:lnTo>
                  <a:cubicBezTo>
                    <a:pt x="11318507" y="945119"/>
                    <a:pt x="10956652" y="709969"/>
                    <a:pt x="10692424" y="538285"/>
                  </a:cubicBezTo>
                  <a:cubicBezTo>
                    <a:pt x="10593284" y="473869"/>
                    <a:pt x="10507671" y="418230"/>
                    <a:pt x="10453932" y="367551"/>
                  </a:cubicBezTo>
                  <a:cubicBezTo>
                    <a:pt x="10418206" y="333848"/>
                    <a:pt x="10385118" y="295290"/>
                    <a:pt x="10350095" y="254444"/>
                  </a:cubicBezTo>
                  <a:cubicBezTo>
                    <a:pt x="10277517" y="169834"/>
                    <a:pt x="10202475" y="82321"/>
                    <a:pt x="10098129" y="34070"/>
                  </a:cubicBezTo>
                  <a:cubicBezTo>
                    <a:pt x="9974520" y="-23082"/>
                    <a:pt x="9843628" y="542"/>
                    <a:pt x="9697944" y="106297"/>
                  </a:cubicBezTo>
                  <a:cubicBezTo>
                    <a:pt x="9574686" y="195780"/>
                    <a:pt x="9467560" y="324455"/>
                    <a:pt x="9381490" y="427852"/>
                  </a:cubicBezTo>
                  <a:cubicBezTo>
                    <a:pt x="9361401" y="451986"/>
                    <a:pt x="9342439" y="474766"/>
                    <a:pt x="9325235" y="494608"/>
                  </a:cubicBezTo>
                  <a:cubicBezTo>
                    <a:pt x="9138723" y="709793"/>
                    <a:pt x="8971560" y="943448"/>
                    <a:pt x="8809903" y="1169398"/>
                  </a:cubicBezTo>
                  <a:cubicBezTo>
                    <a:pt x="8641193" y="1405235"/>
                    <a:pt x="8466729" y="1649092"/>
                    <a:pt x="8271211" y="1870241"/>
                  </a:cubicBezTo>
                  <a:cubicBezTo>
                    <a:pt x="8255925" y="1887532"/>
                    <a:pt x="8240040" y="1905773"/>
                    <a:pt x="8223223" y="1925088"/>
                  </a:cubicBezTo>
                  <a:cubicBezTo>
                    <a:pt x="8065560" y="2106130"/>
                    <a:pt x="7849619" y="2354086"/>
                    <a:pt x="7596543" y="2426753"/>
                  </a:cubicBezTo>
                  <a:cubicBezTo>
                    <a:pt x="7549576" y="2440280"/>
                    <a:pt x="7502663" y="2447052"/>
                    <a:pt x="7456118" y="2447052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4" name="任意多边形: 形状 1401"/>
            <p:cNvSpPr/>
            <p:nvPr>
              <p:custDataLst>
                <p:tags r:id="rId22"/>
              </p:custDataLst>
            </p:nvPr>
          </p:nvSpPr>
          <p:spPr>
            <a:xfrm>
              <a:off x="712451" y="2559315"/>
              <a:ext cx="11478527" cy="2558024"/>
            </a:xfrm>
            <a:custGeom>
              <a:avLst/>
              <a:gdLst>
                <a:gd name="connsiteX0" fmla="*/ 7572796 w 11478527"/>
                <a:gd name="connsiteY0" fmla="*/ 2558024 h 2558024"/>
                <a:gd name="connsiteX1" fmla="*/ 7443224 w 11478527"/>
                <a:gd name="connsiteY1" fmla="*/ 2540029 h 2558024"/>
                <a:gd name="connsiteX2" fmla="*/ 7001720 w 11478527"/>
                <a:gd name="connsiteY2" fmla="*/ 2231104 h 2558024"/>
                <a:gd name="connsiteX3" fmla="*/ 6483889 w 11478527"/>
                <a:gd name="connsiteY3" fmla="*/ 1581063 h 2558024"/>
                <a:gd name="connsiteX4" fmla="*/ 6474250 w 11478527"/>
                <a:gd name="connsiteY4" fmla="*/ 1567607 h 2558024"/>
                <a:gd name="connsiteX5" fmla="*/ 6292504 w 11478527"/>
                <a:gd name="connsiteY5" fmla="*/ 1310679 h 2558024"/>
                <a:gd name="connsiteX6" fmla="*/ 5965514 w 11478527"/>
                <a:gd name="connsiteY6" fmla="*/ 854873 h 2558024"/>
                <a:gd name="connsiteX7" fmla="*/ 5428633 w 11478527"/>
                <a:gd name="connsiteY7" fmla="*/ 249389 h 2558024"/>
                <a:gd name="connsiteX8" fmla="*/ 4951489 w 11478527"/>
                <a:gd name="connsiteY8" fmla="*/ 40766 h 2558024"/>
                <a:gd name="connsiteX9" fmla="*/ 4611359 w 11478527"/>
                <a:gd name="connsiteY9" fmla="*/ 220752 h 2558024"/>
                <a:gd name="connsiteX10" fmla="*/ 4412657 w 11478527"/>
                <a:gd name="connsiteY10" fmla="*/ 651368 h 2558024"/>
                <a:gd name="connsiteX11" fmla="*/ 4218246 w 11478527"/>
                <a:gd name="connsiteY11" fmla="*/ 1114017 h 2558024"/>
                <a:gd name="connsiteX12" fmla="*/ 3880138 w 11478527"/>
                <a:gd name="connsiteY12" fmla="*/ 1591758 h 2558024"/>
                <a:gd name="connsiteX13" fmla="*/ 3622542 w 11478527"/>
                <a:gd name="connsiteY13" fmla="*/ 1813364 h 2558024"/>
                <a:gd name="connsiteX14" fmla="*/ 3287478 w 11478527"/>
                <a:gd name="connsiteY14" fmla="*/ 2011222 h 2558024"/>
                <a:gd name="connsiteX15" fmla="*/ 2861118 w 11478527"/>
                <a:gd name="connsiteY15" fmla="*/ 2176186 h 2558024"/>
                <a:gd name="connsiteX16" fmla="*/ 2329638 w 11478527"/>
                <a:gd name="connsiteY16" fmla="*/ 2299144 h 2558024"/>
                <a:gd name="connsiteX17" fmla="*/ 1432046 w 11478527"/>
                <a:gd name="connsiteY17" fmla="*/ 2435647 h 2558024"/>
                <a:gd name="connsiteX18" fmla="*/ 1247591 w 11478527"/>
                <a:gd name="connsiteY18" fmla="*/ 2447749 h 2558024"/>
                <a:gd name="connsiteX19" fmla="*/ 716463 w 11478527"/>
                <a:gd name="connsiteY19" fmla="*/ 2351212 h 2558024"/>
                <a:gd name="connsiteX20" fmla="*/ 128657 w 11478527"/>
                <a:gd name="connsiteY20" fmla="*/ 2064346 h 2558024"/>
                <a:gd name="connsiteX21" fmla="*/ 0 w 11478527"/>
                <a:gd name="connsiteY21" fmla="*/ 1992224 h 2558024"/>
                <a:gd name="connsiteX22" fmla="*/ 1970 w 11478527"/>
                <a:gd name="connsiteY22" fmla="*/ 1988654 h 2558024"/>
                <a:gd name="connsiteX23" fmla="*/ 130662 w 11478527"/>
                <a:gd name="connsiteY23" fmla="*/ 2060792 h 2558024"/>
                <a:gd name="connsiteX24" fmla="*/ 1431518 w 11478527"/>
                <a:gd name="connsiteY24" fmla="*/ 2431601 h 2558024"/>
                <a:gd name="connsiteX25" fmla="*/ 2328969 w 11478527"/>
                <a:gd name="connsiteY25" fmla="*/ 2295116 h 2558024"/>
                <a:gd name="connsiteX26" fmla="*/ 4408821 w 11478527"/>
                <a:gd name="connsiteY26" fmla="*/ 649979 h 2558024"/>
                <a:gd name="connsiteX27" fmla="*/ 4608052 w 11478527"/>
                <a:gd name="connsiteY27" fmla="*/ 218377 h 2558024"/>
                <a:gd name="connsiteX28" fmla="*/ 4951367 w 11478527"/>
                <a:gd name="connsiteY28" fmla="*/ 36702 h 2558024"/>
                <a:gd name="connsiteX29" fmla="*/ 5208100 w 11478527"/>
                <a:gd name="connsiteY29" fmla="*/ 97407 h 2558024"/>
                <a:gd name="connsiteX30" fmla="*/ 5431219 w 11478527"/>
                <a:gd name="connsiteY30" fmla="*/ 246276 h 2558024"/>
                <a:gd name="connsiteX31" fmla="*/ 5968768 w 11478527"/>
                <a:gd name="connsiteY31" fmla="*/ 852463 h 2558024"/>
                <a:gd name="connsiteX32" fmla="*/ 6295829 w 11478527"/>
                <a:gd name="connsiteY32" fmla="*/ 1308357 h 2558024"/>
                <a:gd name="connsiteX33" fmla="*/ 6477556 w 11478527"/>
                <a:gd name="connsiteY33" fmla="*/ 1565250 h 2558024"/>
                <a:gd name="connsiteX34" fmla="*/ 6487196 w 11478527"/>
                <a:gd name="connsiteY34" fmla="*/ 1578706 h 2558024"/>
                <a:gd name="connsiteX35" fmla="*/ 7004639 w 11478527"/>
                <a:gd name="connsiteY35" fmla="*/ 2228290 h 2558024"/>
                <a:gd name="connsiteX36" fmla="*/ 7444315 w 11478527"/>
                <a:gd name="connsiteY36" fmla="*/ 2536142 h 2558024"/>
                <a:gd name="connsiteX37" fmla="*/ 7714506 w 11478527"/>
                <a:gd name="connsiteY37" fmla="*/ 2532870 h 2558024"/>
                <a:gd name="connsiteX38" fmla="*/ 8350069 w 11478527"/>
                <a:gd name="connsiteY38" fmla="*/ 2004028 h 2558024"/>
                <a:gd name="connsiteX39" fmla="*/ 8394907 w 11478527"/>
                <a:gd name="connsiteY39" fmla="*/ 1950447 h 2558024"/>
                <a:gd name="connsiteX40" fmla="*/ 8932685 w 11478527"/>
                <a:gd name="connsiteY40" fmla="*/ 1219578 h 2558024"/>
                <a:gd name="connsiteX41" fmla="*/ 9449671 w 11478527"/>
                <a:gd name="connsiteY41" fmla="*/ 512878 h 2558024"/>
                <a:gd name="connsiteX42" fmla="*/ 9502442 w 11478527"/>
                <a:gd name="connsiteY42" fmla="*/ 447635 h 2558024"/>
                <a:gd name="connsiteX43" fmla="*/ 9824103 w 11478527"/>
                <a:gd name="connsiteY43" fmla="*/ 108560 h 2558024"/>
                <a:gd name="connsiteX44" fmla="*/ 10024178 w 11478527"/>
                <a:gd name="connsiteY44" fmla="*/ 8557 h 2558024"/>
                <a:gd name="connsiteX45" fmla="*/ 10238993 w 11478527"/>
                <a:gd name="connsiteY45" fmla="*/ 32955 h 2558024"/>
                <a:gd name="connsiteX46" fmla="*/ 10500248 w 11478527"/>
                <a:gd name="connsiteY46" fmla="*/ 274069 h 2558024"/>
                <a:gd name="connsiteX47" fmla="*/ 10598192 w 11478527"/>
                <a:gd name="connsiteY47" fmla="*/ 388390 h 2558024"/>
                <a:gd name="connsiteX48" fmla="*/ 10831760 w 11478527"/>
                <a:gd name="connsiteY48" fmla="*/ 570892 h 2558024"/>
                <a:gd name="connsiteX49" fmla="*/ 11219121 w 11478527"/>
                <a:gd name="connsiteY49" fmla="*/ 881065 h 2558024"/>
                <a:gd name="connsiteX50" fmla="*/ 11478528 w 11478527"/>
                <a:gd name="connsiteY50" fmla="*/ 1314285 h 2558024"/>
                <a:gd name="connsiteX51" fmla="*/ 11474535 w 11478527"/>
                <a:gd name="connsiteY51" fmla="*/ 1315182 h 2558024"/>
                <a:gd name="connsiteX52" fmla="*/ 10829385 w 11478527"/>
                <a:gd name="connsiteY52" fmla="*/ 574234 h 2558024"/>
                <a:gd name="connsiteX53" fmla="*/ 10595254 w 11478527"/>
                <a:gd name="connsiteY53" fmla="*/ 391257 h 2558024"/>
                <a:gd name="connsiteX54" fmla="*/ 10497064 w 11478527"/>
                <a:gd name="connsiteY54" fmla="*/ 276655 h 2558024"/>
                <a:gd name="connsiteX55" fmla="*/ 10237199 w 11478527"/>
                <a:gd name="connsiteY55" fmla="*/ 36649 h 2558024"/>
                <a:gd name="connsiteX56" fmla="*/ 9826548 w 11478527"/>
                <a:gd name="connsiteY56" fmla="*/ 111849 h 2558024"/>
                <a:gd name="connsiteX57" fmla="*/ 9505608 w 11478527"/>
                <a:gd name="connsiteY57" fmla="*/ 450203 h 2558024"/>
                <a:gd name="connsiteX58" fmla="*/ 9452784 w 11478527"/>
                <a:gd name="connsiteY58" fmla="*/ 515499 h 2558024"/>
                <a:gd name="connsiteX59" fmla="*/ 8936027 w 11478527"/>
                <a:gd name="connsiteY59" fmla="*/ 1221900 h 2558024"/>
                <a:gd name="connsiteX60" fmla="*/ 8398003 w 11478527"/>
                <a:gd name="connsiteY60" fmla="*/ 1953085 h 2558024"/>
                <a:gd name="connsiteX61" fmla="*/ 8353183 w 11478527"/>
                <a:gd name="connsiteY61" fmla="*/ 2006649 h 2558024"/>
                <a:gd name="connsiteX62" fmla="*/ 8073141 w 11478527"/>
                <a:gd name="connsiteY62" fmla="*/ 2313393 h 2558024"/>
                <a:gd name="connsiteX63" fmla="*/ 7715631 w 11478527"/>
                <a:gd name="connsiteY63" fmla="*/ 2536792 h 2558024"/>
                <a:gd name="connsiteX64" fmla="*/ 7572796 w 11478527"/>
                <a:gd name="connsiteY64" fmla="*/ 2558024 h 2558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1478527" h="2558024">
                  <a:moveTo>
                    <a:pt x="7572796" y="2558024"/>
                  </a:moveTo>
                  <a:cubicBezTo>
                    <a:pt x="7529206" y="2558024"/>
                    <a:pt x="7485934" y="2552026"/>
                    <a:pt x="7443224" y="2540029"/>
                  </a:cubicBezTo>
                  <a:cubicBezTo>
                    <a:pt x="7264786" y="2489914"/>
                    <a:pt x="7127281" y="2359937"/>
                    <a:pt x="7001720" y="2231104"/>
                  </a:cubicBezTo>
                  <a:cubicBezTo>
                    <a:pt x="6804986" y="2029235"/>
                    <a:pt x="6641747" y="1801385"/>
                    <a:pt x="6483889" y="1581063"/>
                  </a:cubicBezTo>
                  <a:lnTo>
                    <a:pt x="6474250" y="1567607"/>
                  </a:lnTo>
                  <a:cubicBezTo>
                    <a:pt x="6413087" y="1482257"/>
                    <a:pt x="6351784" y="1395044"/>
                    <a:pt x="6292504" y="1310679"/>
                  </a:cubicBezTo>
                  <a:cubicBezTo>
                    <a:pt x="6186890" y="1160421"/>
                    <a:pt x="6077689" y="1005044"/>
                    <a:pt x="5965514" y="854873"/>
                  </a:cubicBezTo>
                  <a:cubicBezTo>
                    <a:pt x="5799371" y="632459"/>
                    <a:pt x="5633281" y="418786"/>
                    <a:pt x="5428633" y="249389"/>
                  </a:cubicBezTo>
                  <a:cubicBezTo>
                    <a:pt x="5251373" y="102667"/>
                    <a:pt x="5099760" y="36368"/>
                    <a:pt x="4951489" y="40766"/>
                  </a:cubicBezTo>
                  <a:cubicBezTo>
                    <a:pt x="4806033" y="45075"/>
                    <a:pt x="4697940" y="102262"/>
                    <a:pt x="4611359" y="220752"/>
                  </a:cubicBezTo>
                  <a:cubicBezTo>
                    <a:pt x="4531920" y="329444"/>
                    <a:pt x="4476651" y="478629"/>
                    <a:pt x="4412657" y="651368"/>
                  </a:cubicBezTo>
                  <a:cubicBezTo>
                    <a:pt x="4360237" y="792867"/>
                    <a:pt x="4300816" y="953222"/>
                    <a:pt x="4218246" y="1114017"/>
                  </a:cubicBezTo>
                  <a:cubicBezTo>
                    <a:pt x="4123398" y="1298718"/>
                    <a:pt x="4012788" y="1454974"/>
                    <a:pt x="3880138" y="1591758"/>
                  </a:cubicBezTo>
                  <a:cubicBezTo>
                    <a:pt x="3802617" y="1671690"/>
                    <a:pt x="3715948" y="1746239"/>
                    <a:pt x="3622542" y="1813364"/>
                  </a:cubicBezTo>
                  <a:cubicBezTo>
                    <a:pt x="3521274" y="1886119"/>
                    <a:pt x="3408536" y="1952699"/>
                    <a:pt x="3287478" y="2011222"/>
                  </a:cubicBezTo>
                  <a:cubicBezTo>
                    <a:pt x="3157800" y="2073915"/>
                    <a:pt x="3014349" y="2129413"/>
                    <a:pt x="2861118" y="2176186"/>
                  </a:cubicBezTo>
                  <a:cubicBezTo>
                    <a:pt x="2698388" y="2225862"/>
                    <a:pt x="2519563" y="2267217"/>
                    <a:pt x="2329638" y="2299144"/>
                  </a:cubicBezTo>
                  <a:cubicBezTo>
                    <a:pt x="2092623" y="2338969"/>
                    <a:pt x="1776398" y="2390474"/>
                    <a:pt x="1432046" y="2435647"/>
                  </a:cubicBezTo>
                  <a:cubicBezTo>
                    <a:pt x="1370655" y="2443703"/>
                    <a:pt x="1309211" y="2447749"/>
                    <a:pt x="1247591" y="2447749"/>
                  </a:cubicBezTo>
                  <a:cubicBezTo>
                    <a:pt x="1074219" y="2447749"/>
                    <a:pt x="899000" y="2415787"/>
                    <a:pt x="716463" y="2351212"/>
                  </a:cubicBezTo>
                  <a:cubicBezTo>
                    <a:pt x="500767" y="2274905"/>
                    <a:pt x="303067" y="2163046"/>
                    <a:pt x="128657" y="2064346"/>
                  </a:cubicBezTo>
                  <a:cubicBezTo>
                    <a:pt x="84048" y="2039103"/>
                    <a:pt x="41901" y="2015251"/>
                    <a:pt x="0" y="1992224"/>
                  </a:cubicBezTo>
                  <a:lnTo>
                    <a:pt x="1970" y="1988654"/>
                  </a:lnTo>
                  <a:cubicBezTo>
                    <a:pt x="43888" y="2011697"/>
                    <a:pt x="86035" y="2035533"/>
                    <a:pt x="130662" y="2060792"/>
                  </a:cubicBezTo>
                  <a:cubicBezTo>
                    <a:pt x="476739" y="2256628"/>
                    <a:pt x="907443" y="2500363"/>
                    <a:pt x="1431518" y="2431601"/>
                  </a:cubicBezTo>
                  <a:cubicBezTo>
                    <a:pt x="1775800" y="2386429"/>
                    <a:pt x="2091972" y="2334923"/>
                    <a:pt x="2328969" y="2295116"/>
                  </a:cubicBezTo>
                  <a:cubicBezTo>
                    <a:pt x="3896920" y="2031663"/>
                    <a:pt x="4192792" y="1233070"/>
                    <a:pt x="4408821" y="649979"/>
                  </a:cubicBezTo>
                  <a:cubicBezTo>
                    <a:pt x="4472922" y="476958"/>
                    <a:pt x="4528297" y="327527"/>
                    <a:pt x="4608052" y="218377"/>
                  </a:cubicBezTo>
                  <a:cubicBezTo>
                    <a:pt x="4695442" y="98797"/>
                    <a:pt x="4804539" y="41065"/>
                    <a:pt x="4951367" y="36702"/>
                  </a:cubicBezTo>
                  <a:cubicBezTo>
                    <a:pt x="5033673" y="34275"/>
                    <a:pt x="5120042" y="54680"/>
                    <a:pt x="5208100" y="97407"/>
                  </a:cubicBezTo>
                  <a:cubicBezTo>
                    <a:pt x="5278445" y="131533"/>
                    <a:pt x="5351428" y="180223"/>
                    <a:pt x="5431219" y="246276"/>
                  </a:cubicBezTo>
                  <a:cubicBezTo>
                    <a:pt x="5636219" y="415972"/>
                    <a:pt x="5802467" y="629855"/>
                    <a:pt x="5968768" y="852463"/>
                  </a:cubicBezTo>
                  <a:cubicBezTo>
                    <a:pt x="6080978" y="1002669"/>
                    <a:pt x="6190198" y="1158081"/>
                    <a:pt x="6295829" y="1308357"/>
                  </a:cubicBezTo>
                  <a:cubicBezTo>
                    <a:pt x="6355109" y="1392704"/>
                    <a:pt x="6416394" y="1479918"/>
                    <a:pt x="6477556" y="1565250"/>
                  </a:cubicBezTo>
                  <a:lnTo>
                    <a:pt x="6487196" y="1578706"/>
                  </a:lnTo>
                  <a:cubicBezTo>
                    <a:pt x="6644966" y="1798922"/>
                    <a:pt x="6808118" y="2026632"/>
                    <a:pt x="7004639" y="2228290"/>
                  </a:cubicBezTo>
                  <a:cubicBezTo>
                    <a:pt x="7129796" y="2356736"/>
                    <a:pt x="7266862" y="2486308"/>
                    <a:pt x="7444315" y="2536142"/>
                  </a:cubicBezTo>
                  <a:cubicBezTo>
                    <a:pt x="7532724" y="2560962"/>
                    <a:pt x="7623633" y="2559871"/>
                    <a:pt x="7714506" y="2532870"/>
                  </a:cubicBezTo>
                  <a:cubicBezTo>
                    <a:pt x="7973068" y="2456474"/>
                    <a:pt x="8190963" y="2194973"/>
                    <a:pt x="8350069" y="2004028"/>
                  </a:cubicBezTo>
                  <a:cubicBezTo>
                    <a:pt x="8365777" y="1985188"/>
                    <a:pt x="8380606" y="1967387"/>
                    <a:pt x="8394907" y="1950447"/>
                  </a:cubicBezTo>
                  <a:cubicBezTo>
                    <a:pt x="8590373" y="1719026"/>
                    <a:pt x="8764397" y="1465124"/>
                    <a:pt x="8932685" y="1219578"/>
                  </a:cubicBezTo>
                  <a:cubicBezTo>
                    <a:pt x="9094676" y="983214"/>
                    <a:pt x="9262191" y="738793"/>
                    <a:pt x="9449671" y="512878"/>
                  </a:cubicBezTo>
                  <a:cubicBezTo>
                    <a:pt x="9465801" y="493440"/>
                    <a:pt x="9483603" y="471188"/>
                    <a:pt x="9502442" y="447635"/>
                  </a:cubicBezTo>
                  <a:cubicBezTo>
                    <a:pt x="9584836" y="344625"/>
                    <a:pt x="9697697" y="203549"/>
                    <a:pt x="9824103" y="108560"/>
                  </a:cubicBezTo>
                  <a:cubicBezTo>
                    <a:pt x="9893075" y="56738"/>
                    <a:pt x="9960377" y="23087"/>
                    <a:pt x="10024178" y="8557"/>
                  </a:cubicBezTo>
                  <a:cubicBezTo>
                    <a:pt x="10098427" y="-8365"/>
                    <a:pt x="10170707" y="-168"/>
                    <a:pt x="10238993" y="32955"/>
                  </a:cubicBezTo>
                  <a:cubicBezTo>
                    <a:pt x="10348653" y="86132"/>
                    <a:pt x="10425717" y="181666"/>
                    <a:pt x="10500248" y="274069"/>
                  </a:cubicBezTo>
                  <a:cubicBezTo>
                    <a:pt x="10533371" y="315143"/>
                    <a:pt x="10564664" y="353930"/>
                    <a:pt x="10598192" y="388390"/>
                  </a:cubicBezTo>
                  <a:cubicBezTo>
                    <a:pt x="10651157" y="442868"/>
                    <a:pt x="10734853" y="502183"/>
                    <a:pt x="10831760" y="570892"/>
                  </a:cubicBezTo>
                  <a:cubicBezTo>
                    <a:pt x="10956441" y="659266"/>
                    <a:pt x="11097746" y="759444"/>
                    <a:pt x="11219121" y="881065"/>
                  </a:cubicBezTo>
                  <a:cubicBezTo>
                    <a:pt x="11360109" y="1022335"/>
                    <a:pt x="11444965" y="1164027"/>
                    <a:pt x="11478528" y="1314285"/>
                  </a:cubicBezTo>
                  <a:lnTo>
                    <a:pt x="11474535" y="1315182"/>
                  </a:lnTo>
                  <a:cubicBezTo>
                    <a:pt x="11399283" y="978236"/>
                    <a:pt x="11069900" y="744739"/>
                    <a:pt x="10829385" y="574234"/>
                  </a:cubicBezTo>
                  <a:cubicBezTo>
                    <a:pt x="10732320" y="505420"/>
                    <a:pt x="10648483" y="445999"/>
                    <a:pt x="10595254" y="391257"/>
                  </a:cubicBezTo>
                  <a:cubicBezTo>
                    <a:pt x="10561604" y="356639"/>
                    <a:pt x="10530257" y="317781"/>
                    <a:pt x="10497064" y="276655"/>
                  </a:cubicBezTo>
                  <a:cubicBezTo>
                    <a:pt x="10422814" y="184621"/>
                    <a:pt x="10346031" y="89438"/>
                    <a:pt x="10237199" y="36649"/>
                  </a:cubicBezTo>
                  <a:cubicBezTo>
                    <a:pt x="10110195" y="-24953"/>
                    <a:pt x="9975874" y="-343"/>
                    <a:pt x="9826548" y="111849"/>
                  </a:cubicBezTo>
                  <a:cubicBezTo>
                    <a:pt x="9700547" y="206521"/>
                    <a:pt x="9587879" y="347369"/>
                    <a:pt x="9505608" y="450203"/>
                  </a:cubicBezTo>
                  <a:cubicBezTo>
                    <a:pt x="9486752" y="473774"/>
                    <a:pt x="9468933" y="496044"/>
                    <a:pt x="9452784" y="515499"/>
                  </a:cubicBezTo>
                  <a:cubicBezTo>
                    <a:pt x="9265445" y="741274"/>
                    <a:pt x="9097983" y="985606"/>
                    <a:pt x="8936027" y="1221900"/>
                  </a:cubicBezTo>
                  <a:cubicBezTo>
                    <a:pt x="8767685" y="1467516"/>
                    <a:pt x="8593610" y="1721506"/>
                    <a:pt x="8398003" y="1953085"/>
                  </a:cubicBezTo>
                  <a:cubicBezTo>
                    <a:pt x="8383720" y="1970008"/>
                    <a:pt x="8368891" y="1987809"/>
                    <a:pt x="8353183" y="2006649"/>
                  </a:cubicBezTo>
                  <a:cubicBezTo>
                    <a:pt x="8276206" y="2099035"/>
                    <a:pt x="8180391" y="2214006"/>
                    <a:pt x="8073141" y="2313393"/>
                  </a:cubicBezTo>
                  <a:cubicBezTo>
                    <a:pt x="7947580" y="2429737"/>
                    <a:pt x="7830638" y="2502807"/>
                    <a:pt x="7715631" y="2536792"/>
                  </a:cubicBezTo>
                  <a:cubicBezTo>
                    <a:pt x="7667943" y="2550935"/>
                    <a:pt x="7620185" y="2558024"/>
                    <a:pt x="7572796" y="2558024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" name="任意多边形: 形状 1402"/>
            <p:cNvSpPr/>
            <p:nvPr>
              <p:custDataLst>
                <p:tags r:id="rId23"/>
              </p:custDataLst>
            </p:nvPr>
          </p:nvSpPr>
          <p:spPr>
            <a:xfrm>
              <a:off x="633276" y="2496356"/>
              <a:ext cx="11557702" cy="2669181"/>
            </a:xfrm>
            <a:custGeom>
              <a:avLst/>
              <a:gdLst>
                <a:gd name="connsiteX0" fmla="*/ 7689368 w 11557702"/>
                <a:gd name="connsiteY0" fmla="*/ 2669181 h 2669181"/>
                <a:gd name="connsiteX1" fmla="*/ 7556349 w 11557702"/>
                <a:gd name="connsiteY1" fmla="*/ 2650096 h 2669181"/>
                <a:gd name="connsiteX2" fmla="*/ 7307848 w 11557702"/>
                <a:gd name="connsiteY2" fmla="*/ 2515317 h 2669181"/>
                <a:gd name="connsiteX3" fmla="*/ 7108741 w 11557702"/>
                <a:gd name="connsiteY3" fmla="*/ 2324811 h 2669181"/>
                <a:gd name="connsiteX4" fmla="*/ 6590418 w 11557702"/>
                <a:gd name="connsiteY4" fmla="*/ 1641947 h 2669181"/>
                <a:gd name="connsiteX5" fmla="*/ 6580936 w 11557702"/>
                <a:gd name="connsiteY5" fmla="*/ 1628032 h 2669181"/>
                <a:gd name="connsiteX6" fmla="*/ 6408778 w 11557702"/>
                <a:gd name="connsiteY6" fmla="*/ 1372301 h 2669181"/>
                <a:gd name="connsiteX7" fmla="*/ 6073291 w 11557702"/>
                <a:gd name="connsiteY7" fmla="*/ 882053 h 2669181"/>
                <a:gd name="connsiteX8" fmla="*/ 5532787 w 11557702"/>
                <a:gd name="connsiteY8" fmla="*/ 250799 h 2669181"/>
                <a:gd name="connsiteX9" fmla="*/ 5045933 w 11557702"/>
                <a:gd name="connsiteY9" fmla="*/ 36071 h 2669181"/>
                <a:gd name="connsiteX10" fmla="*/ 4714844 w 11557702"/>
                <a:gd name="connsiteY10" fmla="*/ 227597 h 2669181"/>
                <a:gd name="connsiteX11" fmla="*/ 4529264 w 11557702"/>
                <a:gd name="connsiteY11" fmla="*/ 678214 h 2669181"/>
                <a:gd name="connsiteX12" fmla="*/ 4343349 w 11557702"/>
                <a:gd name="connsiteY12" fmla="*/ 1173616 h 2669181"/>
                <a:gd name="connsiteX13" fmla="*/ 4006843 w 11557702"/>
                <a:gd name="connsiteY13" fmla="*/ 1685343 h 2669181"/>
                <a:gd name="connsiteX14" fmla="*/ 3744919 w 11557702"/>
                <a:gd name="connsiteY14" fmla="*/ 1922217 h 2669181"/>
                <a:gd name="connsiteX15" fmla="*/ 3400778 w 11557702"/>
                <a:gd name="connsiteY15" fmla="*/ 2133039 h 2669181"/>
                <a:gd name="connsiteX16" fmla="*/ 2959572 w 11557702"/>
                <a:gd name="connsiteY16" fmla="*/ 2307784 h 2669181"/>
                <a:gd name="connsiteX17" fmla="*/ 2406456 w 11557702"/>
                <a:gd name="connsiteY17" fmla="*/ 2436476 h 2669181"/>
                <a:gd name="connsiteX18" fmla="*/ 1485327 w 11557702"/>
                <a:gd name="connsiteY18" fmla="*/ 2566576 h 2669181"/>
                <a:gd name="connsiteX19" fmla="*/ 742250 w 11557702"/>
                <a:gd name="connsiteY19" fmla="*/ 2455738 h 2669181"/>
                <a:gd name="connsiteX20" fmla="*/ 129431 w 11557702"/>
                <a:gd name="connsiteY20" fmla="*/ 2127428 h 2669181"/>
                <a:gd name="connsiteX21" fmla="*/ 0 w 11557702"/>
                <a:gd name="connsiteY21" fmla="*/ 2048288 h 2669181"/>
                <a:gd name="connsiteX22" fmla="*/ 2076 w 11557702"/>
                <a:gd name="connsiteY22" fmla="*/ 2044840 h 2669181"/>
                <a:gd name="connsiteX23" fmla="*/ 131542 w 11557702"/>
                <a:gd name="connsiteY23" fmla="*/ 2123998 h 2669181"/>
                <a:gd name="connsiteX24" fmla="*/ 1484888 w 11557702"/>
                <a:gd name="connsiteY24" fmla="*/ 2562565 h 2669181"/>
                <a:gd name="connsiteX25" fmla="*/ 2405805 w 11557702"/>
                <a:gd name="connsiteY25" fmla="*/ 2432500 h 2669181"/>
                <a:gd name="connsiteX26" fmla="*/ 4525464 w 11557702"/>
                <a:gd name="connsiteY26" fmla="*/ 676930 h 2669181"/>
                <a:gd name="connsiteX27" fmla="*/ 4711519 w 11557702"/>
                <a:gd name="connsiteY27" fmla="*/ 225328 h 2669181"/>
                <a:gd name="connsiteX28" fmla="*/ 5045792 w 11557702"/>
                <a:gd name="connsiteY28" fmla="*/ 32008 h 2669181"/>
                <a:gd name="connsiteX29" fmla="*/ 5308437 w 11557702"/>
                <a:gd name="connsiteY29" fmla="*/ 93135 h 2669181"/>
                <a:gd name="connsiteX30" fmla="*/ 5535425 w 11557702"/>
                <a:gd name="connsiteY30" fmla="*/ 247685 h 2669181"/>
                <a:gd name="connsiteX31" fmla="*/ 6076598 w 11557702"/>
                <a:gd name="connsiteY31" fmla="*/ 879678 h 2669181"/>
                <a:gd name="connsiteX32" fmla="*/ 6412155 w 11557702"/>
                <a:gd name="connsiteY32" fmla="*/ 1370032 h 2669181"/>
                <a:gd name="connsiteX33" fmla="*/ 6584296 w 11557702"/>
                <a:gd name="connsiteY33" fmla="*/ 1625746 h 2669181"/>
                <a:gd name="connsiteX34" fmla="*/ 6593778 w 11557702"/>
                <a:gd name="connsiteY34" fmla="*/ 1639660 h 2669181"/>
                <a:gd name="connsiteX35" fmla="*/ 7111713 w 11557702"/>
                <a:gd name="connsiteY35" fmla="*/ 2322050 h 2669181"/>
                <a:gd name="connsiteX36" fmla="*/ 7557492 w 11557702"/>
                <a:gd name="connsiteY36" fmla="*/ 2646208 h 2669181"/>
                <a:gd name="connsiteX37" fmla="*/ 7833681 w 11557702"/>
                <a:gd name="connsiteY37" fmla="*/ 2643095 h 2669181"/>
                <a:gd name="connsiteX38" fmla="*/ 8480168 w 11557702"/>
                <a:gd name="connsiteY38" fmla="*/ 2085404 h 2669181"/>
                <a:gd name="connsiteX39" fmla="*/ 8521770 w 11557702"/>
                <a:gd name="connsiteY39" fmla="*/ 2033530 h 2669181"/>
                <a:gd name="connsiteX40" fmla="*/ 9059073 w 11557702"/>
                <a:gd name="connsiteY40" fmla="*/ 1272176 h 2669181"/>
                <a:gd name="connsiteX41" fmla="*/ 9577272 w 11557702"/>
                <a:gd name="connsiteY41" fmla="*/ 534024 h 2669181"/>
                <a:gd name="connsiteX42" fmla="*/ 9626579 w 11557702"/>
                <a:gd name="connsiteY42" fmla="*/ 470628 h 2669181"/>
                <a:gd name="connsiteX43" fmla="*/ 10378135 w 11557702"/>
                <a:gd name="connsiteY43" fmla="*/ 35790 h 2669181"/>
                <a:gd name="connsiteX44" fmla="*/ 10648079 w 11557702"/>
                <a:gd name="connsiteY44" fmla="*/ 298170 h 2669181"/>
                <a:gd name="connsiteX45" fmla="*/ 10739585 w 11557702"/>
                <a:gd name="connsiteY45" fmla="*/ 412421 h 2669181"/>
                <a:gd name="connsiteX46" fmla="*/ 10966872 w 11557702"/>
                <a:gd name="connsiteY46" fmla="*/ 606955 h 2669181"/>
                <a:gd name="connsiteX47" fmla="*/ 11319351 w 11557702"/>
                <a:gd name="connsiteY47" fmla="*/ 913434 h 2669181"/>
                <a:gd name="connsiteX48" fmla="*/ 11557703 w 11557702"/>
                <a:gd name="connsiteY48" fmla="*/ 1327076 h 2669181"/>
                <a:gd name="connsiteX49" fmla="*/ 11553780 w 11557702"/>
                <a:gd name="connsiteY49" fmla="*/ 1327991 h 2669181"/>
                <a:gd name="connsiteX50" fmla="*/ 10964410 w 11557702"/>
                <a:gd name="connsiteY50" fmla="*/ 610139 h 2669181"/>
                <a:gd name="connsiteX51" fmla="*/ 10736594 w 11557702"/>
                <a:gd name="connsiteY51" fmla="*/ 415112 h 2669181"/>
                <a:gd name="connsiteX52" fmla="*/ 10644878 w 11557702"/>
                <a:gd name="connsiteY52" fmla="*/ 300615 h 2669181"/>
                <a:gd name="connsiteX53" fmla="*/ 10376305 w 11557702"/>
                <a:gd name="connsiteY53" fmla="*/ 39378 h 2669181"/>
                <a:gd name="connsiteX54" fmla="*/ 9629745 w 11557702"/>
                <a:gd name="connsiteY54" fmla="*/ 473091 h 2669181"/>
                <a:gd name="connsiteX55" fmla="*/ 9580404 w 11557702"/>
                <a:gd name="connsiteY55" fmla="*/ 536540 h 2669181"/>
                <a:gd name="connsiteX56" fmla="*/ 9062415 w 11557702"/>
                <a:gd name="connsiteY56" fmla="*/ 1274392 h 2669181"/>
                <a:gd name="connsiteX57" fmla="*/ 8524883 w 11557702"/>
                <a:gd name="connsiteY57" fmla="*/ 2036063 h 2669181"/>
                <a:gd name="connsiteX58" fmla="*/ 8483300 w 11557702"/>
                <a:gd name="connsiteY58" fmla="*/ 2087920 h 2669181"/>
                <a:gd name="connsiteX59" fmla="*/ 8200286 w 11557702"/>
                <a:gd name="connsiteY59" fmla="*/ 2410653 h 2669181"/>
                <a:gd name="connsiteX60" fmla="*/ 7834824 w 11557702"/>
                <a:gd name="connsiteY60" fmla="*/ 2646929 h 2669181"/>
                <a:gd name="connsiteX61" fmla="*/ 7689368 w 11557702"/>
                <a:gd name="connsiteY61" fmla="*/ 2669181 h 2669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1557702" h="2669181">
                  <a:moveTo>
                    <a:pt x="7689368" y="2669181"/>
                  </a:moveTo>
                  <a:cubicBezTo>
                    <a:pt x="7644636" y="2669181"/>
                    <a:pt x="7600202" y="2662814"/>
                    <a:pt x="7556349" y="2650096"/>
                  </a:cubicBezTo>
                  <a:cubicBezTo>
                    <a:pt x="7472934" y="2625891"/>
                    <a:pt x="7391648" y="2581809"/>
                    <a:pt x="7307848" y="2515317"/>
                  </a:cubicBezTo>
                  <a:cubicBezTo>
                    <a:pt x="7234829" y="2457391"/>
                    <a:pt x="7169005" y="2389527"/>
                    <a:pt x="7108741" y="2324811"/>
                  </a:cubicBezTo>
                  <a:cubicBezTo>
                    <a:pt x="6911040" y="2112546"/>
                    <a:pt x="6748046" y="1873315"/>
                    <a:pt x="6590418" y="1641947"/>
                  </a:cubicBezTo>
                  <a:lnTo>
                    <a:pt x="6580936" y="1628032"/>
                  </a:lnTo>
                  <a:cubicBezTo>
                    <a:pt x="6523028" y="1543053"/>
                    <a:pt x="6464944" y="1456243"/>
                    <a:pt x="6408778" y="1372301"/>
                  </a:cubicBezTo>
                  <a:cubicBezTo>
                    <a:pt x="6300613" y="1210644"/>
                    <a:pt x="6188773" y="1043499"/>
                    <a:pt x="6073291" y="882053"/>
                  </a:cubicBezTo>
                  <a:cubicBezTo>
                    <a:pt x="5907623" y="650421"/>
                    <a:pt x="5741604" y="427848"/>
                    <a:pt x="5532787" y="250799"/>
                  </a:cubicBezTo>
                  <a:cubicBezTo>
                    <a:pt x="5419134" y="154438"/>
                    <a:pt x="5245023" y="27364"/>
                    <a:pt x="5045933" y="36071"/>
                  </a:cubicBezTo>
                  <a:cubicBezTo>
                    <a:pt x="4902588" y="42351"/>
                    <a:pt x="4797379" y="103214"/>
                    <a:pt x="4714844" y="227597"/>
                  </a:cubicBezTo>
                  <a:cubicBezTo>
                    <a:pt x="4639117" y="341707"/>
                    <a:pt x="4588210" y="497647"/>
                    <a:pt x="4529264" y="678214"/>
                  </a:cubicBezTo>
                  <a:cubicBezTo>
                    <a:pt x="4479817" y="829668"/>
                    <a:pt x="4423791" y="1001335"/>
                    <a:pt x="4343349" y="1173616"/>
                  </a:cubicBezTo>
                  <a:cubicBezTo>
                    <a:pt x="4250912" y="1371615"/>
                    <a:pt x="4140830" y="1539007"/>
                    <a:pt x="4006843" y="1685343"/>
                  </a:cubicBezTo>
                  <a:cubicBezTo>
                    <a:pt x="3928530" y="1770885"/>
                    <a:pt x="3840401" y="1850588"/>
                    <a:pt x="3744919" y="1922217"/>
                  </a:cubicBezTo>
                  <a:cubicBezTo>
                    <a:pt x="3641382" y="1999896"/>
                    <a:pt x="3525601" y="2070839"/>
                    <a:pt x="3400778" y="2133039"/>
                  </a:cubicBezTo>
                  <a:cubicBezTo>
                    <a:pt x="3267038" y="2199690"/>
                    <a:pt x="3118591" y="2258477"/>
                    <a:pt x="2959572" y="2307784"/>
                  </a:cubicBezTo>
                  <a:cubicBezTo>
                    <a:pt x="2790633" y="2360168"/>
                    <a:pt x="2604543" y="2403458"/>
                    <a:pt x="2406456" y="2436476"/>
                  </a:cubicBezTo>
                  <a:cubicBezTo>
                    <a:pt x="2079870" y="2490901"/>
                    <a:pt x="1778561" y="2533453"/>
                    <a:pt x="1485327" y="2566576"/>
                  </a:cubicBezTo>
                  <a:cubicBezTo>
                    <a:pt x="1242912" y="2593946"/>
                    <a:pt x="999846" y="2557693"/>
                    <a:pt x="742250" y="2455738"/>
                  </a:cubicBezTo>
                  <a:cubicBezTo>
                    <a:pt x="517689" y="2366853"/>
                    <a:pt x="311423" y="2239656"/>
                    <a:pt x="129431" y="2127428"/>
                  </a:cubicBezTo>
                  <a:cubicBezTo>
                    <a:pt x="84575" y="2099758"/>
                    <a:pt x="42182" y="2073636"/>
                    <a:pt x="0" y="2048288"/>
                  </a:cubicBezTo>
                  <a:lnTo>
                    <a:pt x="2076" y="2044840"/>
                  </a:lnTo>
                  <a:cubicBezTo>
                    <a:pt x="44275" y="2070206"/>
                    <a:pt x="86669" y="2096328"/>
                    <a:pt x="131542" y="2123998"/>
                  </a:cubicBezTo>
                  <a:cubicBezTo>
                    <a:pt x="492676" y="2346694"/>
                    <a:pt x="942114" y="2623850"/>
                    <a:pt x="1484888" y="2562565"/>
                  </a:cubicBezTo>
                  <a:cubicBezTo>
                    <a:pt x="1778051" y="2529460"/>
                    <a:pt x="2079289" y="2486926"/>
                    <a:pt x="2405805" y="2432500"/>
                  </a:cubicBezTo>
                  <a:cubicBezTo>
                    <a:pt x="4041355" y="2159918"/>
                    <a:pt x="4321150" y="1302784"/>
                    <a:pt x="4525464" y="676930"/>
                  </a:cubicBezTo>
                  <a:cubicBezTo>
                    <a:pt x="4584498" y="496081"/>
                    <a:pt x="4635476" y="339913"/>
                    <a:pt x="4711519" y="225328"/>
                  </a:cubicBezTo>
                  <a:cubicBezTo>
                    <a:pt x="4794828" y="99767"/>
                    <a:pt x="4901057" y="38340"/>
                    <a:pt x="5045792" y="32008"/>
                  </a:cubicBezTo>
                  <a:cubicBezTo>
                    <a:pt x="5130069" y="28331"/>
                    <a:pt x="5218443" y="48877"/>
                    <a:pt x="5308437" y="93135"/>
                  </a:cubicBezTo>
                  <a:cubicBezTo>
                    <a:pt x="5380013" y="128334"/>
                    <a:pt x="5454262" y="178889"/>
                    <a:pt x="5535425" y="247685"/>
                  </a:cubicBezTo>
                  <a:cubicBezTo>
                    <a:pt x="5744594" y="425033"/>
                    <a:pt x="5910772" y="647835"/>
                    <a:pt x="6076598" y="879678"/>
                  </a:cubicBezTo>
                  <a:cubicBezTo>
                    <a:pt x="6192097" y="1041159"/>
                    <a:pt x="6303973" y="1208340"/>
                    <a:pt x="6412155" y="1370032"/>
                  </a:cubicBezTo>
                  <a:cubicBezTo>
                    <a:pt x="6468321" y="1453974"/>
                    <a:pt x="6526405" y="1540783"/>
                    <a:pt x="6584296" y="1625746"/>
                  </a:cubicBezTo>
                  <a:lnTo>
                    <a:pt x="6593778" y="1639660"/>
                  </a:lnTo>
                  <a:cubicBezTo>
                    <a:pt x="6751318" y="1870905"/>
                    <a:pt x="6914224" y="2110013"/>
                    <a:pt x="7111713" y="2322050"/>
                  </a:cubicBezTo>
                  <a:cubicBezTo>
                    <a:pt x="7232014" y="2451199"/>
                    <a:pt x="7375588" y="2593419"/>
                    <a:pt x="7557492" y="2646208"/>
                  </a:cubicBezTo>
                  <a:cubicBezTo>
                    <a:pt x="7647925" y="2672453"/>
                    <a:pt x="7740839" y="2671398"/>
                    <a:pt x="7833681" y="2643095"/>
                  </a:cubicBezTo>
                  <a:cubicBezTo>
                    <a:pt x="8099017" y="2562565"/>
                    <a:pt x="8319321" y="2286781"/>
                    <a:pt x="8480168" y="2085404"/>
                  </a:cubicBezTo>
                  <a:cubicBezTo>
                    <a:pt x="8494734" y="2067163"/>
                    <a:pt x="8508489" y="2049941"/>
                    <a:pt x="8521770" y="2033530"/>
                  </a:cubicBezTo>
                  <a:cubicBezTo>
                    <a:pt x="8717341" y="1791607"/>
                    <a:pt x="8891066" y="1527538"/>
                    <a:pt x="9059073" y="1272176"/>
                  </a:cubicBezTo>
                  <a:cubicBezTo>
                    <a:pt x="9221328" y="1025539"/>
                    <a:pt x="9389107" y="770511"/>
                    <a:pt x="9577272" y="534024"/>
                  </a:cubicBezTo>
                  <a:cubicBezTo>
                    <a:pt x="9592348" y="515079"/>
                    <a:pt x="9608970" y="493478"/>
                    <a:pt x="9626579" y="470628"/>
                  </a:cubicBezTo>
                  <a:cubicBezTo>
                    <a:pt x="9795536" y="251168"/>
                    <a:pt x="10078339" y="-116122"/>
                    <a:pt x="10378135" y="35790"/>
                  </a:cubicBezTo>
                  <a:cubicBezTo>
                    <a:pt x="10492720" y="93839"/>
                    <a:pt x="10571701" y="197728"/>
                    <a:pt x="10648079" y="298170"/>
                  </a:cubicBezTo>
                  <a:cubicBezTo>
                    <a:pt x="10679109" y="338980"/>
                    <a:pt x="10708414" y="377521"/>
                    <a:pt x="10739585" y="412421"/>
                  </a:cubicBezTo>
                  <a:cubicBezTo>
                    <a:pt x="10791863" y="470962"/>
                    <a:pt x="10872956" y="533989"/>
                    <a:pt x="10966872" y="606955"/>
                  </a:cubicBezTo>
                  <a:cubicBezTo>
                    <a:pt x="11080489" y="695242"/>
                    <a:pt x="11209269" y="795314"/>
                    <a:pt x="11319351" y="913434"/>
                  </a:cubicBezTo>
                  <a:cubicBezTo>
                    <a:pt x="11446795" y="1050183"/>
                    <a:pt x="11524756" y="1185490"/>
                    <a:pt x="11557703" y="1327076"/>
                  </a:cubicBezTo>
                  <a:lnTo>
                    <a:pt x="11553780" y="1327991"/>
                  </a:lnTo>
                  <a:cubicBezTo>
                    <a:pt x="11479970" y="1010745"/>
                    <a:pt x="11194107" y="788630"/>
                    <a:pt x="10964410" y="610139"/>
                  </a:cubicBezTo>
                  <a:cubicBezTo>
                    <a:pt x="10870353" y="537050"/>
                    <a:pt x="10789120" y="473935"/>
                    <a:pt x="10736594" y="415112"/>
                  </a:cubicBezTo>
                  <a:cubicBezTo>
                    <a:pt x="10705318" y="380089"/>
                    <a:pt x="10675960" y="341478"/>
                    <a:pt x="10644878" y="300615"/>
                  </a:cubicBezTo>
                  <a:cubicBezTo>
                    <a:pt x="10568763" y="200525"/>
                    <a:pt x="10490063" y="97022"/>
                    <a:pt x="10376305" y="39378"/>
                  </a:cubicBezTo>
                  <a:cubicBezTo>
                    <a:pt x="10079465" y="-111021"/>
                    <a:pt x="9797946" y="254616"/>
                    <a:pt x="9629745" y="473091"/>
                  </a:cubicBezTo>
                  <a:cubicBezTo>
                    <a:pt x="9612137" y="495958"/>
                    <a:pt x="9595497" y="517577"/>
                    <a:pt x="9580404" y="536540"/>
                  </a:cubicBezTo>
                  <a:cubicBezTo>
                    <a:pt x="9392343" y="772886"/>
                    <a:pt x="9224617" y="1027843"/>
                    <a:pt x="9062415" y="1274392"/>
                  </a:cubicBezTo>
                  <a:cubicBezTo>
                    <a:pt x="8894355" y="1529842"/>
                    <a:pt x="8720578" y="1793999"/>
                    <a:pt x="8524883" y="2036063"/>
                  </a:cubicBezTo>
                  <a:cubicBezTo>
                    <a:pt x="8511603" y="2052475"/>
                    <a:pt x="8497864" y="2069696"/>
                    <a:pt x="8483300" y="2087920"/>
                  </a:cubicBezTo>
                  <a:cubicBezTo>
                    <a:pt x="8405831" y="2184914"/>
                    <a:pt x="8309399" y="2305602"/>
                    <a:pt x="8200286" y="2410653"/>
                  </a:cubicBezTo>
                  <a:cubicBezTo>
                    <a:pt x="8072314" y="2533857"/>
                    <a:pt x="7952769" y="2611150"/>
                    <a:pt x="7834824" y="2646929"/>
                  </a:cubicBezTo>
                  <a:cubicBezTo>
                    <a:pt x="7786240" y="2661776"/>
                    <a:pt x="7737637" y="2669181"/>
                    <a:pt x="7689368" y="266918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6" name="任意多边形: 形状 1403"/>
            <p:cNvSpPr/>
            <p:nvPr>
              <p:custDataLst>
                <p:tags r:id="rId24"/>
              </p:custDataLst>
            </p:nvPr>
          </p:nvSpPr>
          <p:spPr>
            <a:xfrm>
              <a:off x="554066" y="2433721"/>
              <a:ext cx="11636807" cy="2779996"/>
            </a:xfrm>
            <a:custGeom>
              <a:avLst/>
              <a:gdLst>
                <a:gd name="connsiteX0" fmla="*/ 7805976 w 11636807"/>
                <a:gd name="connsiteY0" fmla="*/ 2779996 h 2779996"/>
                <a:gd name="connsiteX1" fmla="*/ 7669509 w 11636807"/>
                <a:gd name="connsiteY1" fmla="*/ 2759820 h 2779996"/>
                <a:gd name="connsiteX2" fmla="*/ 7215796 w 11636807"/>
                <a:gd name="connsiteY2" fmla="*/ 2418212 h 2779996"/>
                <a:gd name="connsiteX3" fmla="*/ 6696735 w 11636807"/>
                <a:gd name="connsiteY3" fmla="*/ 1702118 h 2779996"/>
                <a:gd name="connsiteX4" fmla="*/ 6687675 w 11636807"/>
                <a:gd name="connsiteY4" fmla="*/ 1688169 h 2779996"/>
                <a:gd name="connsiteX5" fmla="*/ 6523943 w 11636807"/>
                <a:gd name="connsiteY5" fmla="*/ 1433107 h 2779996"/>
                <a:gd name="connsiteX6" fmla="*/ 6181121 w 11636807"/>
                <a:gd name="connsiteY6" fmla="*/ 908926 h 2779996"/>
                <a:gd name="connsiteX7" fmla="*/ 5636993 w 11636807"/>
                <a:gd name="connsiteY7" fmla="*/ 251884 h 2779996"/>
                <a:gd name="connsiteX8" fmla="*/ 5140412 w 11636807"/>
                <a:gd name="connsiteY8" fmla="*/ 31053 h 2779996"/>
                <a:gd name="connsiteX9" fmla="*/ 4817819 w 11636807"/>
                <a:gd name="connsiteY9" fmla="*/ 233819 h 2779996"/>
                <a:gd name="connsiteX10" fmla="*/ 4644816 w 11636807"/>
                <a:gd name="connsiteY10" fmla="*/ 704102 h 2779996"/>
                <a:gd name="connsiteX11" fmla="*/ 4467644 w 11636807"/>
                <a:gd name="connsiteY11" fmla="*/ 1232399 h 2779996"/>
                <a:gd name="connsiteX12" fmla="*/ 4133055 w 11636807"/>
                <a:gd name="connsiteY12" fmla="*/ 1778374 h 2779996"/>
                <a:gd name="connsiteX13" fmla="*/ 3866980 w 11636807"/>
                <a:gd name="connsiteY13" fmla="*/ 2030657 h 2779996"/>
                <a:gd name="connsiteX14" fmla="*/ 3513886 w 11636807"/>
                <a:gd name="connsiteY14" fmla="*/ 2254549 h 2779996"/>
                <a:gd name="connsiteX15" fmla="*/ 3057939 w 11636807"/>
                <a:gd name="connsiteY15" fmla="*/ 2439145 h 2779996"/>
                <a:gd name="connsiteX16" fmla="*/ 2483273 w 11636807"/>
                <a:gd name="connsiteY16" fmla="*/ 2573571 h 2779996"/>
                <a:gd name="connsiteX17" fmla="*/ 1538609 w 11636807"/>
                <a:gd name="connsiteY17" fmla="*/ 2697251 h 2779996"/>
                <a:gd name="connsiteX18" fmla="*/ 1407876 w 11636807"/>
                <a:gd name="connsiteY18" fmla="*/ 2703513 h 2779996"/>
                <a:gd name="connsiteX19" fmla="*/ 768231 w 11636807"/>
                <a:gd name="connsiteY19" fmla="*/ 2559921 h 2779996"/>
                <a:gd name="connsiteX20" fmla="*/ 130504 w 11636807"/>
                <a:gd name="connsiteY20" fmla="*/ 2190080 h 2779996"/>
                <a:gd name="connsiteX21" fmla="*/ 0 w 11636807"/>
                <a:gd name="connsiteY21" fmla="*/ 2104115 h 2779996"/>
                <a:gd name="connsiteX22" fmla="*/ 2146 w 11636807"/>
                <a:gd name="connsiteY22" fmla="*/ 2100790 h 2779996"/>
                <a:gd name="connsiteX23" fmla="*/ 132685 w 11636807"/>
                <a:gd name="connsiteY23" fmla="*/ 2186773 h 2779996"/>
                <a:gd name="connsiteX24" fmla="*/ 1538204 w 11636807"/>
                <a:gd name="connsiteY24" fmla="*/ 2693310 h 2779996"/>
                <a:gd name="connsiteX25" fmla="*/ 2482605 w 11636807"/>
                <a:gd name="connsiteY25" fmla="*/ 2569666 h 2779996"/>
                <a:gd name="connsiteX26" fmla="*/ 4640982 w 11636807"/>
                <a:gd name="connsiteY26" fmla="*/ 703029 h 2779996"/>
                <a:gd name="connsiteX27" fmla="*/ 4814389 w 11636807"/>
                <a:gd name="connsiteY27" fmla="*/ 231778 h 2779996"/>
                <a:gd name="connsiteX28" fmla="*/ 5140148 w 11636807"/>
                <a:gd name="connsiteY28" fmla="*/ 27112 h 2779996"/>
                <a:gd name="connsiteX29" fmla="*/ 5408703 w 11636807"/>
                <a:gd name="connsiteY29" fmla="*/ 88627 h 2779996"/>
                <a:gd name="connsiteX30" fmla="*/ 5639543 w 11636807"/>
                <a:gd name="connsiteY30" fmla="*/ 248911 h 2779996"/>
                <a:gd name="connsiteX31" fmla="*/ 6184340 w 11636807"/>
                <a:gd name="connsiteY31" fmla="*/ 906692 h 2779996"/>
                <a:gd name="connsiteX32" fmla="*/ 6527232 w 11636807"/>
                <a:gd name="connsiteY32" fmla="*/ 1430978 h 2779996"/>
                <a:gd name="connsiteX33" fmla="*/ 6690948 w 11636807"/>
                <a:gd name="connsiteY33" fmla="*/ 1686023 h 2779996"/>
                <a:gd name="connsiteX34" fmla="*/ 6700007 w 11636807"/>
                <a:gd name="connsiteY34" fmla="*/ 1699972 h 2779996"/>
                <a:gd name="connsiteX35" fmla="*/ 7218699 w 11636807"/>
                <a:gd name="connsiteY35" fmla="*/ 2415573 h 2779996"/>
                <a:gd name="connsiteX36" fmla="*/ 7670600 w 11636807"/>
                <a:gd name="connsiteY36" fmla="*/ 2756020 h 2779996"/>
                <a:gd name="connsiteX37" fmla="*/ 7952769 w 11636807"/>
                <a:gd name="connsiteY37" fmla="*/ 2753065 h 2779996"/>
                <a:gd name="connsiteX38" fmla="*/ 8610250 w 11636807"/>
                <a:gd name="connsiteY38" fmla="*/ 2166122 h 2779996"/>
                <a:gd name="connsiteX39" fmla="*/ 8648563 w 11636807"/>
                <a:gd name="connsiteY39" fmla="*/ 2116341 h 2779996"/>
                <a:gd name="connsiteX40" fmla="*/ 9185566 w 11636807"/>
                <a:gd name="connsiteY40" fmla="*/ 1324344 h 2779996"/>
                <a:gd name="connsiteX41" fmla="*/ 9704821 w 11636807"/>
                <a:gd name="connsiteY41" fmla="*/ 554881 h 2779996"/>
                <a:gd name="connsiteX42" fmla="*/ 9750610 w 11636807"/>
                <a:gd name="connsiteY42" fmla="*/ 493719 h 2779996"/>
                <a:gd name="connsiteX43" fmla="*/ 10080978 w 11636807"/>
                <a:gd name="connsiteY43" fmla="*/ 120483 h 2779996"/>
                <a:gd name="connsiteX44" fmla="*/ 10290710 w 11636807"/>
                <a:gd name="connsiteY44" fmla="*/ 9188 h 2779996"/>
                <a:gd name="connsiteX45" fmla="*/ 10517205 w 11636807"/>
                <a:gd name="connsiteY45" fmla="*/ 38335 h 2779996"/>
                <a:gd name="connsiteX46" fmla="*/ 10796772 w 11636807"/>
                <a:gd name="connsiteY46" fmla="*/ 323917 h 2779996"/>
                <a:gd name="connsiteX47" fmla="*/ 10880942 w 11636807"/>
                <a:gd name="connsiteY47" fmla="*/ 436180 h 2779996"/>
                <a:gd name="connsiteX48" fmla="*/ 11100015 w 11636807"/>
                <a:gd name="connsiteY48" fmla="*/ 642482 h 2779996"/>
                <a:gd name="connsiteX49" fmla="*/ 11636807 w 11636807"/>
                <a:gd name="connsiteY49" fmla="*/ 1339595 h 2779996"/>
                <a:gd name="connsiteX50" fmla="*/ 11632955 w 11636807"/>
                <a:gd name="connsiteY50" fmla="*/ 1340528 h 2779996"/>
                <a:gd name="connsiteX51" fmla="*/ 11097429 w 11636807"/>
                <a:gd name="connsiteY51" fmla="*/ 645490 h 2779996"/>
                <a:gd name="connsiteX52" fmla="*/ 10877864 w 11636807"/>
                <a:gd name="connsiteY52" fmla="*/ 438696 h 2779996"/>
                <a:gd name="connsiteX53" fmla="*/ 10793535 w 11636807"/>
                <a:gd name="connsiteY53" fmla="*/ 326222 h 2779996"/>
                <a:gd name="connsiteX54" fmla="*/ 10515340 w 11636807"/>
                <a:gd name="connsiteY54" fmla="*/ 41818 h 2779996"/>
                <a:gd name="connsiteX55" fmla="*/ 10083440 w 11636807"/>
                <a:gd name="connsiteY55" fmla="*/ 123561 h 2779996"/>
                <a:gd name="connsiteX56" fmla="*/ 9753759 w 11636807"/>
                <a:gd name="connsiteY56" fmla="*/ 496076 h 2779996"/>
                <a:gd name="connsiteX57" fmla="*/ 9707935 w 11636807"/>
                <a:gd name="connsiteY57" fmla="*/ 557274 h 2779996"/>
                <a:gd name="connsiteX58" fmla="*/ 9188874 w 11636807"/>
                <a:gd name="connsiteY58" fmla="*/ 1326455 h 2779996"/>
                <a:gd name="connsiteX59" fmla="*/ 8651658 w 11636807"/>
                <a:gd name="connsiteY59" fmla="*/ 2118750 h 2779996"/>
                <a:gd name="connsiteX60" fmla="*/ 8613364 w 11636807"/>
                <a:gd name="connsiteY60" fmla="*/ 2168514 h 2779996"/>
                <a:gd name="connsiteX61" fmla="*/ 8327430 w 11636807"/>
                <a:gd name="connsiteY61" fmla="*/ 2507396 h 2779996"/>
                <a:gd name="connsiteX62" fmla="*/ 7953930 w 11636807"/>
                <a:gd name="connsiteY62" fmla="*/ 2756812 h 2779996"/>
                <a:gd name="connsiteX63" fmla="*/ 7805976 w 11636807"/>
                <a:gd name="connsiteY63" fmla="*/ 2779996 h 2779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636807" h="2779996">
                  <a:moveTo>
                    <a:pt x="7805976" y="2779996"/>
                  </a:moveTo>
                  <a:cubicBezTo>
                    <a:pt x="7760100" y="2779996"/>
                    <a:pt x="7714523" y="2773277"/>
                    <a:pt x="7669509" y="2759820"/>
                  </a:cubicBezTo>
                  <a:cubicBezTo>
                    <a:pt x="7482134" y="2703794"/>
                    <a:pt x="7337065" y="2554116"/>
                    <a:pt x="7215796" y="2418212"/>
                  </a:cubicBezTo>
                  <a:cubicBezTo>
                    <a:pt x="7017006" y="2195428"/>
                    <a:pt x="6854187" y="1944657"/>
                    <a:pt x="6696735" y="1702118"/>
                  </a:cubicBezTo>
                  <a:lnTo>
                    <a:pt x="6687675" y="1688169"/>
                  </a:lnTo>
                  <a:cubicBezTo>
                    <a:pt x="6632635" y="1603400"/>
                    <a:pt x="6577383" y="1516820"/>
                    <a:pt x="6523943" y="1433107"/>
                  </a:cubicBezTo>
                  <a:cubicBezTo>
                    <a:pt x="6413597" y="1260227"/>
                    <a:pt x="6299505" y="1081454"/>
                    <a:pt x="6181121" y="908926"/>
                  </a:cubicBezTo>
                  <a:cubicBezTo>
                    <a:pt x="6015858" y="668059"/>
                    <a:pt x="5849891" y="436567"/>
                    <a:pt x="5636993" y="251884"/>
                  </a:cubicBezTo>
                  <a:cubicBezTo>
                    <a:pt x="5521212" y="151460"/>
                    <a:pt x="5343759" y="19320"/>
                    <a:pt x="5140412" y="31053"/>
                  </a:cubicBezTo>
                  <a:cubicBezTo>
                    <a:pt x="4999002" y="39215"/>
                    <a:pt x="4896502" y="103649"/>
                    <a:pt x="4817819" y="233819"/>
                  </a:cubicBezTo>
                  <a:cubicBezTo>
                    <a:pt x="4745628" y="353259"/>
                    <a:pt x="4698907" y="515848"/>
                    <a:pt x="4644816" y="704102"/>
                  </a:cubicBezTo>
                  <a:cubicBezTo>
                    <a:pt x="4598430" y="865548"/>
                    <a:pt x="4545852" y="1048542"/>
                    <a:pt x="4467644" y="1232399"/>
                  </a:cubicBezTo>
                  <a:cubicBezTo>
                    <a:pt x="4377721" y="1443801"/>
                    <a:pt x="4268291" y="1622398"/>
                    <a:pt x="4133055" y="1778374"/>
                  </a:cubicBezTo>
                  <a:cubicBezTo>
                    <a:pt x="4053985" y="1869581"/>
                    <a:pt x="3964467" y="1954455"/>
                    <a:pt x="3866980" y="2030657"/>
                  </a:cubicBezTo>
                  <a:cubicBezTo>
                    <a:pt x="3761226" y="2113315"/>
                    <a:pt x="3642437" y="2188638"/>
                    <a:pt x="3513886" y="2254549"/>
                  </a:cubicBezTo>
                  <a:cubicBezTo>
                    <a:pt x="3376116" y="2325193"/>
                    <a:pt x="3222727" y="2387288"/>
                    <a:pt x="3057939" y="2439145"/>
                  </a:cubicBezTo>
                  <a:cubicBezTo>
                    <a:pt x="2882860" y="2494238"/>
                    <a:pt x="2689505" y="2539464"/>
                    <a:pt x="2483273" y="2573571"/>
                  </a:cubicBezTo>
                  <a:cubicBezTo>
                    <a:pt x="2162141" y="2626677"/>
                    <a:pt x="1853145" y="2667135"/>
                    <a:pt x="1538609" y="2697251"/>
                  </a:cubicBezTo>
                  <a:cubicBezTo>
                    <a:pt x="1495108" y="2701419"/>
                    <a:pt x="1451536" y="2703513"/>
                    <a:pt x="1407876" y="2703513"/>
                  </a:cubicBezTo>
                  <a:cubicBezTo>
                    <a:pt x="1199956" y="2703513"/>
                    <a:pt x="989485" y="2656141"/>
                    <a:pt x="768231" y="2559921"/>
                  </a:cubicBezTo>
                  <a:cubicBezTo>
                    <a:pt x="534875" y="2458441"/>
                    <a:pt x="320042" y="2315870"/>
                    <a:pt x="130504" y="2190080"/>
                  </a:cubicBezTo>
                  <a:cubicBezTo>
                    <a:pt x="85279" y="2160071"/>
                    <a:pt x="42552" y="2131715"/>
                    <a:pt x="0" y="2104115"/>
                  </a:cubicBezTo>
                  <a:lnTo>
                    <a:pt x="2146" y="2100790"/>
                  </a:lnTo>
                  <a:cubicBezTo>
                    <a:pt x="44733" y="2128390"/>
                    <a:pt x="87460" y="2156746"/>
                    <a:pt x="132685" y="2186773"/>
                  </a:cubicBezTo>
                  <a:cubicBezTo>
                    <a:pt x="508824" y="2436383"/>
                    <a:pt x="976926" y="2747032"/>
                    <a:pt x="1538204" y="2693310"/>
                  </a:cubicBezTo>
                  <a:cubicBezTo>
                    <a:pt x="1852653" y="2663195"/>
                    <a:pt x="2161560" y="2622754"/>
                    <a:pt x="2482605" y="2569666"/>
                  </a:cubicBezTo>
                  <a:cubicBezTo>
                    <a:pt x="4185580" y="2288059"/>
                    <a:pt x="4448787" y="1371944"/>
                    <a:pt x="4640982" y="703029"/>
                  </a:cubicBezTo>
                  <a:cubicBezTo>
                    <a:pt x="4695143" y="514494"/>
                    <a:pt x="4741934" y="351658"/>
                    <a:pt x="4814389" y="231778"/>
                  </a:cubicBezTo>
                  <a:cubicBezTo>
                    <a:pt x="4893810" y="100395"/>
                    <a:pt x="4997313" y="35362"/>
                    <a:pt x="5140148" y="27112"/>
                  </a:cubicBezTo>
                  <a:cubicBezTo>
                    <a:pt x="5226395" y="22134"/>
                    <a:pt x="5316757" y="42838"/>
                    <a:pt x="5408703" y="88627"/>
                  </a:cubicBezTo>
                  <a:cubicBezTo>
                    <a:pt x="5481510" y="124898"/>
                    <a:pt x="5557026" y="177318"/>
                    <a:pt x="5639543" y="248911"/>
                  </a:cubicBezTo>
                  <a:cubicBezTo>
                    <a:pt x="5852793" y="433894"/>
                    <a:pt x="6018918" y="665614"/>
                    <a:pt x="6184340" y="906692"/>
                  </a:cubicBezTo>
                  <a:cubicBezTo>
                    <a:pt x="6302759" y="1079290"/>
                    <a:pt x="6416869" y="1258081"/>
                    <a:pt x="6527232" y="1430978"/>
                  </a:cubicBezTo>
                  <a:cubicBezTo>
                    <a:pt x="6580672" y="1514691"/>
                    <a:pt x="6635924" y="1601254"/>
                    <a:pt x="6690948" y="1686023"/>
                  </a:cubicBezTo>
                  <a:lnTo>
                    <a:pt x="6700007" y="1699972"/>
                  </a:lnTo>
                  <a:cubicBezTo>
                    <a:pt x="6857389" y="1942370"/>
                    <a:pt x="7020119" y="2193018"/>
                    <a:pt x="7218699" y="2415573"/>
                  </a:cubicBezTo>
                  <a:cubicBezTo>
                    <a:pt x="7339599" y="2551073"/>
                    <a:pt x="7484210" y="2700294"/>
                    <a:pt x="7670600" y="2756020"/>
                  </a:cubicBezTo>
                  <a:cubicBezTo>
                    <a:pt x="7763056" y="2783673"/>
                    <a:pt x="7857991" y="2782670"/>
                    <a:pt x="7952769" y="2753065"/>
                  </a:cubicBezTo>
                  <a:cubicBezTo>
                    <a:pt x="8225000" y="2668332"/>
                    <a:pt x="8456826" y="2366109"/>
                    <a:pt x="8610250" y="2166122"/>
                  </a:cubicBezTo>
                  <a:cubicBezTo>
                    <a:pt x="8623654" y="2148654"/>
                    <a:pt x="8636320" y="2132137"/>
                    <a:pt x="8648563" y="2116341"/>
                  </a:cubicBezTo>
                  <a:cubicBezTo>
                    <a:pt x="8844239" y="1863881"/>
                    <a:pt x="9017753" y="1589592"/>
                    <a:pt x="9185566" y="1324344"/>
                  </a:cubicBezTo>
                  <a:cubicBezTo>
                    <a:pt x="9348068" y="1067487"/>
                    <a:pt x="9516092" y="801888"/>
                    <a:pt x="9704821" y="554881"/>
                  </a:cubicBezTo>
                  <a:cubicBezTo>
                    <a:pt x="9718841" y="536534"/>
                    <a:pt x="9734268" y="515742"/>
                    <a:pt x="9750610" y="493719"/>
                  </a:cubicBezTo>
                  <a:cubicBezTo>
                    <a:pt x="9834358" y="380858"/>
                    <a:pt x="9949066" y="226290"/>
                    <a:pt x="10080978" y="120483"/>
                  </a:cubicBezTo>
                  <a:cubicBezTo>
                    <a:pt x="10153116" y="62610"/>
                    <a:pt x="10223689" y="25177"/>
                    <a:pt x="10290710" y="9188"/>
                  </a:cubicBezTo>
                  <a:cubicBezTo>
                    <a:pt x="10368969" y="-9476"/>
                    <a:pt x="10445172" y="322"/>
                    <a:pt x="10517205" y="38335"/>
                  </a:cubicBezTo>
                  <a:cubicBezTo>
                    <a:pt x="10637225" y="101661"/>
                    <a:pt x="10718336" y="214645"/>
                    <a:pt x="10796772" y="323917"/>
                  </a:cubicBezTo>
                  <a:cubicBezTo>
                    <a:pt x="10825391" y="363795"/>
                    <a:pt x="10852445" y="401474"/>
                    <a:pt x="10880942" y="436180"/>
                  </a:cubicBezTo>
                  <a:cubicBezTo>
                    <a:pt x="10932377" y="498838"/>
                    <a:pt x="11010057" y="565400"/>
                    <a:pt x="11100015" y="642482"/>
                  </a:cubicBezTo>
                  <a:cubicBezTo>
                    <a:pt x="11306756" y="819619"/>
                    <a:pt x="11564036" y="1040081"/>
                    <a:pt x="11636807" y="1339595"/>
                  </a:cubicBezTo>
                  <a:lnTo>
                    <a:pt x="11632955" y="1340528"/>
                  </a:lnTo>
                  <a:cubicBezTo>
                    <a:pt x="11560483" y="1042262"/>
                    <a:pt x="11303730" y="822257"/>
                    <a:pt x="11097429" y="645490"/>
                  </a:cubicBezTo>
                  <a:cubicBezTo>
                    <a:pt x="11007330" y="568285"/>
                    <a:pt x="10929527" y="501617"/>
                    <a:pt x="10877864" y="438696"/>
                  </a:cubicBezTo>
                  <a:cubicBezTo>
                    <a:pt x="10849280" y="403884"/>
                    <a:pt x="10822207" y="366170"/>
                    <a:pt x="10793535" y="326222"/>
                  </a:cubicBezTo>
                  <a:cubicBezTo>
                    <a:pt x="10715362" y="217319"/>
                    <a:pt x="10634534" y="104722"/>
                    <a:pt x="10515340" y="41818"/>
                  </a:cubicBezTo>
                  <a:cubicBezTo>
                    <a:pt x="10381406" y="-28843"/>
                    <a:pt x="10240119" y="-2105"/>
                    <a:pt x="10083440" y="123561"/>
                  </a:cubicBezTo>
                  <a:cubicBezTo>
                    <a:pt x="9951916" y="229052"/>
                    <a:pt x="9837384" y="383391"/>
                    <a:pt x="9753759" y="496076"/>
                  </a:cubicBezTo>
                  <a:cubicBezTo>
                    <a:pt x="9737417" y="518099"/>
                    <a:pt x="9721972" y="538909"/>
                    <a:pt x="9707935" y="557274"/>
                  </a:cubicBezTo>
                  <a:cubicBezTo>
                    <a:pt x="9519294" y="804157"/>
                    <a:pt x="9351322" y="1069668"/>
                    <a:pt x="9188874" y="1326455"/>
                  </a:cubicBezTo>
                  <a:cubicBezTo>
                    <a:pt x="9021007" y="1591791"/>
                    <a:pt x="8847441" y="1866150"/>
                    <a:pt x="8651658" y="2118750"/>
                  </a:cubicBezTo>
                  <a:cubicBezTo>
                    <a:pt x="8639415" y="2134547"/>
                    <a:pt x="8626768" y="2151047"/>
                    <a:pt x="8613364" y="2168514"/>
                  </a:cubicBezTo>
                  <a:cubicBezTo>
                    <a:pt x="8535420" y="2270135"/>
                    <a:pt x="8438408" y="2396593"/>
                    <a:pt x="8327430" y="2507396"/>
                  </a:cubicBezTo>
                  <a:cubicBezTo>
                    <a:pt x="8197032" y="2637601"/>
                    <a:pt x="8074848" y="2719186"/>
                    <a:pt x="7953930" y="2756812"/>
                  </a:cubicBezTo>
                  <a:cubicBezTo>
                    <a:pt x="7904571" y="2772274"/>
                    <a:pt x="7855106" y="2779996"/>
                    <a:pt x="7805976" y="2779996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7" name="任意多边形: 形状 1404"/>
            <p:cNvSpPr/>
            <p:nvPr>
              <p:custDataLst>
                <p:tags r:id="rId25"/>
              </p:custDataLst>
            </p:nvPr>
          </p:nvSpPr>
          <p:spPr>
            <a:xfrm>
              <a:off x="474909" y="2370874"/>
              <a:ext cx="11715947" cy="2891041"/>
            </a:xfrm>
            <a:custGeom>
              <a:avLst/>
              <a:gdLst>
                <a:gd name="connsiteX0" fmla="*/ 7922478 w 11715947"/>
                <a:gd name="connsiteY0" fmla="*/ 2891041 h 2891041"/>
                <a:gd name="connsiteX1" fmla="*/ 7782616 w 11715947"/>
                <a:gd name="connsiteY1" fmla="*/ 2869757 h 2891041"/>
                <a:gd name="connsiteX2" fmla="*/ 7322799 w 11715947"/>
                <a:gd name="connsiteY2" fmla="*/ 2511807 h 2891041"/>
                <a:gd name="connsiteX3" fmla="*/ 6802806 w 11715947"/>
                <a:gd name="connsiteY3" fmla="*/ 1762133 h 2891041"/>
                <a:gd name="connsiteX4" fmla="*/ 6794362 w 11715947"/>
                <a:gd name="connsiteY4" fmla="*/ 1748518 h 2891041"/>
                <a:gd name="connsiteX5" fmla="*/ 6638140 w 11715947"/>
                <a:gd name="connsiteY5" fmla="*/ 1493772 h 2891041"/>
                <a:gd name="connsiteX6" fmla="*/ 6288898 w 11715947"/>
                <a:gd name="connsiteY6" fmla="*/ 936011 h 2891041"/>
                <a:gd name="connsiteX7" fmla="*/ 5741164 w 11715947"/>
                <a:gd name="connsiteY7" fmla="*/ 253200 h 2891041"/>
                <a:gd name="connsiteX8" fmla="*/ 5234855 w 11715947"/>
                <a:gd name="connsiteY8" fmla="*/ 26246 h 2891041"/>
                <a:gd name="connsiteX9" fmla="*/ 4920267 w 11715947"/>
                <a:gd name="connsiteY9" fmla="*/ 239954 h 2891041"/>
                <a:gd name="connsiteX10" fmla="*/ 4759348 w 11715947"/>
                <a:gd name="connsiteY10" fmla="*/ 729586 h 2891041"/>
                <a:gd name="connsiteX11" fmla="*/ 4591165 w 11715947"/>
                <a:gd name="connsiteY11" fmla="*/ 1290918 h 2891041"/>
                <a:gd name="connsiteX12" fmla="*/ 4258792 w 11715947"/>
                <a:gd name="connsiteY12" fmla="*/ 1871353 h 2891041"/>
                <a:gd name="connsiteX13" fmla="*/ 3988689 w 11715947"/>
                <a:gd name="connsiteY13" fmla="*/ 2139134 h 2891041"/>
                <a:gd name="connsiteX14" fmla="*/ 3626799 w 11715947"/>
                <a:gd name="connsiteY14" fmla="*/ 2376184 h 2891041"/>
                <a:gd name="connsiteX15" fmla="*/ 3156217 w 11715947"/>
                <a:gd name="connsiteY15" fmla="*/ 2570665 h 2891041"/>
                <a:gd name="connsiteX16" fmla="*/ 2560074 w 11715947"/>
                <a:gd name="connsiteY16" fmla="*/ 2710809 h 2891041"/>
                <a:gd name="connsiteX17" fmla="*/ 1591873 w 11715947"/>
                <a:gd name="connsiteY17" fmla="*/ 2828067 h 2891041"/>
                <a:gd name="connsiteX18" fmla="*/ 1484184 w 11715947"/>
                <a:gd name="connsiteY18" fmla="*/ 2832359 h 2891041"/>
                <a:gd name="connsiteX19" fmla="*/ 794389 w 11715947"/>
                <a:gd name="connsiteY19" fmla="*/ 2664159 h 2891041"/>
                <a:gd name="connsiteX20" fmla="*/ 131876 w 11715947"/>
                <a:gd name="connsiteY20" fmla="*/ 2252716 h 2891041"/>
                <a:gd name="connsiteX21" fmla="*/ 0 w 11715947"/>
                <a:gd name="connsiteY21" fmla="*/ 2160084 h 2891041"/>
                <a:gd name="connsiteX22" fmla="*/ 2216 w 11715947"/>
                <a:gd name="connsiteY22" fmla="*/ 2156883 h 2891041"/>
                <a:gd name="connsiteX23" fmla="*/ 134128 w 11715947"/>
                <a:gd name="connsiteY23" fmla="*/ 2249532 h 2891041"/>
                <a:gd name="connsiteX24" fmla="*/ 1591557 w 11715947"/>
                <a:gd name="connsiteY24" fmla="*/ 2824180 h 2891041"/>
                <a:gd name="connsiteX25" fmla="*/ 2559441 w 11715947"/>
                <a:gd name="connsiteY25" fmla="*/ 2706957 h 2891041"/>
                <a:gd name="connsiteX26" fmla="*/ 4755584 w 11715947"/>
                <a:gd name="connsiteY26" fmla="*/ 728619 h 2891041"/>
                <a:gd name="connsiteX27" fmla="*/ 4916871 w 11715947"/>
                <a:gd name="connsiteY27" fmla="*/ 238054 h 2891041"/>
                <a:gd name="connsiteX28" fmla="*/ 5234592 w 11715947"/>
                <a:gd name="connsiteY28" fmla="*/ 22341 h 2891041"/>
                <a:gd name="connsiteX29" fmla="*/ 5509039 w 11715947"/>
                <a:gd name="connsiteY29" fmla="*/ 84225 h 2891041"/>
                <a:gd name="connsiteX30" fmla="*/ 5743750 w 11715947"/>
                <a:gd name="connsiteY30" fmla="*/ 250262 h 2891041"/>
                <a:gd name="connsiteX31" fmla="*/ 6292152 w 11715947"/>
                <a:gd name="connsiteY31" fmla="*/ 933848 h 2891041"/>
                <a:gd name="connsiteX32" fmla="*/ 6641465 w 11715947"/>
                <a:gd name="connsiteY32" fmla="*/ 1491732 h 2891041"/>
                <a:gd name="connsiteX33" fmla="*/ 6797669 w 11715947"/>
                <a:gd name="connsiteY33" fmla="*/ 1746443 h 2891041"/>
                <a:gd name="connsiteX34" fmla="*/ 6806112 w 11715947"/>
                <a:gd name="connsiteY34" fmla="*/ 1760058 h 2891041"/>
                <a:gd name="connsiteX35" fmla="*/ 7325755 w 11715947"/>
                <a:gd name="connsiteY35" fmla="*/ 2509256 h 2891041"/>
                <a:gd name="connsiteX36" fmla="*/ 7783760 w 11715947"/>
                <a:gd name="connsiteY36" fmla="*/ 2866010 h 2891041"/>
                <a:gd name="connsiteX37" fmla="*/ 8071909 w 11715947"/>
                <a:gd name="connsiteY37" fmla="*/ 2863195 h 2891041"/>
                <a:gd name="connsiteX38" fmla="*/ 8740420 w 11715947"/>
                <a:gd name="connsiteY38" fmla="*/ 2246594 h 2891041"/>
                <a:gd name="connsiteX39" fmla="*/ 8775391 w 11715947"/>
                <a:gd name="connsiteY39" fmla="*/ 2199329 h 2891041"/>
                <a:gd name="connsiteX40" fmla="*/ 9312253 w 11715947"/>
                <a:gd name="connsiteY40" fmla="*/ 1376567 h 2891041"/>
                <a:gd name="connsiteX41" fmla="*/ 9832406 w 11715947"/>
                <a:gd name="connsiteY41" fmla="*/ 575916 h 2891041"/>
                <a:gd name="connsiteX42" fmla="*/ 9874640 w 11715947"/>
                <a:gd name="connsiteY42" fmla="*/ 517392 h 2891041"/>
                <a:gd name="connsiteX43" fmla="*/ 10209248 w 11715947"/>
                <a:gd name="connsiteY43" fmla="*/ 126812 h 2891041"/>
                <a:gd name="connsiteX44" fmla="*/ 10423869 w 11715947"/>
                <a:gd name="connsiteY44" fmla="*/ 9571 h 2891041"/>
                <a:gd name="connsiteX45" fmla="*/ 10656311 w 11715947"/>
                <a:gd name="connsiteY45" fmla="*/ 41040 h 2891041"/>
                <a:gd name="connsiteX46" fmla="*/ 10946467 w 11715947"/>
                <a:gd name="connsiteY46" fmla="*/ 352111 h 2891041"/>
                <a:gd name="connsiteX47" fmla="*/ 11022300 w 11715947"/>
                <a:gd name="connsiteY47" fmla="*/ 460100 h 2891041"/>
                <a:gd name="connsiteX48" fmla="*/ 11231169 w 11715947"/>
                <a:gd name="connsiteY48" fmla="*/ 677694 h 2891041"/>
                <a:gd name="connsiteX49" fmla="*/ 11516752 w 11715947"/>
                <a:gd name="connsiteY49" fmla="*/ 976188 h 2891041"/>
                <a:gd name="connsiteX50" fmla="*/ 11715947 w 11715947"/>
                <a:gd name="connsiteY50" fmla="*/ 1352309 h 2891041"/>
                <a:gd name="connsiteX51" fmla="*/ 11712166 w 11715947"/>
                <a:gd name="connsiteY51" fmla="*/ 1353277 h 2891041"/>
                <a:gd name="connsiteX52" fmla="*/ 11228478 w 11715947"/>
                <a:gd name="connsiteY52" fmla="*/ 680544 h 2891041"/>
                <a:gd name="connsiteX53" fmla="*/ 11019186 w 11715947"/>
                <a:gd name="connsiteY53" fmla="*/ 462492 h 2891041"/>
                <a:gd name="connsiteX54" fmla="*/ 10943248 w 11715947"/>
                <a:gd name="connsiteY54" fmla="*/ 354345 h 2891041"/>
                <a:gd name="connsiteX55" fmla="*/ 10654429 w 11715947"/>
                <a:gd name="connsiteY55" fmla="*/ 44488 h 2891041"/>
                <a:gd name="connsiteX56" fmla="*/ 10211710 w 11715947"/>
                <a:gd name="connsiteY56" fmla="*/ 129855 h 2891041"/>
                <a:gd name="connsiteX57" fmla="*/ 9877789 w 11715947"/>
                <a:gd name="connsiteY57" fmla="*/ 519696 h 2891041"/>
                <a:gd name="connsiteX58" fmla="*/ 9835519 w 11715947"/>
                <a:gd name="connsiteY58" fmla="*/ 578255 h 2891041"/>
                <a:gd name="connsiteX59" fmla="*/ 9315543 w 11715947"/>
                <a:gd name="connsiteY59" fmla="*/ 1378624 h 2891041"/>
                <a:gd name="connsiteX60" fmla="*/ 8778486 w 11715947"/>
                <a:gd name="connsiteY60" fmla="*/ 2201686 h 2891041"/>
                <a:gd name="connsiteX61" fmla="*/ 8743516 w 11715947"/>
                <a:gd name="connsiteY61" fmla="*/ 2248952 h 2891041"/>
                <a:gd name="connsiteX62" fmla="*/ 8073071 w 11715947"/>
                <a:gd name="connsiteY62" fmla="*/ 2866942 h 2891041"/>
                <a:gd name="connsiteX63" fmla="*/ 7922478 w 11715947"/>
                <a:gd name="connsiteY63" fmla="*/ 2891041 h 2891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715947" h="2891041">
                  <a:moveTo>
                    <a:pt x="7922478" y="2891041"/>
                  </a:moveTo>
                  <a:cubicBezTo>
                    <a:pt x="7875476" y="2891041"/>
                    <a:pt x="7828774" y="2883952"/>
                    <a:pt x="7782616" y="2869757"/>
                  </a:cubicBezTo>
                  <a:cubicBezTo>
                    <a:pt x="7590756" y="2810741"/>
                    <a:pt x="7444667" y="2654062"/>
                    <a:pt x="7322799" y="2511807"/>
                  </a:cubicBezTo>
                  <a:cubicBezTo>
                    <a:pt x="7122831" y="2278398"/>
                    <a:pt x="6960135" y="2015947"/>
                    <a:pt x="6802806" y="1762133"/>
                  </a:cubicBezTo>
                  <a:lnTo>
                    <a:pt x="6794362" y="1748518"/>
                  </a:lnTo>
                  <a:cubicBezTo>
                    <a:pt x="6741855" y="1663837"/>
                    <a:pt x="6689135" y="1577380"/>
                    <a:pt x="6638140" y="1493772"/>
                  </a:cubicBezTo>
                  <a:cubicBezTo>
                    <a:pt x="6525913" y="1309775"/>
                    <a:pt x="6409868" y="1119534"/>
                    <a:pt x="6288898" y="936011"/>
                  </a:cubicBezTo>
                  <a:cubicBezTo>
                    <a:pt x="6124004" y="685874"/>
                    <a:pt x="5958020" y="445446"/>
                    <a:pt x="5741164" y="253200"/>
                  </a:cubicBezTo>
                  <a:cubicBezTo>
                    <a:pt x="5623255" y="148677"/>
                    <a:pt x="5442477" y="11435"/>
                    <a:pt x="5234855" y="26246"/>
                  </a:cubicBezTo>
                  <a:cubicBezTo>
                    <a:pt x="5095222" y="36220"/>
                    <a:pt x="4995255" y="104120"/>
                    <a:pt x="4920267" y="239954"/>
                  </a:cubicBezTo>
                  <a:cubicBezTo>
                    <a:pt x="4851452" y="364600"/>
                    <a:pt x="4808778" y="533751"/>
                    <a:pt x="4759348" y="729586"/>
                  </a:cubicBezTo>
                  <a:cubicBezTo>
                    <a:pt x="4716076" y="901059"/>
                    <a:pt x="4667033" y="1095399"/>
                    <a:pt x="4591165" y="1290918"/>
                  </a:cubicBezTo>
                  <a:cubicBezTo>
                    <a:pt x="4503881" y="1515813"/>
                    <a:pt x="4395154" y="1705668"/>
                    <a:pt x="4258792" y="1871353"/>
                  </a:cubicBezTo>
                  <a:cubicBezTo>
                    <a:pt x="4179036" y="1968259"/>
                    <a:pt x="4088164" y="2058358"/>
                    <a:pt x="3988689" y="2139134"/>
                  </a:cubicBezTo>
                  <a:cubicBezTo>
                    <a:pt x="3880771" y="2226788"/>
                    <a:pt x="3759009" y="2306543"/>
                    <a:pt x="3626799" y="2376184"/>
                  </a:cubicBezTo>
                  <a:cubicBezTo>
                    <a:pt x="3485054" y="2450821"/>
                    <a:pt x="3326740" y="2516257"/>
                    <a:pt x="3156217" y="2570665"/>
                  </a:cubicBezTo>
                  <a:cubicBezTo>
                    <a:pt x="2974999" y="2628485"/>
                    <a:pt x="2774432" y="2675645"/>
                    <a:pt x="2560074" y="2710809"/>
                  </a:cubicBezTo>
                  <a:cubicBezTo>
                    <a:pt x="2240155" y="2763316"/>
                    <a:pt x="1923455" y="2801664"/>
                    <a:pt x="1591873" y="2828067"/>
                  </a:cubicBezTo>
                  <a:cubicBezTo>
                    <a:pt x="1556041" y="2830917"/>
                    <a:pt x="1520139" y="2832359"/>
                    <a:pt x="1484184" y="2832359"/>
                  </a:cubicBezTo>
                  <a:cubicBezTo>
                    <a:pt x="1260432" y="2832359"/>
                    <a:pt x="1033690" y="2776949"/>
                    <a:pt x="794389" y="2664159"/>
                  </a:cubicBezTo>
                  <a:cubicBezTo>
                    <a:pt x="552255" y="2550031"/>
                    <a:pt x="328925" y="2392086"/>
                    <a:pt x="131876" y="2252716"/>
                  </a:cubicBezTo>
                  <a:cubicBezTo>
                    <a:pt x="86176" y="2220402"/>
                    <a:pt x="43026" y="2189882"/>
                    <a:pt x="0" y="2160084"/>
                  </a:cubicBezTo>
                  <a:lnTo>
                    <a:pt x="2216" y="2156883"/>
                  </a:lnTo>
                  <a:cubicBezTo>
                    <a:pt x="45260" y="2186699"/>
                    <a:pt x="88428" y="2217218"/>
                    <a:pt x="134128" y="2249532"/>
                  </a:cubicBezTo>
                  <a:cubicBezTo>
                    <a:pt x="525201" y="2526126"/>
                    <a:pt x="1011931" y="2870320"/>
                    <a:pt x="1591557" y="2824180"/>
                  </a:cubicBezTo>
                  <a:cubicBezTo>
                    <a:pt x="1923032" y="2797776"/>
                    <a:pt x="2239627" y="2759446"/>
                    <a:pt x="2559441" y="2706957"/>
                  </a:cubicBezTo>
                  <a:cubicBezTo>
                    <a:pt x="4329682" y="2416449"/>
                    <a:pt x="4575844" y="1440913"/>
                    <a:pt x="4755584" y="728619"/>
                  </a:cubicBezTo>
                  <a:cubicBezTo>
                    <a:pt x="4805066" y="532502"/>
                    <a:pt x="4847811" y="363141"/>
                    <a:pt x="4916871" y="238054"/>
                  </a:cubicBezTo>
                  <a:cubicBezTo>
                    <a:pt x="4992563" y="100953"/>
                    <a:pt x="5093516" y="32421"/>
                    <a:pt x="5234592" y="22341"/>
                  </a:cubicBezTo>
                  <a:cubicBezTo>
                    <a:pt x="5322808" y="16044"/>
                    <a:pt x="5415141" y="36871"/>
                    <a:pt x="5509039" y="84225"/>
                  </a:cubicBezTo>
                  <a:cubicBezTo>
                    <a:pt x="5583078" y="121570"/>
                    <a:pt x="5659861" y="175889"/>
                    <a:pt x="5743750" y="250262"/>
                  </a:cubicBezTo>
                  <a:cubicBezTo>
                    <a:pt x="5960975" y="442808"/>
                    <a:pt x="6127100" y="683482"/>
                    <a:pt x="6292152" y="933848"/>
                  </a:cubicBezTo>
                  <a:cubicBezTo>
                    <a:pt x="6413175" y="1117423"/>
                    <a:pt x="6529238" y="1307717"/>
                    <a:pt x="6641465" y="1491732"/>
                  </a:cubicBezTo>
                  <a:cubicBezTo>
                    <a:pt x="6692460" y="1575340"/>
                    <a:pt x="6745179" y="1661780"/>
                    <a:pt x="6797669" y="1746443"/>
                  </a:cubicBezTo>
                  <a:lnTo>
                    <a:pt x="6806112" y="1760058"/>
                  </a:lnTo>
                  <a:cubicBezTo>
                    <a:pt x="6963372" y="2013749"/>
                    <a:pt x="7125978" y="2276076"/>
                    <a:pt x="7325755" y="2509256"/>
                  </a:cubicBezTo>
                  <a:cubicBezTo>
                    <a:pt x="7447270" y="2651089"/>
                    <a:pt x="7592884" y="2807310"/>
                    <a:pt x="7783760" y="2866010"/>
                  </a:cubicBezTo>
                  <a:cubicBezTo>
                    <a:pt x="7878238" y="2895070"/>
                    <a:pt x="7975180" y="2894120"/>
                    <a:pt x="8071909" y="2863195"/>
                  </a:cubicBezTo>
                  <a:cubicBezTo>
                    <a:pt x="8351142" y="2774205"/>
                    <a:pt x="8585395" y="2456696"/>
                    <a:pt x="8740420" y="2246594"/>
                  </a:cubicBezTo>
                  <a:cubicBezTo>
                    <a:pt x="8752646" y="2230024"/>
                    <a:pt x="8764202" y="2214369"/>
                    <a:pt x="8775391" y="2199329"/>
                  </a:cubicBezTo>
                  <a:cubicBezTo>
                    <a:pt x="8971191" y="1936280"/>
                    <a:pt x="9144581" y="1651735"/>
                    <a:pt x="9312253" y="1376567"/>
                  </a:cubicBezTo>
                  <a:cubicBezTo>
                    <a:pt x="9474966" y="1109560"/>
                    <a:pt x="9643202" y="833441"/>
                    <a:pt x="9832406" y="575916"/>
                  </a:cubicBezTo>
                  <a:cubicBezTo>
                    <a:pt x="9845370" y="558272"/>
                    <a:pt x="9859583" y="538413"/>
                    <a:pt x="9874640" y="517392"/>
                  </a:cubicBezTo>
                  <a:cubicBezTo>
                    <a:pt x="9959004" y="399588"/>
                    <a:pt x="10074557" y="238265"/>
                    <a:pt x="10209248" y="126812"/>
                  </a:cubicBezTo>
                  <a:cubicBezTo>
                    <a:pt x="10283005" y="65790"/>
                    <a:pt x="10355214" y="26334"/>
                    <a:pt x="10423869" y="9571"/>
                  </a:cubicBezTo>
                  <a:cubicBezTo>
                    <a:pt x="10504153" y="-10060"/>
                    <a:pt x="10582360" y="547"/>
                    <a:pt x="10656311" y="41040"/>
                  </a:cubicBezTo>
                  <a:cubicBezTo>
                    <a:pt x="10782382" y="110101"/>
                    <a:pt x="10865796" y="233129"/>
                    <a:pt x="10946467" y="352111"/>
                  </a:cubicBezTo>
                  <a:cubicBezTo>
                    <a:pt x="10972343" y="390283"/>
                    <a:pt x="10996794" y="426326"/>
                    <a:pt x="11022300" y="460100"/>
                  </a:cubicBezTo>
                  <a:cubicBezTo>
                    <a:pt x="11072696" y="526820"/>
                    <a:pt x="11149673" y="600103"/>
                    <a:pt x="11231169" y="677694"/>
                  </a:cubicBezTo>
                  <a:cubicBezTo>
                    <a:pt x="11323380" y="765471"/>
                    <a:pt x="11427884" y="864963"/>
                    <a:pt x="11516752" y="976188"/>
                  </a:cubicBezTo>
                  <a:cubicBezTo>
                    <a:pt x="11618953" y="1104071"/>
                    <a:pt x="11684108" y="1227100"/>
                    <a:pt x="11715947" y="1352309"/>
                  </a:cubicBezTo>
                  <a:lnTo>
                    <a:pt x="11712166" y="1353277"/>
                  </a:lnTo>
                  <a:cubicBezTo>
                    <a:pt x="11640941" y="1073200"/>
                    <a:pt x="11412247" y="855482"/>
                    <a:pt x="11228478" y="680544"/>
                  </a:cubicBezTo>
                  <a:cubicBezTo>
                    <a:pt x="11146858" y="602847"/>
                    <a:pt x="11069776" y="529459"/>
                    <a:pt x="11019186" y="462492"/>
                  </a:cubicBezTo>
                  <a:cubicBezTo>
                    <a:pt x="10993628" y="428648"/>
                    <a:pt x="10969159" y="392552"/>
                    <a:pt x="10943248" y="354345"/>
                  </a:cubicBezTo>
                  <a:cubicBezTo>
                    <a:pt x="10862842" y="235750"/>
                    <a:pt x="10779691" y="113091"/>
                    <a:pt x="10654429" y="44488"/>
                  </a:cubicBezTo>
                  <a:cubicBezTo>
                    <a:pt x="10518858" y="-29762"/>
                    <a:pt x="10369919" y="-1036"/>
                    <a:pt x="10211710" y="129855"/>
                  </a:cubicBezTo>
                  <a:cubicBezTo>
                    <a:pt x="10077406" y="240974"/>
                    <a:pt x="9962030" y="402068"/>
                    <a:pt x="9877789" y="519696"/>
                  </a:cubicBezTo>
                  <a:cubicBezTo>
                    <a:pt x="9862731" y="540735"/>
                    <a:pt x="9848501" y="560594"/>
                    <a:pt x="9835519" y="578255"/>
                  </a:cubicBezTo>
                  <a:cubicBezTo>
                    <a:pt x="9646403" y="835640"/>
                    <a:pt x="9478220" y="1111670"/>
                    <a:pt x="9315543" y="1378624"/>
                  </a:cubicBezTo>
                  <a:cubicBezTo>
                    <a:pt x="9147817" y="1653881"/>
                    <a:pt x="8974374" y="1938514"/>
                    <a:pt x="8778486" y="2201686"/>
                  </a:cubicBezTo>
                  <a:cubicBezTo>
                    <a:pt x="8767299" y="2216726"/>
                    <a:pt x="8755741" y="2232381"/>
                    <a:pt x="8743516" y="2248952"/>
                  </a:cubicBezTo>
                  <a:cubicBezTo>
                    <a:pt x="8588209" y="2459457"/>
                    <a:pt x="8353499" y="2777582"/>
                    <a:pt x="8073071" y="2866942"/>
                  </a:cubicBezTo>
                  <a:cubicBezTo>
                    <a:pt x="8022832" y="2883002"/>
                    <a:pt x="7972489" y="2891041"/>
                    <a:pt x="7922478" y="289104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" name="任意多边形: 形状 1405"/>
            <p:cNvSpPr/>
            <p:nvPr>
              <p:custDataLst>
                <p:tags r:id="rId26"/>
              </p:custDataLst>
            </p:nvPr>
          </p:nvSpPr>
          <p:spPr>
            <a:xfrm>
              <a:off x="395751" y="2308026"/>
              <a:ext cx="11795086" cy="3002069"/>
            </a:xfrm>
            <a:custGeom>
              <a:avLst/>
              <a:gdLst>
                <a:gd name="connsiteX0" fmla="*/ 8038962 w 11795086"/>
                <a:gd name="connsiteY0" fmla="*/ 3002070 h 3002069"/>
                <a:gd name="connsiteX1" fmla="*/ 7895723 w 11795086"/>
                <a:gd name="connsiteY1" fmla="*/ 2979677 h 3002069"/>
                <a:gd name="connsiteX2" fmla="*/ 7634627 w 11795086"/>
                <a:gd name="connsiteY2" fmla="*/ 2824582 h 3002069"/>
                <a:gd name="connsiteX3" fmla="*/ 7429821 w 11795086"/>
                <a:gd name="connsiteY3" fmla="*/ 2605403 h 3002069"/>
                <a:gd name="connsiteX4" fmla="*/ 6914118 w 11795086"/>
                <a:gd name="connsiteY4" fmla="*/ 1830874 h 3002069"/>
                <a:gd name="connsiteX5" fmla="*/ 6901066 w 11795086"/>
                <a:gd name="connsiteY5" fmla="*/ 1808869 h 3002069"/>
                <a:gd name="connsiteX6" fmla="*/ 6751511 w 11795086"/>
                <a:gd name="connsiteY6" fmla="*/ 1554035 h 3002069"/>
                <a:gd name="connsiteX7" fmla="*/ 6396675 w 11795086"/>
                <a:gd name="connsiteY7" fmla="*/ 963098 h 3002069"/>
                <a:gd name="connsiteX8" fmla="*/ 5845317 w 11795086"/>
                <a:gd name="connsiteY8" fmla="*/ 254516 h 3002069"/>
                <a:gd name="connsiteX9" fmla="*/ 5329282 w 11795086"/>
                <a:gd name="connsiteY9" fmla="*/ 21459 h 3002069"/>
                <a:gd name="connsiteX10" fmla="*/ 5022397 w 11795086"/>
                <a:gd name="connsiteY10" fmla="*/ 246178 h 3002069"/>
                <a:gd name="connsiteX11" fmla="*/ 4873300 w 11795086"/>
                <a:gd name="connsiteY11" fmla="*/ 755530 h 3002069"/>
                <a:gd name="connsiteX12" fmla="*/ 4714440 w 11795086"/>
                <a:gd name="connsiteY12" fmla="*/ 1350776 h 3002069"/>
                <a:gd name="connsiteX13" fmla="*/ 4384617 w 11795086"/>
                <a:gd name="connsiteY13" fmla="*/ 1966269 h 3002069"/>
                <a:gd name="connsiteX14" fmla="*/ 4110609 w 11795086"/>
                <a:gd name="connsiteY14" fmla="*/ 2249582 h 3002069"/>
                <a:gd name="connsiteX15" fmla="*/ 3739942 w 11795086"/>
                <a:gd name="connsiteY15" fmla="*/ 2499508 h 3002069"/>
                <a:gd name="connsiteX16" fmla="*/ 3254671 w 11795086"/>
                <a:gd name="connsiteY16" fmla="*/ 2703277 h 3002069"/>
                <a:gd name="connsiteX17" fmla="*/ 2636874 w 11795086"/>
                <a:gd name="connsiteY17" fmla="*/ 2848118 h 3002069"/>
                <a:gd name="connsiteX18" fmla="*/ 1645137 w 11795086"/>
                <a:gd name="connsiteY18" fmla="*/ 2958956 h 3002069"/>
                <a:gd name="connsiteX19" fmla="*/ 1558592 w 11795086"/>
                <a:gd name="connsiteY19" fmla="*/ 2961735 h 3002069"/>
                <a:gd name="connsiteX20" fmla="*/ 820669 w 11795086"/>
                <a:gd name="connsiteY20" fmla="*/ 2768397 h 3002069"/>
                <a:gd name="connsiteX21" fmla="*/ 133459 w 11795086"/>
                <a:gd name="connsiteY21" fmla="*/ 2315300 h 3002069"/>
                <a:gd name="connsiteX22" fmla="*/ 0 w 11795086"/>
                <a:gd name="connsiteY22" fmla="*/ 2216125 h 3002069"/>
                <a:gd name="connsiteX23" fmla="*/ 2269 w 11795086"/>
                <a:gd name="connsiteY23" fmla="*/ 2213029 h 3002069"/>
                <a:gd name="connsiteX24" fmla="*/ 135764 w 11795086"/>
                <a:gd name="connsiteY24" fmla="*/ 2312222 h 3002069"/>
                <a:gd name="connsiteX25" fmla="*/ 1644891 w 11795086"/>
                <a:gd name="connsiteY25" fmla="*/ 2955121 h 3002069"/>
                <a:gd name="connsiteX26" fmla="*/ 2636259 w 11795086"/>
                <a:gd name="connsiteY26" fmla="*/ 2844318 h 3002069"/>
                <a:gd name="connsiteX27" fmla="*/ 4869571 w 11795086"/>
                <a:gd name="connsiteY27" fmla="*/ 754685 h 3002069"/>
                <a:gd name="connsiteX28" fmla="*/ 5019002 w 11795086"/>
                <a:gd name="connsiteY28" fmla="*/ 244437 h 3002069"/>
                <a:gd name="connsiteX29" fmla="*/ 5328982 w 11795086"/>
                <a:gd name="connsiteY29" fmla="*/ 17624 h 3002069"/>
                <a:gd name="connsiteX30" fmla="*/ 5847903 w 11795086"/>
                <a:gd name="connsiteY30" fmla="*/ 251649 h 3002069"/>
                <a:gd name="connsiteX31" fmla="*/ 6399930 w 11795086"/>
                <a:gd name="connsiteY31" fmla="*/ 961022 h 3002069"/>
                <a:gd name="connsiteX32" fmla="*/ 6754836 w 11795086"/>
                <a:gd name="connsiteY32" fmla="*/ 1552082 h 3002069"/>
                <a:gd name="connsiteX33" fmla="*/ 6904373 w 11795086"/>
                <a:gd name="connsiteY33" fmla="*/ 1806898 h 3002069"/>
                <a:gd name="connsiteX34" fmla="*/ 6917426 w 11795086"/>
                <a:gd name="connsiteY34" fmla="*/ 1828904 h 3002069"/>
                <a:gd name="connsiteX35" fmla="*/ 7432793 w 11795086"/>
                <a:gd name="connsiteY35" fmla="*/ 2602958 h 3002069"/>
                <a:gd name="connsiteX36" fmla="*/ 7896902 w 11795086"/>
                <a:gd name="connsiteY36" fmla="*/ 2976019 h 3002069"/>
                <a:gd name="connsiteX37" fmla="*/ 8191033 w 11795086"/>
                <a:gd name="connsiteY37" fmla="*/ 2973345 h 3002069"/>
                <a:gd name="connsiteX38" fmla="*/ 8870608 w 11795086"/>
                <a:gd name="connsiteY38" fmla="*/ 2326681 h 3002069"/>
                <a:gd name="connsiteX39" fmla="*/ 8902201 w 11795086"/>
                <a:gd name="connsiteY39" fmla="*/ 2282318 h 3002069"/>
                <a:gd name="connsiteX40" fmla="*/ 9439081 w 11795086"/>
                <a:gd name="connsiteY40" fmla="*/ 1428597 h 3002069"/>
                <a:gd name="connsiteX41" fmla="*/ 9959972 w 11795086"/>
                <a:gd name="connsiteY41" fmla="*/ 596951 h 3002069"/>
                <a:gd name="connsiteX42" fmla="*/ 9998618 w 11795086"/>
                <a:gd name="connsiteY42" fmla="*/ 541471 h 3002069"/>
                <a:gd name="connsiteX43" fmla="*/ 10337377 w 11795086"/>
                <a:gd name="connsiteY43" fmla="*/ 133388 h 3002069"/>
                <a:gd name="connsiteX44" fmla="*/ 10556943 w 11795086"/>
                <a:gd name="connsiteY44" fmla="*/ 9990 h 3002069"/>
                <a:gd name="connsiteX45" fmla="*/ 10795417 w 11795086"/>
                <a:gd name="connsiteY45" fmla="*/ 43764 h 3002069"/>
                <a:gd name="connsiteX46" fmla="*/ 11097253 w 11795086"/>
                <a:gd name="connsiteY46" fmla="*/ 383068 h 3002069"/>
                <a:gd name="connsiteX47" fmla="*/ 11163657 w 11795086"/>
                <a:gd name="connsiteY47" fmla="*/ 484037 h 3002069"/>
                <a:gd name="connsiteX48" fmla="*/ 11360073 w 11795086"/>
                <a:gd name="connsiteY48" fmla="*/ 711940 h 3002069"/>
                <a:gd name="connsiteX49" fmla="*/ 11613887 w 11795086"/>
                <a:gd name="connsiteY49" fmla="*/ 1006494 h 3002069"/>
                <a:gd name="connsiteX50" fmla="*/ 11795087 w 11795086"/>
                <a:gd name="connsiteY50" fmla="*/ 1365007 h 3002069"/>
                <a:gd name="connsiteX51" fmla="*/ 11791376 w 11795086"/>
                <a:gd name="connsiteY51" fmla="*/ 1365992 h 3002069"/>
                <a:gd name="connsiteX52" fmla="*/ 11357277 w 11795086"/>
                <a:gd name="connsiteY52" fmla="*/ 714561 h 3002069"/>
                <a:gd name="connsiteX53" fmla="*/ 11160508 w 11795086"/>
                <a:gd name="connsiteY53" fmla="*/ 486236 h 3002069"/>
                <a:gd name="connsiteX54" fmla="*/ 11094016 w 11795086"/>
                <a:gd name="connsiteY54" fmla="*/ 385143 h 3002069"/>
                <a:gd name="connsiteX55" fmla="*/ 10793517 w 11795086"/>
                <a:gd name="connsiteY55" fmla="*/ 47124 h 3002069"/>
                <a:gd name="connsiteX56" fmla="*/ 10339857 w 11795086"/>
                <a:gd name="connsiteY56" fmla="*/ 136343 h 3002069"/>
                <a:gd name="connsiteX57" fmla="*/ 10001767 w 11795086"/>
                <a:gd name="connsiteY57" fmla="*/ 543687 h 3002069"/>
                <a:gd name="connsiteX58" fmla="*/ 9963103 w 11795086"/>
                <a:gd name="connsiteY58" fmla="*/ 599203 h 3002069"/>
                <a:gd name="connsiteX59" fmla="*/ 9442388 w 11795086"/>
                <a:gd name="connsiteY59" fmla="*/ 1430584 h 3002069"/>
                <a:gd name="connsiteX60" fmla="*/ 8905331 w 11795086"/>
                <a:gd name="connsiteY60" fmla="*/ 2284587 h 3002069"/>
                <a:gd name="connsiteX61" fmla="*/ 8873739 w 11795086"/>
                <a:gd name="connsiteY61" fmla="*/ 2328933 h 3002069"/>
                <a:gd name="connsiteX62" fmla="*/ 8192229 w 11795086"/>
                <a:gd name="connsiteY62" fmla="*/ 2977021 h 3002069"/>
                <a:gd name="connsiteX63" fmla="*/ 8038962 w 11795086"/>
                <a:gd name="connsiteY63" fmla="*/ 3002070 h 3002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795086" h="3002069">
                  <a:moveTo>
                    <a:pt x="8038962" y="3002070"/>
                  </a:moveTo>
                  <a:cubicBezTo>
                    <a:pt x="7990853" y="3002070"/>
                    <a:pt x="7943006" y="2994611"/>
                    <a:pt x="7895723" y="2979677"/>
                  </a:cubicBezTo>
                  <a:cubicBezTo>
                    <a:pt x="7807102" y="2951691"/>
                    <a:pt x="7721700" y="2900959"/>
                    <a:pt x="7634627" y="2824582"/>
                  </a:cubicBezTo>
                  <a:cubicBezTo>
                    <a:pt x="7556314" y="2755890"/>
                    <a:pt x="7487148" y="2675238"/>
                    <a:pt x="7429821" y="2605403"/>
                  </a:cubicBezTo>
                  <a:cubicBezTo>
                    <a:pt x="7230396" y="2364413"/>
                    <a:pt x="7069619" y="2093167"/>
                    <a:pt x="6914118" y="1830874"/>
                  </a:cubicBezTo>
                  <a:lnTo>
                    <a:pt x="6901066" y="1808869"/>
                  </a:lnTo>
                  <a:cubicBezTo>
                    <a:pt x="6850827" y="1724135"/>
                    <a:pt x="6800343" y="1637660"/>
                    <a:pt x="6751511" y="1554035"/>
                  </a:cubicBezTo>
                  <a:cubicBezTo>
                    <a:pt x="6637683" y="1359061"/>
                    <a:pt x="6519985" y="1157456"/>
                    <a:pt x="6396675" y="963098"/>
                  </a:cubicBezTo>
                  <a:cubicBezTo>
                    <a:pt x="6239275" y="715001"/>
                    <a:pt x="6067064" y="455928"/>
                    <a:pt x="5845317" y="254516"/>
                  </a:cubicBezTo>
                  <a:cubicBezTo>
                    <a:pt x="5724840" y="145895"/>
                    <a:pt x="5540263" y="3570"/>
                    <a:pt x="5329282" y="21459"/>
                  </a:cubicBezTo>
                  <a:cubicBezTo>
                    <a:pt x="5191301" y="33174"/>
                    <a:pt x="5093797" y="104574"/>
                    <a:pt x="5022397" y="246178"/>
                  </a:cubicBezTo>
                  <a:cubicBezTo>
                    <a:pt x="4956872" y="376120"/>
                    <a:pt x="4918138" y="551937"/>
                    <a:pt x="4873300" y="755530"/>
                  </a:cubicBezTo>
                  <a:cubicBezTo>
                    <a:pt x="4833263" y="937310"/>
                    <a:pt x="4787880" y="1143331"/>
                    <a:pt x="4714440" y="1350776"/>
                  </a:cubicBezTo>
                  <a:cubicBezTo>
                    <a:pt x="4629935" y="1589479"/>
                    <a:pt x="4522052" y="1790821"/>
                    <a:pt x="4384617" y="1966269"/>
                  </a:cubicBezTo>
                  <a:cubicBezTo>
                    <a:pt x="4304211" y="2068927"/>
                    <a:pt x="4212019" y="2164233"/>
                    <a:pt x="4110609" y="2249582"/>
                  </a:cubicBezTo>
                  <a:cubicBezTo>
                    <a:pt x="4000563" y="2342196"/>
                    <a:pt x="3875846" y="2426297"/>
                    <a:pt x="3739942" y="2499508"/>
                  </a:cubicBezTo>
                  <a:cubicBezTo>
                    <a:pt x="3594221" y="2578015"/>
                    <a:pt x="3430964" y="2646565"/>
                    <a:pt x="3254671" y="2703277"/>
                  </a:cubicBezTo>
                  <a:cubicBezTo>
                    <a:pt x="3067297" y="2763542"/>
                    <a:pt x="2859430" y="2812268"/>
                    <a:pt x="2636874" y="2848118"/>
                  </a:cubicBezTo>
                  <a:cubicBezTo>
                    <a:pt x="2326489" y="2899271"/>
                    <a:pt x="1992814" y="2936563"/>
                    <a:pt x="1645137" y="2958956"/>
                  </a:cubicBezTo>
                  <a:cubicBezTo>
                    <a:pt x="1616342" y="2960803"/>
                    <a:pt x="1587475" y="2961735"/>
                    <a:pt x="1558592" y="2961735"/>
                  </a:cubicBezTo>
                  <a:cubicBezTo>
                    <a:pt x="1319695" y="2961735"/>
                    <a:pt x="1077403" y="2898145"/>
                    <a:pt x="820669" y="2768397"/>
                  </a:cubicBezTo>
                  <a:cubicBezTo>
                    <a:pt x="569810" y="2641622"/>
                    <a:pt x="337985" y="2468250"/>
                    <a:pt x="133459" y="2315300"/>
                  </a:cubicBezTo>
                  <a:cubicBezTo>
                    <a:pt x="87231" y="2280735"/>
                    <a:pt x="43572" y="2248069"/>
                    <a:pt x="0" y="2216125"/>
                  </a:cubicBezTo>
                  <a:lnTo>
                    <a:pt x="2269" y="2213029"/>
                  </a:lnTo>
                  <a:cubicBezTo>
                    <a:pt x="45859" y="2244991"/>
                    <a:pt x="89518" y="2277657"/>
                    <a:pt x="135764" y="2312222"/>
                  </a:cubicBezTo>
                  <a:cubicBezTo>
                    <a:pt x="541736" y="2615817"/>
                    <a:pt x="1046971" y="2993644"/>
                    <a:pt x="1644891" y="2955121"/>
                  </a:cubicBezTo>
                  <a:cubicBezTo>
                    <a:pt x="1992445" y="2932728"/>
                    <a:pt x="2325979" y="2895454"/>
                    <a:pt x="2636259" y="2844318"/>
                  </a:cubicBezTo>
                  <a:cubicBezTo>
                    <a:pt x="4474452" y="2548304"/>
                    <a:pt x="4712223" y="1468932"/>
                    <a:pt x="4869571" y="754685"/>
                  </a:cubicBezTo>
                  <a:cubicBezTo>
                    <a:pt x="4914479" y="550846"/>
                    <a:pt x="4953249" y="374800"/>
                    <a:pt x="5019002" y="244437"/>
                  </a:cubicBezTo>
                  <a:cubicBezTo>
                    <a:pt x="5091053" y="101531"/>
                    <a:pt x="5189560" y="29463"/>
                    <a:pt x="5328982" y="17624"/>
                  </a:cubicBezTo>
                  <a:cubicBezTo>
                    <a:pt x="5541423" y="-406"/>
                    <a:pt x="5726898" y="142552"/>
                    <a:pt x="5847903" y="251649"/>
                  </a:cubicBezTo>
                  <a:cubicBezTo>
                    <a:pt x="6070001" y="453395"/>
                    <a:pt x="6242389" y="712714"/>
                    <a:pt x="6399930" y="961022"/>
                  </a:cubicBezTo>
                  <a:cubicBezTo>
                    <a:pt x="6523274" y="1155451"/>
                    <a:pt x="6640990" y="1357091"/>
                    <a:pt x="6754836" y="1552082"/>
                  </a:cubicBezTo>
                  <a:cubicBezTo>
                    <a:pt x="6803650" y="1635707"/>
                    <a:pt x="6854135" y="1722183"/>
                    <a:pt x="6904373" y="1806898"/>
                  </a:cubicBezTo>
                  <a:lnTo>
                    <a:pt x="6917426" y="1828904"/>
                  </a:lnTo>
                  <a:cubicBezTo>
                    <a:pt x="7072856" y="2091074"/>
                    <a:pt x="7233562" y="2362179"/>
                    <a:pt x="7432793" y="2602958"/>
                  </a:cubicBezTo>
                  <a:cubicBezTo>
                    <a:pt x="7563174" y="2761783"/>
                    <a:pt x="7709650" y="2916897"/>
                    <a:pt x="7896902" y="2976019"/>
                  </a:cubicBezTo>
                  <a:cubicBezTo>
                    <a:pt x="7993421" y="3006485"/>
                    <a:pt x="8092368" y="3005588"/>
                    <a:pt x="8191033" y="2973345"/>
                  </a:cubicBezTo>
                  <a:cubicBezTo>
                    <a:pt x="8477389" y="2880027"/>
                    <a:pt x="8714017" y="2547038"/>
                    <a:pt x="8870608" y="2326681"/>
                  </a:cubicBezTo>
                  <a:cubicBezTo>
                    <a:pt x="8881532" y="2311307"/>
                    <a:pt x="8892068" y="2296478"/>
                    <a:pt x="8902201" y="2282318"/>
                  </a:cubicBezTo>
                  <a:cubicBezTo>
                    <a:pt x="9098124" y="2008627"/>
                    <a:pt x="9271461" y="1713757"/>
                    <a:pt x="9439081" y="1428597"/>
                  </a:cubicBezTo>
                  <a:cubicBezTo>
                    <a:pt x="9601970" y="1151475"/>
                    <a:pt x="9770399" y="864925"/>
                    <a:pt x="9959972" y="596951"/>
                  </a:cubicBezTo>
                  <a:cubicBezTo>
                    <a:pt x="9971863" y="580152"/>
                    <a:pt x="9984863" y="561365"/>
                    <a:pt x="9998618" y="541471"/>
                  </a:cubicBezTo>
                  <a:cubicBezTo>
                    <a:pt x="10083563" y="418724"/>
                    <a:pt x="10199890" y="250629"/>
                    <a:pt x="10337377" y="133388"/>
                  </a:cubicBezTo>
                  <a:cubicBezTo>
                    <a:pt x="10412753" y="69112"/>
                    <a:pt x="10486616" y="27598"/>
                    <a:pt x="10556943" y="9990"/>
                  </a:cubicBezTo>
                  <a:cubicBezTo>
                    <a:pt x="10639301" y="-10644"/>
                    <a:pt x="10719531" y="720"/>
                    <a:pt x="10795417" y="43764"/>
                  </a:cubicBezTo>
                  <a:cubicBezTo>
                    <a:pt x="10928261" y="119104"/>
                    <a:pt x="11014173" y="253285"/>
                    <a:pt x="11097253" y="383068"/>
                  </a:cubicBezTo>
                  <a:cubicBezTo>
                    <a:pt x="11119998" y="418583"/>
                    <a:pt x="11141476" y="452146"/>
                    <a:pt x="11163657" y="484037"/>
                  </a:cubicBezTo>
                  <a:cubicBezTo>
                    <a:pt x="11212770" y="554681"/>
                    <a:pt x="11284328" y="631059"/>
                    <a:pt x="11360073" y="711940"/>
                  </a:cubicBezTo>
                  <a:cubicBezTo>
                    <a:pt x="11442010" y="799418"/>
                    <a:pt x="11534871" y="898576"/>
                    <a:pt x="11613887" y="1006494"/>
                  </a:cubicBezTo>
                  <a:cubicBezTo>
                    <a:pt x="11704425" y="1130155"/>
                    <a:pt x="11763706" y="1247432"/>
                    <a:pt x="11795087" y="1365007"/>
                  </a:cubicBezTo>
                  <a:lnTo>
                    <a:pt x="11791376" y="1365992"/>
                  </a:lnTo>
                  <a:cubicBezTo>
                    <a:pt x="11721207" y="1103136"/>
                    <a:pt x="11527870" y="896711"/>
                    <a:pt x="11357277" y="714561"/>
                  </a:cubicBezTo>
                  <a:cubicBezTo>
                    <a:pt x="11281426" y="633575"/>
                    <a:pt x="11209797" y="557091"/>
                    <a:pt x="11160508" y="486236"/>
                  </a:cubicBezTo>
                  <a:cubicBezTo>
                    <a:pt x="11138275" y="454274"/>
                    <a:pt x="11116779" y="420694"/>
                    <a:pt x="11094016" y="385143"/>
                  </a:cubicBezTo>
                  <a:cubicBezTo>
                    <a:pt x="11011183" y="255765"/>
                    <a:pt x="10925534" y="121989"/>
                    <a:pt x="10793517" y="47124"/>
                  </a:cubicBezTo>
                  <a:cubicBezTo>
                    <a:pt x="10654429" y="-31752"/>
                    <a:pt x="10501796" y="-1743"/>
                    <a:pt x="10339857" y="136343"/>
                  </a:cubicBezTo>
                  <a:cubicBezTo>
                    <a:pt x="10202757" y="253267"/>
                    <a:pt x="10086589" y="421134"/>
                    <a:pt x="10001767" y="543687"/>
                  </a:cubicBezTo>
                  <a:cubicBezTo>
                    <a:pt x="9987994" y="563582"/>
                    <a:pt x="9974995" y="582369"/>
                    <a:pt x="9963103" y="599203"/>
                  </a:cubicBezTo>
                  <a:cubicBezTo>
                    <a:pt x="9773635" y="867054"/>
                    <a:pt x="9605241" y="1153533"/>
                    <a:pt x="9442388" y="1430584"/>
                  </a:cubicBezTo>
                  <a:cubicBezTo>
                    <a:pt x="9274733" y="1715815"/>
                    <a:pt x="9101343" y="2010773"/>
                    <a:pt x="8905331" y="2284587"/>
                  </a:cubicBezTo>
                  <a:cubicBezTo>
                    <a:pt x="8895200" y="2298748"/>
                    <a:pt x="8884662" y="2313576"/>
                    <a:pt x="8873739" y="2328933"/>
                  </a:cubicBezTo>
                  <a:cubicBezTo>
                    <a:pt x="8716867" y="2549694"/>
                    <a:pt x="8479781" y="2883317"/>
                    <a:pt x="8192229" y="2977021"/>
                  </a:cubicBezTo>
                  <a:cubicBezTo>
                    <a:pt x="8141093" y="2993714"/>
                    <a:pt x="8089870" y="3002070"/>
                    <a:pt x="8038962" y="3002070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9" name="任意多边形: 形状 1406"/>
            <p:cNvSpPr/>
            <p:nvPr>
              <p:custDataLst>
                <p:tags r:id="rId27"/>
              </p:custDataLst>
            </p:nvPr>
          </p:nvSpPr>
          <p:spPr>
            <a:xfrm>
              <a:off x="316541" y="2245264"/>
              <a:ext cx="11874174" cy="3113100"/>
            </a:xfrm>
            <a:custGeom>
              <a:avLst/>
              <a:gdLst>
                <a:gd name="connsiteX0" fmla="*/ 8155272 w 11874174"/>
                <a:gd name="connsiteY0" fmla="*/ 3113101 h 3113100"/>
                <a:gd name="connsiteX1" fmla="*/ 8008901 w 11874174"/>
                <a:gd name="connsiteY1" fmla="*/ 3089529 h 3113100"/>
                <a:gd name="connsiteX2" fmla="*/ 7743600 w 11874174"/>
                <a:gd name="connsiteY2" fmla="*/ 2927749 h 3113100"/>
                <a:gd name="connsiteX3" fmla="*/ 7536876 w 11874174"/>
                <a:gd name="connsiteY3" fmla="*/ 2698914 h 3113100"/>
                <a:gd name="connsiteX4" fmla="*/ 7018888 w 11874174"/>
                <a:gd name="connsiteY4" fmla="*/ 1888641 h 3113100"/>
                <a:gd name="connsiteX5" fmla="*/ 7007788 w 11874174"/>
                <a:gd name="connsiteY5" fmla="*/ 1869116 h 3113100"/>
                <a:gd name="connsiteX6" fmla="*/ 6864196 w 11874174"/>
                <a:gd name="connsiteY6" fmla="*/ 1613842 h 3113100"/>
                <a:gd name="connsiteX7" fmla="*/ 6504488 w 11874174"/>
                <a:gd name="connsiteY7" fmla="*/ 990081 h 3113100"/>
                <a:gd name="connsiteX8" fmla="*/ 5949506 w 11874174"/>
                <a:gd name="connsiteY8" fmla="*/ 255729 h 3113100"/>
                <a:gd name="connsiteX9" fmla="*/ 5423743 w 11874174"/>
                <a:gd name="connsiteY9" fmla="*/ 16568 h 3113100"/>
                <a:gd name="connsiteX10" fmla="*/ 5124017 w 11874174"/>
                <a:gd name="connsiteY10" fmla="*/ 251701 h 3113100"/>
                <a:gd name="connsiteX11" fmla="*/ 4986143 w 11874174"/>
                <a:gd name="connsiteY11" fmla="*/ 779716 h 3113100"/>
                <a:gd name="connsiteX12" fmla="*/ 4509492 w 11874174"/>
                <a:gd name="connsiteY12" fmla="*/ 2058354 h 3113100"/>
                <a:gd name="connsiteX13" fmla="*/ 4231720 w 11874174"/>
                <a:gd name="connsiteY13" fmla="*/ 2357394 h 3113100"/>
                <a:gd name="connsiteX14" fmla="*/ 3852468 w 11874174"/>
                <a:gd name="connsiteY14" fmla="*/ 2620706 h 3113100"/>
                <a:gd name="connsiteX15" fmla="*/ 3352791 w 11874174"/>
                <a:gd name="connsiteY15" fmla="*/ 2834572 h 3113100"/>
                <a:gd name="connsiteX16" fmla="*/ 2713674 w 11874174"/>
                <a:gd name="connsiteY16" fmla="*/ 2985305 h 3113100"/>
                <a:gd name="connsiteX17" fmla="*/ 1698419 w 11874174"/>
                <a:gd name="connsiteY17" fmla="*/ 3089741 h 3113100"/>
                <a:gd name="connsiteX18" fmla="*/ 847090 w 11874174"/>
                <a:gd name="connsiteY18" fmla="*/ 2872497 h 3113100"/>
                <a:gd name="connsiteX19" fmla="*/ 135236 w 11874174"/>
                <a:gd name="connsiteY19" fmla="*/ 2377693 h 3113100"/>
                <a:gd name="connsiteX20" fmla="*/ 0 w 11874174"/>
                <a:gd name="connsiteY20" fmla="*/ 2272080 h 3113100"/>
                <a:gd name="connsiteX21" fmla="*/ 2304 w 11874174"/>
                <a:gd name="connsiteY21" fmla="*/ 2269089 h 3113100"/>
                <a:gd name="connsiteX22" fmla="*/ 137558 w 11874174"/>
                <a:gd name="connsiteY22" fmla="*/ 2374738 h 3113100"/>
                <a:gd name="connsiteX23" fmla="*/ 1698208 w 11874174"/>
                <a:gd name="connsiteY23" fmla="*/ 3085994 h 3113100"/>
                <a:gd name="connsiteX24" fmla="*/ 2713059 w 11874174"/>
                <a:gd name="connsiteY24" fmla="*/ 2981612 h 3113100"/>
                <a:gd name="connsiteX25" fmla="*/ 4982414 w 11874174"/>
                <a:gd name="connsiteY25" fmla="*/ 779030 h 3113100"/>
                <a:gd name="connsiteX26" fmla="*/ 5120570 w 11874174"/>
                <a:gd name="connsiteY26" fmla="*/ 250153 h 3113100"/>
                <a:gd name="connsiteX27" fmla="*/ 5423356 w 11874174"/>
                <a:gd name="connsiteY27" fmla="*/ 12856 h 3113100"/>
                <a:gd name="connsiteX28" fmla="*/ 5952040 w 11874174"/>
                <a:gd name="connsiteY28" fmla="*/ 253003 h 3113100"/>
                <a:gd name="connsiteX29" fmla="*/ 6507672 w 11874174"/>
                <a:gd name="connsiteY29" fmla="*/ 988164 h 3113100"/>
                <a:gd name="connsiteX30" fmla="*/ 6867451 w 11874174"/>
                <a:gd name="connsiteY30" fmla="*/ 1612047 h 3113100"/>
                <a:gd name="connsiteX31" fmla="*/ 7011025 w 11874174"/>
                <a:gd name="connsiteY31" fmla="*/ 1867304 h 3113100"/>
                <a:gd name="connsiteX32" fmla="*/ 7022124 w 11874174"/>
                <a:gd name="connsiteY32" fmla="*/ 1886829 h 3113100"/>
                <a:gd name="connsiteX33" fmla="*/ 7539779 w 11874174"/>
                <a:gd name="connsiteY33" fmla="*/ 2696610 h 3113100"/>
                <a:gd name="connsiteX34" fmla="*/ 8009991 w 11874174"/>
                <a:gd name="connsiteY34" fmla="*/ 3085994 h 3113100"/>
                <a:gd name="connsiteX35" fmla="*/ 8310121 w 11874174"/>
                <a:gd name="connsiteY35" fmla="*/ 3083478 h 3113100"/>
                <a:gd name="connsiteX36" fmla="*/ 9000796 w 11874174"/>
                <a:gd name="connsiteY36" fmla="*/ 2406366 h 3113100"/>
                <a:gd name="connsiteX37" fmla="*/ 9028993 w 11874174"/>
                <a:gd name="connsiteY37" fmla="*/ 2365292 h 3113100"/>
                <a:gd name="connsiteX38" fmla="*/ 9566014 w 11874174"/>
                <a:gd name="connsiteY38" fmla="*/ 1480488 h 3113100"/>
                <a:gd name="connsiteX39" fmla="*/ 10087521 w 11874174"/>
                <a:gd name="connsiteY39" fmla="*/ 617971 h 3113100"/>
                <a:gd name="connsiteX40" fmla="*/ 10122544 w 11874174"/>
                <a:gd name="connsiteY40" fmla="*/ 565956 h 3113100"/>
                <a:gd name="connsiteX41" fmla="*/ 10465348 w 11874174"/>
                <a:gd name="connsiteY41" fmla="*/ 140212 h 3113100"/>
                <a:gd name="connsiteX42" fmla="*/ 10689891 w 11874174"/>
                <a:gd name="connsiteY42" fmla="*/ 10447 h 3113100"/>
                <a:gd name="connsiteX43" fmla="*/ 10934470 w 11874174"/>
                <a:gd name="connsiteY43" fmla="*/ 46472 h 3113100"/>
                <a:gd name="connsiteX44" fmla="*/ 11249130 w 11874174"/>
                <a:gd name="connsiteY44" fmla="*/ 417245 h 3113100"/>
                <a:gd name="connsiteX45" fmla="*/ 11304962 w 11874174"/>
                <a:gd name="connsiteY45" fmla="*/ 507960 h 3113100"/>
                <a:gd name="connsiteX46" fmla="*/ 11486162 w 11874174"/>
                <a:gd name="connsiteY46" fmla="*/ 744130 h 3113100"/>
                <a:gd name="connsiteX47" fmla="*/ 11874174 w 11874174"/>
                <a:gd name="connsiteY47" fmla="*/ 1377689 h 3113100"/>
                <a:gd name="connsiteX48" fmla="*/ 11870550 w 11874174"/>
                <a:gd name="connsiteY48" fmla="*/ 1378709 h 3113100"/>
                <a:gd name="connsiteX49" fmla="*/ 11483260 w 11874174"/>
                <a:gd name="connsiteY49" fmla="*/ 746523 h 3113100"/>
                <a:gd name="connsiteX50" fmla="*/ 11301796 w 11874174"/>
                <a:gd name="connsiteY50" fmla="*/ 509983 h 3113100"/>
                <a:gd name="connsiteX51" fmla="*/ 11245910 w 11874174"/>
                <a:gd name="connsiteY51" fmla="*/ 419198 h 3113100"/>
                <a:gd name="connsiteX52" fmla="*/ 10932570 w 11874174"/>
                <a:gd name="connsiteY52" fmla="*/ 49726 h 3113100"/>
                <a:gd name="connsiteX53" fmla="*/ 10125675 w 11874174"/>
                <a:gd name="connsiteY53" fmla="*/ 568067 h 3113100"/>
                <a:gd name="connsiteX54" fmla="*/ 10090635 w 11874174"/>
                <a:gd name="connsiteY54" fmla="*/ 620117 h 3113100"/>
                <a:gd name="connsiteX55" fmla="*/ 9569287 w 11874174"/>
                <a:gd name="connsiteY55" fmla="*/ 1482370 h 3113100"/>
                <a:gd name="connsiteX56" fmla="*/ 9032089 w 11874174"/>
                <a:gd name="connsiteY56" fmla="*/ 2367455 h 3113100"/>
                <a:gd name="connsiteX57" fmla="*/ 9003891 w 11874174"/>
                <a:gd name="connsiteY57" fmla="*/ 2408512 h 3113100"/>
                <a:gd name="connsiteX58" fmla="*/ 8311299 w 11874174"/>
                <a:gd name="connsiteY58" fmla="*/ 3087067 h 3113100"/>
                <a:gd name="connsiteX59" fmla="*/ 8155272 w 11874174"/>
                <a:gd name="connsiteY59" fmla="*/ 3113101 h 311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11874174" h="3113100">
                  <a:moveTo>
                    <a:pt x="8155272" y="3113101"/>
                  </a:moveTo>
                  <a:cubicBezTo>
                    <a:pt x="8106035" y="3113101"/>
                    <a:pt x="8057151" y="3105256"/>
                    <a:pt x="8008901" y="3089529"/>
                  </a:cubicBezTo>
                  <a:cubicBezTo>
                    <a:pt x="7918590" y="3060487"/>
                    <a:pt x="7831817" y="3007575"/>
                    <a:pt x="7743600" y="2927749"/>
                  </a:cubicBezTo>
                  <a:cubicBezTo>
                    <a:pt x="7664284" y="2855980"/>
                    <a:pt x="7594591" y="2771792"/>
                    <a:pt x="7536876" y="2698914"/>
                  </a:cubicBezTo>
                  <a:cubicBezTo>
                    <a:pt x="7335781" y="2446560"/>
                    <a:pt x="7174687" y="2162930"/>
                    <a:pt x="7018888" y="1888641"/>
                  </a:cubicBezTo>
                  <a:lnTo>
                    <a:pt x="7007788" y="1869116"/>
                  </a:lnTo>
                  <a:cubicBezTo>
                    <a:pt x="6959555" y="1784224"/>
                    <a:pt x="6911075" y="1697608"/>
                    <a:pt x="6864196" y="1613842"/>
                  </a:cubicBezTo>
                  <a:cubicBezTo>
                    <a:pt x="6748996" y="1408015"/>
                    <a:pt x="6629873" y="1195169"/>
                    <a:pt x="6504488" y="990081"/>
                  </a:cubicBezTo>
                  <a:cubicBezTo>
                    <a:pt x="6347228" y="732872"/>
                    <a:pt x="6174841" y="464318"/>
                    <a:pt x="5949506" y="255729"/>
                  </a:cubicBezTo>
                  <a:cubicBezTo>
                    <a:pt x="5826935" y="142939"/>
                    <a:pt x="5639086" y="-4558"/>
                    <a:pt x="5423743" y="16568"/>
                  </a:cubicBezTo>
                  <a:cubicBezTo>
                    <a:pt x="5287258" y="29955"/>
                    <a:pt x="5192023" y="104679"/>
                    <a:pt x="5124017" y="251701"/>
                  </a:cubicBezTo>
                  <a:cubicBezTo>
                    <a:pt x="5061606" y="386638"/>
                    <a:pt x="5026636" y="568788"/>
                    <a:pt x="4986143" y="779716"/>
                  </a:cubicBezTo>
                  <a:cubicBezTo>
                    <a:pt x="4912386" y="1163876"/>
                    <a:pt x="4820598" y="1641969"/>
                    <a:pt x="4509492" y="2058354"/>
                  </a:cubicBezTo>
                  <a:cubicBezTo>
                    <a:pt x="4428488" y="2166783"/>
                    <a:pt x="4335030" y="2267401"/>
                    <a:pt x="4231720" y="2357394"/>
                  </a:cubicBezTo>
                  <a:cubicBezTo>
                    <a:pt x="4119598" y="2455092"/>
                    <a:pt x="3991996" y="2543678"/>
                    <a:pt x="3852468" y="2620706"/>
                  </a:cubicBezTo>
                  <a:cubicBezTo>
                    <a:pt x="3702861" y="2703312"/>
                    <a:pt x="3534730" y="2775257"/>
                    <a:pt x="3352791" y="2834572"/>
                  </a:cubicBezTo>
                  <a:cubicBezTo>
                    <a:pt x="3159348" y="2897634"/>
                    <a:pt x="2944322" y="2948348"/>
                    <a:pt x="2713674" y="2985305"/>
                  </a:cubicBezTo>
                  <a:cubicBezTo>
                    <a:pt x="2399578" y="3036582"/>
                    <a:pt x="2057987" y="3071710"/>
                    <a:pt x="1698419" y="3089741"/>
                  </a:cubicBezTo>
                  <a:cubicBezTo>
                    <a:pt x="1423303" y="3103514"/>
                    <a:pt x="1144845" y="3032466"/>
                    <a:pt x="847090" y="2872497"/>
                  </a:cubicBezTo>
                  <a:cubicBezTo>
                    <a:pt x="587542" y="2733057"/>
                    <a:pt x="347255" y="2544258"/>
                    <a:pt x="135236" y="2377693"/>
                  </a:cubicBezTo>
                  <a:cubicBezTo>
                    <a:pt x="88410" y="2340894"/>
                    <a:pt x="44170" y="2306153"/>
                    <a:pt x="0" y="2272080"/>
                  </a:cubicBezTo>
                  <a:lnTo>
                    <a:pt x="2304" y="2269089"/>
                  </a:lnTo>
                  <a:cubicBezTo>
                    <a:pt x="46492" y="2303179"/>
                    <a:pt x="90732" y="2337938"/>
                    <a:pt x="137558" y="2374738"/>
                  </a:cubicBezTo>
                  <a:cubicBezTo>
                    <a:pt x="558394" y="2705370"/>
                    <a:pt x="1082082" y="3116883"/>
                    <a:pt x="1698208" y="3085994"/>
                  </a:cubicBezTo>
                  <a:cubicBezTo>
                    <a:pt x="2057653" y="3067981"/>
                    <a:pt x="2399085" y="3032870"/>
                    <a:pt x="2713059" y="2981612"/>
                  </a:cubicBezTo>
                  <a:cubicBezTo>
                    <a:pt x="4618149" y="2676293"/>
                    <a:pt x="4837362" y="1534544"/>
                    <a:pt x="4982414" y="779030"/>
                  </a:cubicBezTo>
                  <a:cubicBezTo>
                    <a:pt x="5022960" y="567873"/>
                    <a:pt x="5057965" y="385512"/>
                    <a:pt x="5120570" y="250153"/>
                  </a:cubicBezTo>
                  <a:cubicBezTo>
                    <a:pt x="5189190" y="101794"/>
                    <a:pt x="5285393" y="26384"/>
                    <a:pt x="5423356" y="12856"/>
                  </a:cubicBezTo>
                  <a:cubicBezTo>
                    <a:pt x="5640194" y="-8410"/>
                    <a:pt x="5828923" y="139719"/>
                    <a:pt x="5952040" y="253003"/>
                  </a:cubicBezTo>
                  <a:cubicBezTo>
                    <a:pt x="6177743" y="461925"/>
                    <a:pt x="6350289" y="730744"/>
                    <a:pt x="6507672" y="988164"/>
                  </a:cubicBezTo>
                  <a:cubicBezTo>
                    <a:pt x="6633092" y="1193322"/>
                    <a:pt x="6752233" y="1406185"/>
                    <a:pt x="6867451" y="1612047"/>
                  </a:cubicBezTo>
                  <a:cubicBezTo>
                    <a:pt x="6914330" y="1695814"/>
                    <a:pt x="6962809" y="1782429"/>
                    <a:pt x="7011025" y="1867304"/>
                  </a:cubicBezTo>
                  <a:lnTo>
                    <a:pt x="7022124" y="1886829"/>
                  </a:lnTo>
                  <a:cubicBezTo>
                    <a:pt x="7177854" y="2160995"/>
                    <a:pt x="7338877" y="2444484"/>
                    <a:pt x="7539779" y="2696610"/>
                  </a:cubicBezTo>
                  <a:cubicBezTo>
                    <a:pt x="7671180" y="2862559"/>
                    <a:pt x="7819098" y="3024585"/>
                    <a:pt x="8009991" y="3085994"/>
                  </a:cubicBezTo>
                  <a:cubicBezTo>
                    <a:pt x="8108234" y="3117973"/>
                    <a:pt x="8209204" y="3117147"/>
                    <a:pt x="8310121" y="3083478"/>
                  </a:cubicBezTo>
                  <a:cubicBezTo>
                    <a:pt x="8603689" y="2985763"/>
                    <a:pt x="8842657" y="2637083"/>
                    <a:pt x="9000796" y="2406366"/>
                  </a:cubicBezTo>
                  <a:cubicBezTo>
                    <a:pt x="9010523" y="2392170"/>
                    <a:pt x="9019917" y="2378449"/>
                    <a:pt x="9028993" y="2365292"/>
                  </a:cubicBezTo>
                  <a:cubicBezTo>
                    <a:pt x="9225057" y="2080923"/>
                    <a:pt x="9398394" y="1775675"/>
                    <a:pt x="9566014" y="1480488"/>
                  </a:cubicBezTo>
                  <a:cubicBezTo>
                    <a:pt x="9729079" y="1193322"/>
                    <a:pt x="9897702" y="896376"/>
                    <a:pt x="10087521" y="617971"/>
                  </a:cubicBezTo>
                  <a:cubicBezTo>
                    <a:pt x="10098322" y="602122"/>
                    <a:pt x="10110090" y="584549"/>
                    <a:pt x="10122544" y="565956"/>
                  </a:cubicBezTo>
                  <a:cubicBezTo>
                    <a:pt x="10203179" y="445478"/>
                    <a:pt x="10325064" y="263398"/>
                    <a:pt x="10465348" y="140212"/>
                  </a:cubicBezTo>
                  <a:cubicBezTo>
                    <a:pt x="10542359" y="72594"/>
                    <a:pt x="10617911" y="28934"/>
                    <a:pt x="10689891" y="10447"/>
                  </a:cubicBezTo>
                  <a:cubicBezTo>
                    <a:pt x="10774343" y="-11243"/>
                    <a:pt x="10856632" y="877"/>
                    <a:pt x="10934470" y="46472"/>
                  </a:cubicBezTo>
                  <a:cubicBezTo>
                    <a:pt x="11074896" y="128743"/>
                    <a:pt x="11167474" y="282009"/>
                    <a:pt x="11249130" y="417245"/>
                  </a:cubicBezTo>
                  <a:cubicBezTo>
                    <a:pt x="11268303" y="449014"/>
                    <a:pt x="11286439" y="479006"/>
                    <a:pt x="11304962" y="507960"/>
                  </a:cubicBezTo>
                  <a:cubicBezTo>
                    <a:pt x="11352386" y="582016"/>
                    <a:pt x="11417366" y="660769"/>
                    <a:pt x="11486162" y="744130"/>
                  </a:cubicBezTo>
                  <a:cubicBezTo>
                    <a:pt x="11635400" y="924996"/>
                    <a:pt x="11804569" y="1129979"/>
                    <a:pt x="11874174" y="1377689"/>
                  </a:cubicBezTo>
                  <a:lnTo>
                    <a:pt x="11870550" y="1378709"/>
                  </a:lnTo>
                  <a:cubicBezTo>
                    <a:pt x="11801155" y="1131773"/>
                    <a:pt x="11632269" y="927107"/>
                    <a:pt x="11483260" y="746523"/>
                  </a:cubicBezTo>
                  <a:cubicBezTo>
                    <a:pt x="11414393" y="663056"/>
                    <a:pt x="11349343" y="584232"/>
                    <a:pt x="11301796" y="509983"/>
                  </a:cubicBezTo>
                  <a:cubicBezTo>
                    <a:pt x="11283238" y="480993"/>
                    <a:pt x="11265102" y="450966"/>
                    <a:pt x="11245910" y="419198"/>
                  </a:cubicBezTo>
                  <a:cubicBezTo>
                    <a:pt x="11164467" y="284349"/>
                    <a:pt x="11072169" y="131522"/>
                    <a:pt x="10932570" y="49726"/>
                  </a:cubicBezTo>
                  <a:cubicBezTo>
                    <a:pt x="10602167" y="-143840"/>
                    <a:pt x="10292205" y="319266"/>
                    <a:pt x="10125675" y="568067"/>
                  </a:cubicBezTo>
                  <a:cubicBezTo>
                    <a:pt x="10113221" y="586677"/>
                    <a:pt x="10101453" y="604250"/>
                    <a:pt x="10090635" y="620117"/>
                  </a:cubicBezTo>
                  <a:cubicBezTo>
                    <a:pt x="9900886" y="898382"/>
                    <a:pt x="9732315" y="1195257"/>
                    <a:pt x="9569287" y="1482370"/>
                  </a:cubicBezTo>
                  <a:cubicBezTo>
                    <a:pt x="9401631" y="1777627"/>
                    <a:pt x="9228259" y="2082946"/>
                    <a:pt x="9032089" y="2367455"/>
                  </a:cubicBezTo>
                  <a:cubicBezTo>
                    <a:pt x="9023012" y="2380613"/>
                    <a:pt x="9013619" y="2394334"/>
                    <a:pt x="9003891" y="2408512"/>
                  </a:cubicBezTo>
                  <a:cubicBezTo>
                    <a:pt x="8845471" y="2639651"/>
                    <a:pt x="8606081" y="2988964"/>
                    <a:pt x="8311299" y="3087067"/>
                  </a:cubicBezTo>
                  <a:cubicBezTo>
                    <a:pt x="8259249" y="3104411"/>
                    <a:pt x="8207075" y="3113101"/>
                    <a:pt x="8155272" y="311310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" name="任意多边形: 形状 767"/>
            <p:cNvSpPr/>
            <p:nvPr>
              <p:custDataLst>
                <p:tags r:id="rId28"/>
              </p:custDataLst>
            </p:nvPr>
          </p:nvSpPr>
          <p:spPr>
            <a:xfrm>
              <a:off x="237437" y="2182363"/>
              <a:ext cx="11953349" cy="3224181"/>
            </a:xfrm>
            <a:custGeom>
              <a:avLst/>
              <a:gdLst>
                <a:gd name="connsiteX0" fmla="*/ 8271738 w 11953349"/>
                <a:gd name="connsiteY0" fmla="*/ 3224182 h 3224181"/>
                <a:gd name="connsiteX1" fmla="*/ 8121973 w 11953349"/>
                <a:gd name="connsiteY1" fmla="*/ 3199538 h 3224181"/>
                <a:gd name="connsiteX2" fmla="*/ 7852538 w 11953349"/>
                <a:gd name="connsiteY2" fmla="*/ 3030915 h 3224181"/>
                <a:gd name="connsiteX3" fmla="*/ 7643862 w 11953349"/>
                <a:gd name="connsiteY3" fmla="*/ 2792598 h 3224181"/>
                <a:gd name="connsiteX4" fmla="*/ 7123499 w 11953349"/>
                <a:gd name="connsiteY4" fmla="*/ 1946106 h 3224181"/>
                <a:gd name="connsiteX5" fmla="*/ 7114475 w 11953349"/>
                <a:gd name="connsiteY5" fmla="*/ 1929536 h 3224181"/>
                <a:gd name="connsiteX6" fmla="*/ 6976266 w 11953349"/>
                <a:gd name="connsiteY6" fmla="*/ 1673558 h 3224181"/>
                <a:gd name="connsiteX7" fmla="*/ 6612247 w 11953349"/>
                <a:gd name="connsiteY7" fmla="*/ 1017238 h 3224181"/>
                <a:gd name="connsiteX8" fmla="*/ 6053642 w 11953349"/>
                <a:gd name="connsiteY8" fmla="*/ 257098 h 3224181"/>
                <a:gd name="connsiteX9" fmla="*/ 5518151 w 11953349"/>
                <a:gd name="connsiteY9" fmla="*/ 11833 h 3224181"/>
                <a:gd name="connsiteX10" fmla="*/ 5225234 w 11953349"/>
                <a:gd name="connsiteY10" fmla="*/ 257169 h 3224181"/>
                <a:gd name="connsiteX11" fmla="*/ 5098230 w 11953349"/>
                <a:gd name="connsiteY11" fmla="*/ 803566 h 3224181"/>
                <a:gd name="connsiteX12" fmla="*/ 4633998 w 11953349"/>
                <a:gd name="connsiteY12" fmla="*/ 2150333 h 3224181"/>
                <a:gd name="connsiteX13" fmla="*/ 4352567 w 11953349"/>
                <a:gd name="connsiteY13" fmla="*/ 2465203 h 3224181"/>
                <a:gd name="connsiteX14" fmla="*/ 3964854 w 11953349"/>
                <a:gd name="connsiteY14" fmla="*/ 2741973 h 3224181"/>
                <a:gd name="connsiteX15" fmla="*/ 3450823 w 11953349"/>
                <a:gd name="connsiteY15" fmla="*/ 2965988 h 3224181"/>
                <a:gd name="connsiteX16" fmla="*/ 2790457 w 11953349"/>
                <a:gd name="connsiteY16" fmla="*/ 3122632 h 3224181"/>
                <a:gd name="connsiteX17" fmla="*/ 1751666 w 11953349"/>
                <a:gd name="connsiteY17" fmla="*/ 3220646 h 3224181"/>
                <a:gd name="connsiteX18" fmla="*/ 873581 w 11953349"/>
                <a:gd name="connsiteY18" fmla="*/ 2976683 h 3224181"/>
                <a:gd name="connsiteX19" fmla="*/ 137171 w 11953349"/>
                <a:gd name="connsiteY19" fmla="*/ 2440137 h 3224181"/>
                <a:gd name="connsiteX20" fmla="*/ 0 w 11953349"/>
                <a:gd name="connsiteY20" fmla="*/ 2328138 h 3224181"/>
                <a:gd name="connsiteX21" fmla="*/ 2322 w 11953349"/>
                <a:gd name="connsiteY21" fmla="*/ 2325253 h 3224181"/>
                <a:gd name="connsiteX22" fmla="*/ 139511 w 11953349"/>
                <a:gd name="connsiteY22" fmla="*/ 2437270 h 3224181"/>
                <a:gd name="connsiteX23" fmla="*/ 1751507 w 11953349"/>
                <a:gd name="connsiteY23" fmla="*/ 3216935 h 3224181"/>
                <a:gd name="connsiteX24" fmla="*/ 2789841 w 11953349"/>
                <a:gd name="connsiteY24" fmla="*/ 3118973 h 3224181"/>
                <a:gd name="connsiteX25" fmla="*/ 5094553 w 11953349"/>
                <a:gd name="connsiteY25" fmla="*/ 802950 h 3224181"/>
                <a:gd name="connsiteX26" fmla="*/ 5221803 w 11953349"/>
                <a:gd name="connsiteY26" fmla="*/ 255708 h 3224181"/>
                <a:gd name="connsiteX27" fmla="*/ 5517729 w 11953349"/>
                <a:gd name="connsiteY27" fmla="*/ 8139 h 3224181"/>
                <a:gd name="connsiteX28" fmla="*/ 6056175 w 11953349"/>
                <a:gd name="connsiteY28" fmla="*/ 254389 h 3224181"/>
                <a:gd name="connsiteX29" fmla="*/ 6615431 w 11953349"/>
                <a:gd name="connsiteY29" fmla="*/ 1015338 h 3224181"/>
                <a:gd name="connsiteX30" fmla="*/ 6979520 w 11953349"/>
                <a:gd name="connsiteY30" fmla="*/ 1671782 h 3224181"/>
                <a:gd name="connsiteX31" fmla="*/ 7117711 w 11953349"/>
                <a:gd name="connsiteY31" fmla="*/ 1927742 h 3224181"/>
                <a:gd name="connsiteX32" fmla="*/ 7126735 w 11953349"/>
                <a:gd name="connsiteY32" fmla="*/ 1944312 h 3224181"/>
                <a:gd name="connsiteX33" fmla="*/ 7646799 w 11953349"/>
                <a:gd name="connsiteY33" fmla="*/ 2790329 h 3224181"/>
                <a:gd name="connsiteX34" fmla="*/ 8123133 w 11953349"/>
                <a:gd name="connsiteY34" fmla="*/ 3196020 h 3224181"/>
                <a:gd name="connsiteX35" fmla="*/ 8429244 w 11953349"/>
                <a:gd name="connsiteY35" fmla="*/ 3193663 h 3224181"/>
                <a:gd name="connsiteX36" fmla="*/ 9131036 w 11953349"/>
                <a:gd name="connsiteY36" fmla="*/ 2485714 h 3224181"/>
                <a:gd name="connsiteX37" fmla="*/ 9155821 w 11953349"/>
                <a:gd name="connsiteY37" fmla="*/ 2448316 h 3224181"/>
                <a:gd name="connsiteX38" fmla="*/ 9693106 w 11953349"/>
                <a:gd name="connsiteY38" fmla="*/ 1532236 h 3224181"/>
                <a:gd name="connsiteX39" fmla="*/ 10215106 w 11953349"/>
                <a:gd name="connsiteY39" fmla="*/ 639041 h 3224181"/>
                <a:gd name="connsiteX40" fmla="*/ 10246452 w 11953349"/>
                <a:gd name="connsiteY40" fmla="*/ 590896 h 3224181"/>
                <a:gd name="connsiteX41" fmla="*/ 10593214 w 11953349"/>
                <a:gd name="connsiteY41" fmla="*/ 147333 h 3224181"/>
                <a:gd name="connsiteX42" fmla="*/ 10822805 w 11953349"/>
                <a:gd name="connsiteY42" fmla="*/ 10954 h 3224181"/>
                <a:gd name="connsiteX43" fmla="*/ 11073594 w 11953349"/>
                <a:gd name="connsiteY43" fmla="*/ 49213 h 3224181"/>
                <a:gd name="connsiteX44" fmla="*/ 11402326 w 11953349"/>
                <a:gd name="connsiteY44" fmla="*/ 455361 h 3224181"/>
                <a:gd name="connsiteX45" fmla="*/ 11446355 w 11953349"/>
                <a:gd name="connsiteY45" fmla="*/ 531898 h 3224181"/>
                <a:gd name="connsiteX46" fmla="*/ 11608293 w 11953349"/>
                <a:gd name="connsiteY46" fmla="*/ 771516 h 3224181"/>
                <a:gd name="connsiteX47" fmla="*/ 11953349 w 11953349"/>
                <a:gd name="connsiteY47" fmla="*/ 1390386 h 3224181"/>
                <a:gd name="connsiteX48" fmla="*/ 11949796 w 11953349"/>
                <a:gd name="connsiteY48" fmla="*/ 1391441 h 3224181"/>
                <a:gd name="connsiteX49" fmla="*/ 11605285 w 11953349"/>
                <a:gd name="connsiteY49" fmla="*/ 773662 h 3224181"/>
                <a:gd name="connsiteX50" fmla="*/ 11443153 w 11953349"/>
                <a:gd name="connsiteY50" fmla="*/ 533762 h 3224181"/>
                <a:gd name="connsiteX51" fmla="*/ 11399089 w 11953349"/>
                <a:gd name="connsiteY51" fmla="*/ 457173 h 3224181"/>
                <a:gd name="connsiteX52" fmla="*/ 11071676 w 11953349"/>
                <a:gd name="connsiteY52" fmla="*/ 52362 h 3224181"/>
                <a:gd name="connsiteX53" fmla="*/ 10595711 w 11953349"/>
                <a:gd name="connsiteY53" fmla="*/ 150060 h 3224181"/>
                <a:gd name="connsiteX54" fmla="*/ 10249583 w 11953349"/>
                <a:gd name="connsiteY54" fmla="*/ 592884 h 3224181"/>
                <a:gd name="connsiteX55" fmla="*/ 10218219 w 11953349"/>
                <a:gd name="connsiteY55" fmla="*/ 641064 h 3224181"/>
                <a:gd name="connsiteX56" fmla="*/ 9696378 w 11953349"/>
                <a:gd name="connsiteY56" fmla="*/ 1533995 h 3224181"/>
                <a:gd name="connsiteX57" fmla="*/ 9158917 w 11953349"/>
                <a:gd name="connsiteY57" fmla="*/ 2450339 h 3224181"/>
                <a:gd name="connsiteX58" fmla="*/ 9134132 w 11953349"/>
                <a:gd name="connsiteY58" fmla="*/ 2487719 h 3224181"/>
                <a:gd name="connsiteX59" fmla="*/ 8836975 w 11953349"/>
                <a:gd name="connsiteY59" fmla="*/ 2892583 h 3224181"/>
                <a:gd name="connsiteX60" fmla="*/ 8430457 w 11953349"/>
                <a:gd name="connsiteY60" fmla="*/ 3197128 h 3224181"/>
                <a:gd name="connsiteX61" fmla="*/ 8271738 w 11953349"/>
                <a:gd name="connsiteY61" fmla="*/ 3224182 h 322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1953349" h="3224181">
                  <a:moveTo>
                    <a:pt x="8271738" y="3224182"/>
                  </a:moveTo>
                  <a:cubicBezTo>
                    <a:pt x="8221395" y="3224182"/>
                    <a:pt x="8171384" y="3215967"/>
                    <a:pt x="8121973" y="3199538"/>
                  </a:cubicBezTo>
                  <a:cubicBezTo>
                    <a:pt x="8029992" y="3169212"/>
                    <a:pt x="7941845" y="3114048"/>
                    <a:pt x="7852538" y="3030915"/>
                  </a:cubicBezTo>
                  <a:cubicBezTo>
                    <a:pt x="7771868" y="2955803"/>
                    <a:pt x="7701770" y="2868290"/>
                    <a:pt x="7643862" y="2792598"/>
                  </a:cubicBezTo>
                  <a:cubicBezTo>
                    <a:pt x="7441043" y="2528740"/>
                    <a:pt x="7279615" y="2232551"/>
                    <a:pt x="7123499" y="1946106"/>
                  </a:cubicBezTo>
                  <a:lnTo>
                    <a:pt x="7114475" y="1929536"/>
                  </a:lnTo>
                  <a:cubicBezTo>
                    <a:pt x="7068071" y="1844398"/>
                    <a:pt x="7021403" y="1757553"/>
                    <a:pt x="6976266" y="1673558"/>
                  </a:cubicBezTo>
                  <a:cubicBezTo>
                    <a:pt x="6859887" y="1456949"/>
                    <a:pt x="6739533" y="1232968"/>
                    <a:pt x="6612247" y="1017238"/>
                  </a:cubicBezTo>
                  <a:cubicBezTo>
                    <a:pt x="6455111" y="750917"/>
                    <a:pt x="6282548" y="472846"/>
                    <a:pt x="6053642" y="257098"/>
                  </a:cubicBezTo>
                  <a:cubicBezTo>
                    <a:pt x="5928961" y="140121"/>
                    <a:pt x="5737822" y="-12582"/>
                    <a:pt x="5518151" y="11833"/>
                  </a:cubicBezTo>
                  <a:cubicBezTo>
                    <a:pt x="5383021" y="26856"/>
                    <a:pt x="5289949" y="104799"/>
                    <a:pt x="5225234" y="257169"/>
                  </a:cubicBezTo>
                  <a:cubicBezTo>
                    <a:pt x="5165830" y="397013"/>
                    <a:pt x="5134501" y="585426"/>
                    <a:pt x="5098230" y="803566"/>
                  </a:cubicBezTo>
                  <a:cubicBezTo>
                    <a:pt x="5030964" y="1208166"/>
                    <a:pt x="4947233" y="1711712"/>
                    <a:pt x="4633998" y="2150333"/>
                  </a:cubicBezTo>
                  <a:cubicBezTo>
                    <a:pt x="4552413" y="2264565"/>
                    <a:pt x="4457741" y="2370513"/>
                    <a:pt x="4352567" y="2465203"/>
                  </a:cubicBezTo>
                  <a:cubicBezTo>
                    <a:pt x="4238387" y="2568020"/>
                    <a:pt x="4107953" y="2661127"/>
                    <a:pt x="3964854" y="2741973"/>
                  </a:cubicBezTo>
                  <a:cubicBezTo>
                    <a:pt x="3811377" y="2828677"/>
                    <a:pt x="3638426" y="2904052"/>
                    <a:pt x="3450823" y="2965988"/>
                  </a:cubicBezTo>
                  <a:cubicBezTo>
                    <a:pt x="3251347" y="3031847"/>
                    <a:pt x="3029161" y="3084548"/>
                    <a:pt x="2790457" y="3122632"/>
                  </a:cubicBezTo>
                  <a:cubicBezTo>
                    <a:pt x="2472315" y="3174102"/>
                    <a:pt x="2122808" y="3207066"/>
                    <a:pt x="1751666" y="3220646"/>
                  </a:cubicBezTo>
                  <a:cubicBezTo>
                    <a:pt x="1468493" y="3231007"/>
                    <a:pt x="1181275" y="3151199"/>
                    <a:pt x="873581" y="2976683"/>
                  </a:cubicBezTo>
                  <a:cubicBezTo>
                    <a:pt x="605361" y="2824560"/>
                    <a:pt x="356631" y="2620334"/>
                    <a:pt x="137171" y="2440137"/>
                  </a:cubicBezTo>
                  <a:cubicBezTo>
                    <a:pt x="89677" y="2401139"/>
                    <a:pt x="44821" y="2364304"/>
                    <a:pt x="0" y="2328138"/>
                  </a:cubicBezTo>
                  <a:lnTo>
                    <a:pt x="2322" y="2325253"/>
                  </a:lnTo>
                  <a:cubicBezTo>
                    <a:pt x="47143" y="2361437"/>
                    <a:pt x="92016" y="2398271"/>
                    <a:pt x="139511" y="2437270"/>
                  </a:cubicBezTo>
                  <a:cubicBezTo>
                    <a:pt x="575158" y="2794955"/>
                    <a:pt x="1117351" y="3240119"/>
                    <a:pt x="1751507" y="3216935"/>
                  </a:cubicBezTo>
                  <a:cubicBezTo>
                    <a:pt x="2122492" y="3203372"/>
                    <a:pt x="2471840" y="3170408"/>
                    <a:pt x="2789841" y="3118973"/>
                  </a:cubicBezTo>
                  <a:cubicBezTo>
                    <a:pt x="4761776" y="2804366"/>
                    <a:pt x="4962027" y="1599942"/>
                    <a:pt x="5094553" y="802950"/>
                  </a:cubicBezTo>
                  <a:cubicBezTo>
                    <a:pt x="5130860" y="584564"/>
                    <a:pt x="5162224" y="395958"/>
                    <a:pt x="5221803" y="255708"/>
                  </a:cubicBezTo>
                  <a:cubicBezTo>
                    <a:pt x="5287099" y="101985"/>
                    <a:pt x="5381139" y="23320"/>
                    <a:pt x="5517729" y="8139"/>
                  </a:cubicBezTo>
                  <a:cubicBezTo>
                    <a:pt x="5738912" y="-16452"/>
                    <a:pt x="5930966" y="136902"/>
                    <a:pt x="6056175" y="254389"/>
                  </a:cubicBezTo>
                  <a:cubicBezTo>
                    <a:pt x="6285433" y="470471"/>
                    <a:pt x="6458154" y="748789"/>
                    <a:pt x="6615431" y="1015338"/>
                  </a:cubicBezTo>
                  <a:cubicBezTo>
                    <a:pt x="6742751" y="1231121"/>
                    <a:pt x="6863124" y="1455155"/>
                    <a:pt x="6979520" y="1671782"/>
                  </a:cubicBezTo>
                  <a:cubicBezTo>
                    <a:pt x="7024640" y="1755777"/>
                    <a:pt x="7071308" y="1842621"/>
                    <a:pt x="7117711" y="1927742"/>
                  </a:cubicBezTo>
                  <a:lnTo>
                    <a:pt x="7126735" y="1944312"/>
                  </a:lnTo>
                  <a:cubicBezTo>
                    <a:pt x="7282781" y="2230633"/>
                    <a:pt x="7444139" y="2526682"/>
                    <a:pt x="7646799" y="2790329"/>
                  </a:cubicBezTo>
                  <a:cubicBezTo>
                    <a:pt x="7778922" y="2963033"/>
                    <a:pt x="7928073" y="3131708"/>
                    <a:pt x="8123133" y="3196020"/>
                  </a:cubicBezTo>
                  <a:cubicBezTo>
                    <a:pt x="8223488" y="3229406"/>
                    <a:pt x="8326480" y="3228615"/>
                    <a:pt x="8429244" y="3193663"/>
                  </a:cubicBezTo>
                  <a:cubicBezTo>
                    <a:pt x="8730147" y="3091497"/>
                    <a:pt x="8971401" y="2726933"/>
                    <a:pt x="9131036" y="2485714"/>
                  </a:cubicBezTo>
                  <a:cubicBezTo>
                    <a:pt x="9139567" y="2472838"/>
                    <a:pt x="9147817" y="2460348"/>
                    <a:pt x="9155821" y="2448316"/>
                  </a:cubicBezTo>
                  <a:cubicBezTo>
                    <a:pt x="9352043" y="2153200"/>
                    <a:pt x="9525433" y="1837520"/>
                    <a:pt x="9693106" y="1532236"/>
                  </a:cubicBezTo>
                  <a:cubicBezTo>
                    <a:pt x="9856329" y="1235079"/>
                    <a:pt x="10025093" y="927808"/>
                    <a:pt x="10215106" y="639041"/>
                  </a:cubicBezTo>
                  <a:cubicBezTo>
                    <a:pt x="10224816" y="624265"/>
                    <a:pt x="10235335" y="608065"/>
                    <a:pt x="10246452" y="590896"/>
                  </a:cubicBezTo>
                  <a:cubicBezTo>
                    <a:pt x="10327544" y="465757"/>
                    <a:pt x="10450097" y="276659"/>
                    <a:pt x="10593214" y="147333"/>
                  </a:cubicBezTo>
                  <a:cubicBezTo>
                    <a:pt x="10671861" y="76267"/>
                    <a:pt x="10749119" y="30391"/>
                    <a:pt x="10822805" y="10954"/>
                  </a:cubicBezTo>
                  <a:cubicBezTo>
                    <a:pt x="10909386" y="-11861"/>
                    <a:pt x="10993750" y="998"/>
                    <a:pt x="11073594" y="49213"/>
                  </a:cubicBezTo>
                  <a:cubicBezTo>
                    <a:pt x="11222621" y="139206"/>
                    <a:pt x="11318084" y="307178"/>
                    <a:pt x="11402326" y="455361"/>
                  </a:cubicBezTo>
                  <a:cubicBezTo>
                    <a:pt x="11417489" y="482028"/>
                    <a:pt x="11431807" y="507236"/>
                    <a:pt x="11446355" y="531898"/>
                  </a:cubicBezTo>
                  <a:cubicBezTo>
                    <a:pt x="11491246" y="608012"/>
                    <a:pt x="11548099" y="687433"/>
                    <a:pt x="11608293" y="771516"/>
                  </a:cubicBezTo>
                  <a:cubicBezTo>
                    <a:pt x="11737478" y="951960"/>
                    <a:pt x="11883884" y="1156467"/>
                    <a:pt x="11953349" y="1390386"/>
                  </a:cubicBezTo>
                  <a:lnTo>
                    <a:pt x="11949796" y="1391441"/>
                  </a:lnTo>
                  <a:cubicBezTo>
                    <a:pt x="11880525" y="1158103"/>
                    <a:pt x="11734294" y="953859"/>
                    <a:pt x="11605285" y="773662"/>
                  </a:cubicBezTo>
                  <a:cubicBezTo>
                    <a:pt x="11545038" y="689509"/>
                    <a:pt x="11488132" y="610017"/>
                    <a:pt x="11443153" y="533762"/>
                  </a:cubicBezTo>
                  <a:cubicBezTo>
                    <a:pt x="11428589" y="509065"/>
                    <a:pt x="11414270" y="483858"/>
                    <a:pt x="11399089" y="457173"/>
                  </a:cubicBezTo>
                  <a:cubicBezTo>
                    <a:pt x="11315077" y="309377"/>
                    <a:pt x="11219876" y="141863"/>
                    <a:pt x="11071676" y="52362"/>
                  </a:cubicBezTo>
                  <a:cubicBezTo>
                    <a:pt x="10925376" y="-35995"/>
                    <a:pt x="10765231" y="-3119"/>
                    <a:pt x="10595711" y="150060"/>
                  </a:cubicBezTo>
                  <a:cubicBezTo>
                    <a:pt x="10452947" y="279051"/>
                    <a:pt x="10330569" y="467921"/>
                    <a:pt x="10249583" y="592884"/>
                  </a:cubicBezTo>
                  <a:cubicBezTo>
                    <a:pt x="10238448" y="610052"/>
                    <a:pt x="10227946" y="626271"/>
                    <a:pt x="10218219" y="641064"/>
                  </a:cubicBezTo>
                  <a:cubicBezTo>
                    <a:pt x="10028312" y="929690"/>
                    <a:pt x="9859565" y="1236909"/>
                    <a:pt x="9696378" y="1533995"/>
                  </a:cubicBezTo>
                  <a:cubicBezTo>
                    <a:pt x="9528652" y="1839349"/>
                    <a:pt x="9355227" y="2155099"/>
                    <a:pt x="9158917" y="2450339"/>
                  </a:cubicBezTo>
                  <a:cubicBezTo>
                    <a:pt x="9150931" y="2462371"/>
                    <a:pt x="9142664" y="2474843"/>
                    <a:pt x="9134132" y="2487719"/>
                  </a:cubicBezTo>
                  <a:cubicBezTo>
                    <a:pt x="9054535" y="2608003"/>
                    <a:pt x="8955482" y="2757699"/>
                    <a:pt x="8836975" y="2892583"/>
                  </a:cubicBezTo>
                  <a:cubicBezTo>
                    <a:pt x="8696690" y="3052270"/>
                    <a:pt x="8563724" y="3151885"/>
                    <a:pt x="8430457" y="3197128"/>
                  </a:cubicBezTo>
                  <a:cubicBezTo>
                    <a:pt x="8377475" y="3215176"/>
                    <a:pt x="8324439" y="3224182"/>
                    <a:pt x="8271738" y="3224182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1" name="任意多边形: 形状 768"/>
            <p:cNvSpPr/>
            <p:nvPr>
              <p:custDataLst>
                <p:tags r:id="rId29"/>
              </p:custDataLst>
            </p:nvPr>
          </p:nvSpPr>
          <p:spPr>
            <a:xfrm>
              <a:off x="158279" y="2119305"/>
              <a:ext cx="12032418" cy="3352113"/>
            </a:xfrm>
            <a:custGeom>
              <a:avLst/>
              <a:gdLst>
                <a:gd name="connsiteX0" fmla="*/ 1771437 w 12032418"/>
                <a:gd name="connsiteY0" fmla="*/ 3352114 h 3352113"/>
                <a:gd name="connsiteX1" fmla="*/ 901040 w 12032418"/>
                <a:gd name="connsiteY1" fmla="*/ 3081923 h 3352113"/>
                <a:gd name="connsiteX2" fmla="*/ 140689 w 12032418"/>
                <a:gd name="connsiteY2" fmla="*/ 2503915 h 3352113"/>
                <a:gd name="connsiteX3" fmla="*/ 0 w 12032418"/>
                <a:gd name="connsiteY3" fmla="*/ 2384335 h 3352113"/>
                <a:gd name="connsiteX4" fmla="*/ 2340 w 12032418"/>
                <a:gd name="connsiteY4" fmla="*/ 2381556 h 3352113"/>
                <a:gd name="connsiteX5" fmla="*/ 143046 w 12032418"/>
                <a:gd name="connsiteY5" fmla="*/ 2501154 h 3352113"/>
                <a:gd name="connsiteX6" fmla="*/ 1804824 w 12032418"/>
                <a:gd name="connsiteY6" fmla="*/ 3348050 h 3352113"/>
                <a:gd name="connsiteX7" fmla="*/ 2866642 w 12032418"/>
                <a:gd name="connsiteY7" fmla="*/ 3256509 h 3352113"/>
                <a:gd name="connsiteX8" fmla="*/ 5206060 w 12032418"/>
                <a:gd name="connsiteY8" fmla="*/ 826587 h 3352113"/>
                <a:gd name="connsiteX9" fmla="*/ 5322720 w 12032418"/>
                <a:gd name="connsiteY9" fmla="*/ 261228 h 3352113"/>
                <a:gd name="connsiteX10" fmla="*/ 5612102 w 12032418"/>
                <a:gd name="connsiteY10" fmla="*/ 3614 h 3352113"/>
                <a:gd name="connsiteX11" fmla="*/ 5909963 w 12032418"/>
                <a:gd name="connsiteY11" fmla="*/ 66729 h 3352113"/>
                <a:gd name="connsiteX12" fmla="*/ 6160294 w 12032418"/>
                <a:gd name="connsiteY12" fmla="*/ 255986 h 3352113"/>
                <a:gd name="connsiteX13" fmla="*/ 6723156 w 12032418"/>
                <a:gd name="connsiteY13" fmla="*/ 1042722 h 3352113"/>
                <a:gd name="connsiteX14" fmla="*/ 7079575 w 12032418"/>
                <a:gd name="connsiteY14" fmla="*/ 1710160 h 3352113"/>
                <a:gd name="connsiteX15" fmla="*/ 7224345 w 12032418"/>
                <a:gd name="connsiteY15" fmla="*/ 1988407 h 3352113"/>
                <a:gd name="connsiteX16" fmla="*/ 7753767 w 12032418"/>
                <a:gd name="connsiteY16" fmla="*/ 2884241 h 3352113"/>
                <a:gd name="connsiteX17" fmla="*/ 8236223 w 12032418"/>
                <a:gd name="connsiteY17" fmla="*/ 3306238 h 3352113"/>
                <a:gd name="connsiteX18" fmla="*/ 8548332 w 12032418"/>
                <a:gd name="connsiteY18" fmla="*/ 3304021 h 3352113"/>
                <a:gd name="connsiteX19" fmla="*/ 9261259 w 12032418"/>
                <a:gd name="connsiteY19" fmla="*/ 2564832 h 3352113"/>
                <a:gd name="connsiteX20" fmla="*/ 9282596 w 12032418"/>
                <a:gd name="connsiteY20" fmla="*/ 2531515 h 3352113"/>
                <a:gd name="connsiteX21" fmla="*/ 9820268 w 12032418"/>
                <a:gd name="connsiteY21" fmla="*/ 1584001 h 3352113"/>
                <a:gd name="connsiteX22" fmla="*/ 10342619 w 12032418"/>
                <a:gd name="connsiteY22" fmla="*/ 660304 h 3352113"/>
                <a:gd name="connsiteX23" fmla="*/ 10370254 w 12032418"/>
                <a:gd name="connsiteY23" fmla="*/ 616451 h 3352113"/>
                <a:gd name="connsiteX24" fmla="*/ 10720991 w 12032418"/>
                <a:gd name="connsiteY24" fmla="*/ 154699 h 3352113"/>
                <a:gd name="connsiteX25" fmla="*/ 10955684 w 12032418"/>
                <a:gd name="connsiteY25" fmla="*/ 11460 h 3352113"/>
                <a:gd name="connsiteX26" fmla="*/ 11212612 w 12032418"/>
                <a:gd name="connsiteY26" fmla="*/ 52146 h 3352113"/>
                <a:gd name="connsiteX27" fmla="*/ 11556331 w 12032418"/>
                <a:gd name="connsiteY27" fmla="*/ 497662 h 3352113"/>
                <a:gd name="connsiteX28" fmla="*/ 11587624 w 12032418"/>
                <a:gd name="connsiteY28" fmla="*/ 556028 h 3352113"/>
                <a:gd name="connsiteX29" fmla="*/ 11722139 w 12032418"/>
                <a:gd name="connsiteY29" fmla="*/ 784880 h 3352113"/>
                <a:gd name="connsiteX30" fmla="*/ 12032418 w 12032418"/>
                <a:gd name="connsiteY30" fmla="*/ 1403293 h 3352113"/>
                <a:gd name="connsiteX31" fmla="*/ 12028935 w 12032418"/>
                <a:gd name="connsiteY31" fmla="*/ 1404384 h 3352113"/>
                <a:gd name="connsiteX32" fmla="*/ 11719026 w 12032418"/>
                <a:gd name="connsiteY32" fmla="*/ 786762 h 3352113"/>
                <a:gd name="connsiteX33" fmla="*/ 11584423 w 12032418"/>
                <a:gd name="connsiteY33" fmla="*/ 557751 h 3352113"/>
                <a:gd name="connsiteX34" fmla="*/ 11553129 w 12032418"/>
                <a:gd name="connsiteY34" fmla="*/ 499351 h 3352113"/>
                <a:gd name="connsiteX35" fmla="*/ 11210712 w 12032418"/>
                <a:gd name="connsiteY35" fmla="*/ 55225 h 3352113"/>
                <a:gd name="connsiteX36" fmla="*/ 10723507 w 12032418"/>
                <a:gd name="connsiteY36" fmla="*/ 157338 h 3352113"/>
                <a:gd name="connsiteX37" fmla="*/ 10373367 w 12032418"/>
                <a:gd name="connsiteY37" fmla="*/ 618351 h 3352113"/>
                <a:gd name="connsiteX38" fmla="*/ 10345715 w 12032418"/>
                <a:gd name="connsiteY38" fmla="*/ 662222 h 3352113"/>
                <a:gd name="connsiteX39" fmla="*/ 9823505 w 12032418"/>
                <a:gd name="connsiteY39" fmla="*/ 1585672 h 3352113"/>
                <a:gd name="connsiteX40" fmla="*/ 9285674 w 12032418"/>
                <a:gd name="connsiteY40" fmla="*/ 2533450 h 3352113"/>
                <a:gd name="connsiteX41" fmla="*/ 9264337 w 12032418"/>
                <a:gd name="connsiteY41" fmla="*/ 2566766 h 3352113"/>
                <a:gd name="connsiteX42" fmla="*/ 8964524 w 12032418"/>
                <a:gd name="connsiteY42" fmla="*/ 2988447 h 3352113"/>
                <a:gd name="connsiteX43" fmla="*/ 8769990 w 12032418"/>
                <a:gd name="connsiteY43" fmla="*/ 3180782 h 3352113"/>
                <a:gd name="connsiteX44" fmla="*/ 8549527 w 12032418"/>
                <a:gd name="connsiteY44" fmla="*/ 3307434 h 3352113"/>
                <a:gd name="connsiteX45" fmla="*/ 8235062 w 12032418"/>
                <a:gd name="connsiteY45" fmla="*/ 3309650 h 3352113"/>
                <a:gd name="connsiteX46" fmla="*/ 7750865 w 12032418"/>
                <a:gd name="connsiteY46" fmla="*/ 2886369 h 3352113"/>
                <a:gd name="connsiteX47" fmla="*/ 7221143 w 12032418"/>
                <a:gd name="connsiteY47" fmla="*/ 1990043 h 3352113"/>
                <a:gd name="connsiteX48" fmla="*/ 7076356 w 12032418"/>
                <a:gd name="connsiteY48" fmla="*/ 1711778 h 3352113"/>
                <a:gd name="connsiteX49" fmla="*/ 6719989 w 12032418"/>
                <a:gd name="connsiteY49" fmla="*/ 1044464 h 3352113"/>
                <a:gd name="connsiteX50" fmla="*/ 6157778 w 12032418"/>
                <a:gd name="connsiteY50" fmla="*/ 258554 h 3352113"/>
                <a:gd name="connsiteX51" fmla="*/ 5612542 w 12032418"/>
                <a:gd name="connsiteY51" fmla="*/ 7168 h 3352113"/>
                <a:gd name="connsiteX52" fmla="*/ 5326098 w 12032418"/>
                <a:gd name="connsiteY52" fmla="*/ 262494 h 3352113"/>
                <a:gd name="connsiteX53" fmla="*/ 5209649 w 12032418"/>
                <a:gd name="connsiteY53" fmla="*/ 827045 h 3352113"/>
                <a:gd name="connsiteX54" fmla="*/ 4758187 w 12032418"/>
                <a:gd name="connsiteY54" fmla="*/ 2242186 h 3352113"/>
                <a:gd name="connsiteX55" fmla="*/ 4473203 w 12032418"/>
                <a:gd name="connsiteY55" fmla="*/ 2572958 h 3352113"/>
                <a:gd name="connsiteX56" fmla="*/ 4077099 w 12032418"/>
                <a:gd name="connsiteY56" fmla="*/ 2863255 h 3352113"/>
                <a:gd name="connsiteX57" fmla="*/ 3548803 w 12032418"/>
                <a:gd name="connsiteY57" fmla="*/ 3097473 h 3352113"/>
                <a:gd name="connsiteX58" fmla="*/ 2867205 w 12032418"/>
                <a:gd name="connsiteY58" fmla="*/ 3260045 h 3352113"/>
                <a:gd name="connsiteX59" fmla="*/ 1804895 w 12032418"/>
                <a:gd name="connsiteY59" fmla="*/ 3351639 h 3352113"/>
                <a:gd name="connsiteX60" fmla="*/ 1771437 w 12032418"/>
                <a:gd name="connsiteY60" fmla="*/ 3352114 h 335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2032418" h="3352113">
                  <a:moveTo>
                    <a:pt x="1771437" y="3352114"/>
                  </a:moveTo>
                  <a:cubicBezTo>
                    <a:pt x="1491326" y="3352114"/>
                    <a:pt x="1206218" y="3263545"/>
                    <a:pt x="901040" y="3081923"/>
                  </a:cubicBezTo>
                  <a:cubicBezTo>
                    <a:pt x="624411" y="2917293"/>
                    <a:pt x="367414" y="2697675"/>
                    <a:pt x="140689" y="2503915"/>
                  </a:cubicBezTo>
                  <a:cubicBezTo>
                    <a:pt x="91981" y="2462296"/>
                    <a:pt x="45982" y="2422981"/>
                    <a:pt x="0" y="2384335"/>
                  </a:cubicBezTo>
                  <a:lnTo>
                    <a:pt x="2340" y="2381556"/>
                  </a:lnTo>
                  <a:cubicBezTo>
                    <a:pt x="48321" y="2420202"/>
                    <a:pt x="94338" y="2459535"/>
                    <a:pt x="143046" y="2501154"/>
                  </a:cubicBezTo>
                  <a:cubicBezTo>
                    <a:pt x="593153" y="2885789"/>
                    <a:pt x="1153376" y="3364532"/>
                    <a:pt x="1804824" y="3348050"/>
                  </a:cubicBezTo>
                  <a:cubicBezTo>
                    <a:pt x="2182898" y="3339660"/>
                    <a:pt x="2540144" y="3308859"/>
                    <a:pt x="2866642" y="3256509"/>
                  </a:cubicBezTo>
                  <a:cubicBezTo>
                    <a:pt x="4905350" y="2932650"/>
                    <a:pt x="5086303" y="1665252"/>
                    <a:pt x="5206060" y="826587"/>
                  </a:cubicBezTo>
                  <a:cubicBezTo>
                    <a:pt x="5238251" y="601077"/>
                    <a:pt x="5266061" y="406314"/>
                    <a:pt x="5322720" y="261228"/>
                  </a:cubicBezTo>
                  <a:cubicBezTo>
                    <a:pt x="5384815" y="102244"/>
                    <a:pt x="5476761" y="20378"/>
                    <a:pt x="5612102" y="3614"/>
                  </a:cubicBezTo>
                  <a:cubicBezTo>
                    <a:pt x="5708006" y="-8277"/>
                    <a:pt x="5808219" y="12955"/>
                    <a:pt x="5909963" y="66729"/>
                  </a:cubicBezTo>
                  <a:cubicBezTo>
                    <a:pt x="5988786" y="108401"/>
                    <a:pt x="6070670" y="170302"/>
                    <a:pt x="6160294" y="255986"/>
                  </a:cubicBezTo>
                  <a:cubicBezTo>
                    <a:pt x="6390712" y="476923"/>
                    <a:pt x="6558015" y="754202"/>
                    <a:pt x="6723156" y="1042722"/>
                  </a:cubicBezTo>
                  <a:cubicBezTo>
                    <a:pt x="6847802" y="1262270"/>
                    <a:pt x="6965641" y="1489962"/>
                    <a:pt x="7079575" y="1710160"/>
                  </a:cubicBezTo>
                  <a:cubicBezTo>
                    <a:pt x="7126824" y="1801473"/>
                    <a:pt x="7175690" y="1895881"/>
                    <a:pt x="7224345" y="1988407"/>
                  </a:cubicBezTo>
                  <a:cubicBezTo>
                    <a:pt x="7381868" y="2290472"/>
                    <a:pt x="7544774" y="2602810"/>
                    <a:pt x="7753767" y="2884241"/>
                  </a:cubicBezTo>
                  <a:cubicBezTo>
                    <a:pt x="7886611" y="3063682"/>
                    <a:pt x="8037010" y="3239007"/>
                    <a:pt x="8236223" y="3306238"/>
                  </a:cubicBezTo>
                  <a:cubicBezTo>
                    <a:pt x="8338671" y="3341014"/>
                    <a:pt x="8443685" y="3340275"/>
                    <a:pt x="8548332" y="3304021"/>
                  </a:cubicBezTo>
                  <a:cubicBezTo>
                    <a:pt x="8856694" y="3197317"/>
                    <a:pt x="9109945" y="2801389"/>
                    <a:pt x="9261259" y="2564832"/>
                  </a:cubicBezTo>
                  <a:cubicBezTo>
                    <a:pt x="9268576" y="2553398"/>
                    <a:pt x="9275682" y="2542280"/>
                    <a:pt x="9282596" y="2531515"/>
                  </a:cubicBezTo>
                  <a:cubicBezTo>
                    <a:pt x="9478977" y="2225598"/>
                    <a:pt x="9652472" y="1899434"/>
                    <a:pt x="9820268" y="1584001"/>
                  </a:cubicBezTo>
                  <a:cubicBezTo>
                    <a:pt x="9983631" y="1276905"/>
                    <a:pt x="10152535" y="959361"/>
                    <a:pt x="10342619" y="660304"/>
                  </a:cubicBezTo>
                  <a:cubicBezTo>
                    <a:pt x="10351221" y="646759"/>
                    <a:pt x="10360473" y="632036"/>
                    <a:pt x="10370254" y="616451"/>
                  </a:cubicBezTo>
                  <a:cubicBezTo>
                    <a:pt x="10451786" y="486615"/>
                    <a:pt x="10574990" y="290393"/>
                    <a:pt x="10720991" y="154699"/>
                  </a:cubicBezTo>
                  <a:cubicBezTo>
                    <a:pt x="10801327" y="80045"/>
                    <a:pt x="10880291" y="31847"/>
                    <a:pt x="10955684" y="11460"/>
                  </a:cubicBezTo>
                  <a:cubicBezTo>
                    <a:pt x="11044394" y="-12516"/>
                    <a:pt x="11130851" y="1169"/>
                    <a:pt x="11212612" y="52146"/>
                  </a:cubicBezTo>
                  <a:cubicBezTo>
                    <a:pt x="11371366" y="150442"/>
                    <a:pt x="11469627" y="334914"/>
                    <a:pt x="11556331" y="497662"/>
                  </a:cubicBezTo>
                  <a:cubicBezTo>
                    <a:pt x="11567114" y="517909"/>
                    <a:pt x="11577298" y="537047"/>
                    <a:pt x="11587624" y="556028"/>
                  </a:cubicBezTo>
                  <a:cubicBezTo>
                    <a:pt x="11627678" y="629802"/>
                    <a:pt x="11673554" y="705125"/>
                    <a:pt x="11722139" y="784880"/>
                  </a:cubicBezTo>
                  <a:cubicBezTo>
                    <a:pt x="11834244" y="968930"/>
                    <a:pt x="11961317" y="1177554"/>
                    <a:pt x="12032418" y="1403293"/>
                  </a:cubicBezTo>
                  <a:lnTo>
                    <a:pt x="12028935" y="1404384"/>
                  </a:lnTo>
                  <a:cubicBezTo>
                    <a:pt x="11957975" y="1179049"/>
                    <a:pt x="11831025" y="970636"/>
                    <a:pt x="11719026" y="786762"/>
                  </a:cubicBezTo>
                  <a:cubicBezTo>
                    <a:pt x="11670423" y="706972"/>
                    <a:pt x="11624512" y="631596"/>
                    <a:pt x="11584423" y="557751"/>
                  </a:cubicBezTo>
                  <a:cubicBezTo>
                    <a:pt x="11574115" y="538753"/>
                    <a:pt x="11563912" y="519615"/>
                    <a:pt x="11553129" y="499351"/>
                  </a:cubicBezTo>
                  <a:cubicBezTo>
                    <a:pt x="11466654" y="337008"/>
                    <a:pt x="11368640" y="152993"/>
                    <a:pt x="11210712" y="55225"/>
                  </a:cubicBezTo>
                  <a:cubicBezTo>
                    <a:pt x="11060876" y="-38199"/>
                    <a:pt x="10896949" y="-3844"/>
                    <a:pt x="10723507" y="157338"/>
                  </a:cubicBezTo>
                  <a:cubicBezTo>
                    <a:pt x="10577857" y="292697"/>
                    <a:pt x="10454794" y="488673"/>
                    <a:pt x="10373367" y="618351"/>
                  </a:cubicBezTo>
                  <a:cubicBezTo>
                    <a:pt x="10363587" y="633936"/>
                    <a:pt x="10354334" y="648677"/>
                    <a:pt x="10345715" y="662222"/>
                  </a:cubicBezTo>
                  <a:cubicBezTo>
                    <a:pt x="10155702" y="961173"/>
                    <a:pt x="9986815" y="1278647"/>
                    <a:pt x="9823505" y="1585672"/>
                  </a:cubicBezTo>
                  <a:cubicBezTo>
                    <a:pt x="9655673" y="1901176"/>
                    <a:pt x="9482126" y="2227410"/>
                    <a:pt x="9285674" y="2533450"/>
                  </a:cubicBezTo>
                  <a:cubicBezTo>
                    <a:pt x="9278761" y="2544216"/>
                    <a:pt x="9271654" y="2555333"/>
                    <a:pt x="9264337" y="2566766"/>
                  </a:cubicBezTo>
                  <a:cubicBezTo>
                    <a:pt x="9184406" y="2691730"/>
                    <a:pt x="9084914" y="2847265"/>
                    <a:pt x="8964524" y="2988447"/>
                  </a:cubicBezTo>
                  <a:cubicBezTo>
                    <a:pt x="8899017" y="3065265"/>
                    <a:pt x="8833562" y="3129980"/>
                    <a:pt x="8769990" y="3180782"/>
                  </a:cubicBezTo>
                  <a:cubicBezTo>
                    <a:pt x="8696198" y="3239745"/>
                    <a:pt x="8622019" y="3282367"/>
                    <a:pt x="8549527" y="3307434"/>
                  </a:cubicBezTo>
                  <a:cubicBezTo>
                    <a:pt x="8444108" y="3343952"/>
                    <a:pt x="8338301" y="3344708"/>
                    <a:pt x="8235062" y="3309650"/>
                  </a:cubicBezTo>
                  <a:cubicBezTo>
                    <a:pt x="8034900" y="3242103"/>
                    <a:pt x="7884061" y="3066303"/>
                    <a:pt x="7750865" y="2886369"/>
                  </a:cubicBezTo>
                  <a:cubicBezTo>
                    <a:pt x="7541696" y="2604692"/>
                    <a:pt x="7378738" y="2292231"/>
                    <a:pt x="7221143" y="1990043"/>
                  </a:cubicBezTo>
                  <a:cubicBezTo>
                    <a:pt x="7172471" y="1897517"/>
                    <a:pt x="7123622" y="1803091"/>
                    <a:pt x="7076356" y="1711778"/>
                  </a:cubicBezTo>
                  <a:cubicBezTo>
                    <a:pt x="6962422" y="1491615"/>
                    <a:pt x="6844618" y="1263941"/>
                    <a:pt x="6719989" y="1044464"/>
                  </a:cubicBezTo>
                  <a:cubicBezTo>
                    <a:pt x="6554990" y="756190"/>
                    <a:pt x="6387827" y="479139"/>
                    <a:pt x="6157778" y="258554"/>
                  </a:cubicBezTo>
                  <a:cubicBezTo>
                    <a:pt x="6030986" y="137338"/>
                    <a:pt x="5836540" y="-20590"/>
                    <a:pt x="5612542" y="7168"/>
                  </a:cubicBezTo>
                  <a:cubicBezTo>
                    <a:pt x="5478678" y="23755"/>
                    <a:pt x="5387647" y="104901"/>
                    <a:pt x="5326098" y="262494"/>
                  </a:cubicBezTo>
                  <a:cubicBezTo>
                    <a:pt x="5269597" y="407176"/>
                    <a:pt x="5241804" y="601745"/>
                    <a:pt x="5209649" y="827045"/>
                  </a:cubicBezTo>
                  <a:cubicBezTo>
                    <a:pt x="5148961" y="1252138"/>
                    <a:pt x="5073409" y="1781191"/>
                    <a:pt x="4758187" y="2242186"/>
                  </a:cubicBezTo>
                  <a:cubicBezTo>
                    <a:pt x="4676075" y="2362259"/>
                    <a:pt x="4580189" y="2473554"/>
                    <a:pt x="4473203" y="2572958"/>
                  </a:cubicBezTo>
                  <a:cubicBezTo>
                    <a:pt x="4357017" y="2680912"/>
                    <a:pt x="4223751" y="2778574"/>
                    <a:pt x="4077099" y="2863255"/>
                  </a:cubicBezTo>
                  <a:cubicBezTo>
                    <a:pt x="3919770" y="2954093"/>
                    <a:pt x="3742035" y="3032898"/>
                    <a:pt x="3548803" y="3097473"/>
                  </a:cubicBezTo>
                  <a:cubicBezTo>
                    <a:pt x="3343310" y="3166147"/>
                    <a:pt x="3113982" y="3220853"/>
                    <a:pt x="2867205" y="3260045"/>
                  </a:cubicBezTo>
                  <a:cubicBezTo>
                    <a:pt x="2540548" y="3312429"/>
                    <a:pt x="2183126" y="3343231"/>
                    <a:pt x="1804895" y="3351639"/>
                  </a:cubicBezTo>
                  <a:cubicBezTo>
                    <a:pt x="1793777" y="3351973"/>
                    <a:pt x="1782607" y="3352114"/>
                    <a:pt x="1771437" y="3352114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2" name="任意多边形: 形状 769"/>
            <p:cNvSpPr/>
            <p:nvPr>
              <p:custDataLst>
                <p:tags r:id="rId30"/>
              </p:custDataLst>
            </p:nvPr>
          </p:nvSpPr>
          <p:spPr>
            <a:xfrm>
              <a:off x="79139" y="2051468"/>
              <a:ext cx="12111540" cy="3487639"/>
            </a:xfrm>
            <a:custGeom>
              <a:avLst/>
              <a:gdLst>
                <a:gd name="connsiteX0" fmla="*/ 1841817 w 12111540"/>
                <a:gd name="connsiteY0" fmla="*/ 3487640 h 3487639"/>
                <a:gd name="connsiteX1" fmla="*/ 927250 w 12111540"/>
                <a:gd name="connsiteY1" fmla="*/ 3190535 h 3487639"/>
                <a:gd name="connsiteX2" fmla="*/ 142149 w 12111540"/>
                <a:gd name="connsiteY2" fmla="*/ 2570610 h 3487639"/>
                <a:gd name="connsiteX3" fmla="*/ 0 w 12111540"/>
                <a:gd name="connsiteY3" fmla="*/ 2445365 h 3487639"/>
                <a:gd name="connsiteX4" fmla="*/ 2357 w 12111540"/>
                <a:gd name="connsiteY4" fmla="*/ 2442674 h 3487639"/>
                <a:gd name="connsiteX5" fmla="*/ 144524 w 12111540"/>
                <a:gd name="connsiteY5" fmla="*/ 2567936 h 3487639"/>
                <a:gd name="connsiteX6" fmla="*/ 1842186 w 12111540"/>
                <a:gd name="connsiteY6" fmla="*/ 3484069 h 3487639"/>
                <a:gd name="connsiteX7" fmla="*/ 1858141 w 12111540"/>
                <a:gd name="connsiteY7" fmla="*/ 3483963 h 3487639"/>
                <a:gd name="connsiteX8" fmla="*/ 2943460 w 12111540"/>
                <a:gd name="connsiteY8" fmla="*/ 3398843 h 3487639"/>
                <a:gd name="connsiteX9" fmla="*/ 5316986 w 12111540"/>
                <a:gd name="connsiteY9" fmla="*/ 854600 h 3487639"/>
                <a:gd name="connsiteX10" fmla="*/ 5423374 w 12111540"/>
                <a:gd name="connsiteY10" fmla="*/ 271368 h 3487639"/>
                <a:gd name="connsiteX11" fmla="*/ 5706511 w 12111540"/>
                <a:gd name="connsiteY11" fmla="*/ 3869 h 3487639"/>
                <a:gd name="connsiteX12" fmla="*/ 6010211 w 12111540"/>
                <a:gd name="connsiteY12" fmla="*/ 67195 h 3487639"/>
                <a:gd name="connsiteX13" fmla="*/ 6264447 w 12111540"/>
                <a:gd name="connsiteY13" fmla="*/ 262344 h 3487639"/>
                <a:gd name="connsiteX14" fmla="*/ 6577225 w 12111540"/>
                <a:gd name="connsiteY14" fmla="*/ 647911 h 3487639"/>
                <a:gd name="connsiteX15" fmla="*/ 6830933 w 12111540"/>
                <a:gd name="connsiteY15" fmla="*/ 1074869 h 3487639"/>
                <a:gd name="connsiteX16" fmla="*/ 7196552 w 12111540"/>
                <a:gd name="connsiteY16" fmla="*/ 1784875 h 3487639"/>
                <a:gd name="connsiteX17" fmla="*/ 7331049 w 12111540"/>
                <a:gd name="connsiteY17" fmla="*/ 2053817 h 3487639"/>
                <a:gd name="connsiteX18" fmla="*/ 7860805 w 12111540"/>
                <a:gd name="connsiteY18" fmla="*/ 2982914 h 3487639"/>
                <a:gd name="connsiteX19" fmla="*/ 8349365 w 12111540"/>
                <a:gd name="connsiteY19" fmla="*/ 3421218 h 3487639"/>
                <a:gd name="connsiteX20" fmla="*/ 8667455 w 12111540"/>
                <a:gd name="connsiteY20" fmla="*/ 3419159 h 3487639"/>
                <a:gd name="connsiteX21" fmla="*/ 9388949 w 12111540"/>
                <a:gd name="connsiteY21" fmla="*/ 2652441 h 3487639"/>
                <a:gd name="connsiteX22" fmla="*/ 9409423 w 12111540"/>
                <a:gd name="connsiteY22" fmla="*/ 2619476 h 3487639"/>
                <a:gd name="connsiteX23" fmla="*/ 9944387 w 12111540"/>
                <a:gd name="connsiteY23" fmla="*/ 1645523 h 3487639"/>
                <a:gd name="connsiteX24" fmla="*/ 10470221 w 12111540"/>
                <a:gd name="connsiteY24" fmla="*/ 686311 h 3487639"/>
                <a:gd name="connsiteX25" fmla="*/ 10494091 w 12111540"/>
                <a:gd name="connsiteY25" fmla="*/ 647207 h 3487639"/>
                <a:gd name="connsiteX26" fmla="*/ 10747659 w 12111540"/>
                <a:gd name="connsiteY26" fmla="*/ 276452 h 3487639"/>
                <a:gd name="connsiteX27" fmla="*/ 10915683 w 12111540"/>
                <a:gd name="connsiteY27" fmla="*/ 109201 h 3487639"/>
                <a:gd name="connsiteX28" fmla="*/ 11103216 w 12111540"/>
                <a:gd name="connsiteY28" fmla="*/ 13332 h 3487639"/>
                <a:gd name="connsiteX29" fmla="*/ 11351717 w 12111540"/>
                <a:gd name="connsiteY29" fmla="*/ 59842 h 3487639"/>
                <a:gd name="connsiteX30" fmla="*/ 11563050 w 12111540"/>
                <a:gd name="connsiteY30" fmla="*/ 280322 h 3487639"/>
                <a:gd name="connsiteX31" fmla="*/ 11712429 w 12111540"/>
                <a:gd name="connsiteY31" fmla="*/ 551691 h 3487639"/>
                <a:gd name="connsiteX32" fmla="*/ 11728964 w 12111540"/>
                <a:gd name="connsiteY32" fmla="*/ 584919 h 3487639"/>
                <a:gd name="connsiteX33" fmla="*/ 11799995 w 12111540"/>
                <a:gd name="connsiteY33" fmla="*/ 725309 h 3487639"/>
                <a:gd name="connsiteX34" fmla="*/ 12111541 w 12111540"/>
                <a:gd name="connsiteY34" fmla="*/ 1420980 h 3487639"/>
                <a:gd name="connsiteX35" fmla="*/ 12108146 w 12111540"/>
                <a:gd name="connsiteY35" fmla="*/ 1422123 h 3487639"/>
                <a:gd name="connsiteX36" fmla="*/ 11796811 w 12111540"/>
                <a:gd name="connsiteY36" fmla="*/ 726945 h 3487639"/>
                <a:gd name="connsiteX37" fmla="*/ 11725763 w 12111540"/>
                <a:gd name="connsiteY37" fmla="*/ 586538 h 3487639"/>
                <a:gd name="connsiteX38" fmla="*/ 11709210 w 12111540"/>
                <a:gd name="connsiteY38" fmla="*/ 553309 h 3487639"/>
                <a:gd name="connsiteX39" fmla="*/ 11349783 w 12111540"/>
                <a:gd name="connsiteY39" fmla="*/ 62885 h 3487639"/>
                <a:gd name="connsiteX40" fmla="*/ 11104026 w 12111540"/>
                <a:gd name="connsiteY40" fmla="*/ 16851 h 3487639"/>
                <a:gd name="connsiteX41" fmla="*/ 10750421 w 12111540"/>
                <a:gd name="connsiteY41" fmla="*/ 278774 h 3487639"/>
                <a:gd name="connsiteX42" fmla="*/ 10497152 w 12111540"/>
                <a:gd name="connsiteY42" fmla="*/ 649090 h 3487639"/>
                <a:gd name="connsiteX43" fmla="*/ 10473264 w 12111540"/>
                <a:gd name="connsiteY43" fmla="*/ 688193 h 3487639"/>
                <a:gd name="connsiteX44" fmla="*/ 9947571 w 12111540"/>
                <a:gd name="connsiteY44" fmla="*/ 1647177 h 3487639"/>
                <a:gd name="connsiteX45" fmla="*/ 9412467 w 12111540"/>
                <a:gd name="connsiteY45" fmla="*/ 2621376 h 3487639"/>
                <a:gd name="connsiteX46" fmla="*/ 9391974 w 12111540"/>
                <a:gd name="connsiteY46" fmla="*/ 2654341 h 3487639"/>
                <a:gd name="connsiteX47" fmla="*/ 9090032 w 12111540"/>
                <a:gd name="connsiteY47" fmla="*/ 3091149 h 3487639"/>
                <a:gd name="connsiteX48" fmla="*/ 8892877 w 12111540"/>
                <a:gd name="connsiteY48" fmla="*/ 3290960 h 3487639"/>
                <a:gd name="connsiteX49" fmla="*/ 8668651 w 12111540"/>
                <a:gd name="connsiteY49" fmla="*/ 3422537 h 3487639"/>
                <a:gd name="connsiteX50" fmla="*/ 8348204 w 12111540"/>
                <a:gd name="connsiteY50" fmla="*/ 3424613 h 3487639"/>
                <a:gd name="connsiteX51" fmla="*/ 7857903 w 12111540"/>
                <a:gd name="connsiteY51" fmla="*/ 2985008 h 3487639"/>
                <a:gd name="connsiteX52" fmla="*/ 7327866 w 12111540"/>
                <a:gd name="connsiteY52" fmla="*/ 2055436 h 3487639"/>
                <a:gd name="connsiteX53" fmla="*/ 7193368 w 12111540"/>
                <a:gd name="connsiteY53" fmla="*/ 1786476 h 3487639"/>
                <a:gd name="connsiteX54" fmla="*/ 6827819 w 12111540"/>
                <a:gd name="connsiteY54" fmla="*/ 1076593 h 3487639"/>
                <a:gd name="connsiteX55" fmla="*/ 6261985 w 12111540"/>
                <a:gd name="connsiteY55" fmla="*/ 264895 h 3487639"/>
                <a:gd name="connsiteX56" fmla="*/ 5707021 w 12111540"/>
                <a:gd name="connsiteY56" fmla="*/ 7404 h 3487639"/>
                <a:gd name="connsiteX57" fmla="*/ 5426768 w 12111540"/>
                <a:gd name="connsiteY57" fmla="*/ 272564 h 3487639"/>
                <a:gd name="connsiteX58" fmla="*/ 5320557 w 12111540"/>
                <a:gd name="connsiteY58" fmla="*/ 855022 h 3487639"/>
                <a:gd name="connsiteX59" fmla="*/ 4882183 w 12111540"/>
                <a:gd name="connsiteY59" fmla="*/ 2338731 h 3487639"/>
                <a:gd name="connsiteX60" fmla="*/ 4593733 w 12111540"/>
                <a:gd name="connsiteY60" fmla="*/ 2685494 h 3487639"/>
                <a:gd name="connsiteX61" fmla="*/ 4189327 w 12111540"/>
                <a:gd name="connsiteY61" fmla="*/ 2989405 h 3487639"/>
                <a:gd name="connsiteX62" fmla="*/ 3646817 w 12111540"/>
                <a:gd name="connsiteY62" fmla="*/ 3233878 h 3487639"/>
                <a:gd name="connsiteX63" fmla="*/ 2944040 w 12111540"/>
                <a:gd name="connsiteY63" fmla="*/ 3402396 h 3487639"/>
                <a:gd name="connsiteX64" fmla="*/ 1858211 w 12111540"/>
                <a:gd name="connsiteY64" fmla="*/ 3487569 h 3487639"/>
                <a:gd name="connsiteX65" fmla="*/ 1841817 w 12111540"/>
                <a:gd name="connsiteY65" fmla="*/ 3487640 h 3487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12111540" h="3487639">
                  <a:moveTo>
                    <a:pt x="1841817" y="3487640"/>
                  </a:moveTo>
                  <a:cubicBezTo>
                    <a:pt x="1548002" y="3487640"/>
                    <a:pt x="1248664" y="3390364"/>
                    <a:pt x="927250" y="3190535"/>
                  </a:cubicBezTo>
                  <a:cubicBezTo>
                    <a:pt x="641861" y="3013117"/>
                    <a:pt x="376385" y="2778019"/>
                    <a:pt x="142149" y="2570610"/>
                  </a:cubicBezTo>
                  <a:cubicBezTo>
                    <a:pt x="92948" y="2527038"/>
                    <a:pt x="46474" y="2485876"/>
                    <a:pt x="0" y="2445365"/>
                  </a:cubicBezTo>
                  <a:lnTo>
                    <a:pt x="2357" y="2442674"/>
                  </a:lnTo>
                  <a:cubicBezTo>
                    <a:pt x="48831" y="2483202"/>
                    <a:pt x="95306" y="2524364"/>
                    <a:pt x="144524" y="2567936"/>
                  </a:cubicBezTo>
                  <a:cubicBezTo>
                    <a:pt x="605836" y="2976423"/>
                    <a:pt x="1179146" y="3484069"/>
                    <a:pt x="1842186" y="3484069"/>
                  </a:cubicBezTo>
                  <a:cubicBezTo>
                    <a:pt x="1847534" y="3484069"/>
                    <a:pt x="1852776" y="3484033"/>
                    <a:pt x="1858141" y="3483963"/>
                  </a:cubicBezTo>
                  <a:cubicBezTo>
                    <a:pt x="2249530" y="3479741"/>
                    <a:pt x="2614675" y="3451104"/>
                    <a:pt x="2943460" y="3398843"/>
                  </a:cubicBezTo>
                  <a:cubicBezTo>
                    <a:pt x="5048888" y="3065766"/>
                    <a:pt x="5210229" y="1735112"/>
                    <a:pt x="5316986" y="854600"/>
                  </a:cubicBezTo>
                  <a:cubicBezTo>
                    <a:pt x="5345183" y="622035"/>
                    <a:pt x="5369529" y="421204"/>
                    <a:pt x="5423374" y="271368"/>
                  </a:cubicBezTo>
                  <a:cubicBezTo>
                    <a:pt x="5482372" y="107196"/>
                    <a:pt x="5572330" y="22198"/>
                    <a:pt x="5706511" y="3869"/>
                  </a:cubicBezTo>
                  <a:cubicBezTo>
                    <a:pt x="5804331" y="-9500"/>
                    <a:pt x="5906515" y="11820"/>
                    <a:pt x="6010211" y="67195"/>
                  </a:cubicBezTo>
                  <a:cubicBezTo>
                    <a:pt x="6090336" y="109992"/>
                    <a:pt x="6173504" y="173829"/>
                    <a:pt x="6264447" y="262344"/>
                  </a:cubicBezTo>
                  <a:cubicBezTo>
                    <a:pt x="6371820" y="367008"/>
                    <a:pt x="6474126" y="493132"/>
                    <a:pt x="6577225" y="647911"/>
                  </a:cubicBezTo>
                  <a:cubicBezTo>
                    <a:pt x="6673533" y="792505"/>
                    <a:pt x="6758688" y="944118"/>
                    <a:pt x="6830933" y="1074869"/>
                  </a:cubicBezTo>
                  <a:cubicBezTo>
                    <a:pt x="6959361" y="1308242"/>
                    <a:pt x="7079945" y="1550552"/>
                    <a:pt x="7196552" y="1784875"/>
                  </a:cubicBezTo>
                  <a:cubicBezTo>
                    <a:pt x="7240458" y="1873110"/>
                    <a:pt x="7285877" y="1964352"/>
                    <a:pt x="7331049" y="2053817"/>
                  </a:cubicBezTo>
                  <a:cubicBezTo>
                    <a:pt x="7488977" y="2367896"/>
                    <a:pt x="7652270" y="2692670"/>
                    <a:pt x="7860805" y="2982914"/>
                  </a:cubicBezTo>
                  <a:cubicBezTo>
                    <a:pt x="7994371" y="3169110"/>
                    <a:pt x="8146001" y="3351066"/>
                    <a:pt x="8349365" y="3421218"/>
                  </a:cubicBezTo>
                  <a:cubicBezTo>
                    <a:pt x="8453923" y="3457384"/>
                    <a:pt x="8560944" y="3456698"/>
                    <a:pt x="8667455" y="3419159"/>
                  </a:cubicBezTo>
                  <a:cubicBezTo>
                    <a:pt x="8981657" y="3308480"/>
                    <a:pt x="9236614" y="2897811"/>
                    <a:pt x="9388949" y="2652441"/>
                  </a:cubicBezTo>
                  <a:cubicBezTo>
                    <a:pt x="9395967" y="2641130"/>
                    <a:pt x="9402792" y="2630136"/>
                    <a:pt x="9409423" y="2619476"/>
                  </a:cubicBezTo>
                  <a:cubicBezTo>
                    <a:pt x="9604327" y="2304113"/>
                    <a:pt x="9777206" y="1969312"/>
                    <a:pt x="9944387" y="1645523"/>
                  </a:cubicBezTo>
                  <a:cubicBezTo>
                    <a:pt x="10108911" y="1326871"/>
                    <a:pt x="10279047" y="997365"/>
                    <a:pt x="10470221" y="686311"/>
                  </a:cubicBezTo>
                  <a:cubicBezTo>
                    <a:pt x="10477697" y="674139"/>
                    <a:pt x="10485665" y="661051"/>
                    <a:pt x="10494091" y="647207"/>
                  </a:cubicBezTo>
                  <a:cubicBezTo>
                    <a:pt x="10557135" y="543652"/>
                    <a:pt x="10643488" y="401819"/>
                    <a:pt x="10747659" y="276452"/>
                  </a:cubicBezTo>
                  <a:cubicBezTo>
                    <a:pt x="10804687" y="207813"/>
                    <a:pt x="10861223" y="151559"/>
                    <a:pt x="10915683" y="109201"/>
                  </a:cubicBezTo>
                  <a:cubicBezTo>
                    <a:pt x="10979414" y="59648"/>
                    <a:pt x="11042511" y="27387"/>
                    <a:pt x="11103216" y="13332"/>
                  </a:cubicBezTo>
                  <a:cubicBezTo>
                    <a:pt x="11188830" y="-6492"/>
                    <a:pt x="11272437" y="9163"/>
                    <a:pt x="11351717" y="59842"/>
                  </a:cubicBezTo>
                  <a:cubicBezTo>
                    <a:pt x="11427586" y="108181"/>
                    <a:pt x="11496716" y="180302"/>
                    <a:pt x="11563050" y="280322"/>
                  </a:cubicBezTo>
                  <a:cubicBezTo>
                    <a:pt x="11620958" y="367623"/>
                    <a:pt x="11669543" y="465409"/>
                    <a:pt x="11712429" y="551691"/>
                  </a:cubicBezTo>
                  <a:cubicBezTo>
                    <a:pt x="11718005" y="562896"/>
                    <a:pt x="11723512" y="573978"/>
                    <a:pt x="11728964" y="584919"/>
                  </a:cubicBezTo>
                  <a:cubicBezTo>
                    <a:pt x="11752043" y="631095"/>
                    <a:pt x="11775333" y="676848"/>
                    <a:pt x="11799995" y="725309"/>
                  </a:cubicBezTo>
                  <a:cubicBezTo>
                    <a:pt x="11912662" y="946616"/>
                    <a:pt x="12029182" y="1175434"/>
                    <a:pt x="12111541" y="1420980"/>
                  </a:cubicBezTo>
                  <a:lnTo>
                    <a:pt x="12108146" y="1422123"/>
                  </a:lnTo>
                  <a:cubicBezTo>
                    <a:pt x="12025857" y="1176841"/>
                    <a:pt x="11909408" y="948129"/>
                    <a:pt x="11796811" y="726945"/>
                  </a:cubicBezTo>
                  <a:cubicBezTo>
                    <a:pt x="11772131" y="678483"/>
                    <a:pt x="11748842" y="632713"/>
                    <a:pt x="11725763" y="586538"/>
                  </a:cubicBezTo>
                  <a:cubicBezTo>
                    <a:pt x="11720292" y="575596"/>
                    <a:pt x="11714787" y="564514"/>
                    <a:pt x="11709210" y="553309"/>
                  </a:cubicBezTo>
                  <a:cubicBezTo>
                    <a:pt x="11620097" y="373991"/>
                    <a:pt x="11519092" y="170750"/>
                    <a:pt x="11349783" y="62885"/>
                  </a:cubicBezTo>
                  <a:cubicBezTo>
                    <a:pt x="11271346" y="12734"/>
                    <a:pt x="11188671" y="-2763"/>
                    <a:pt x="11104026" y="16851"/>
                  </a:cubicBezTo>
                  <a:cubicBezTo>
                    <a:pt x="10992308" y="42726"/>
                    <a:pt x="10873343" y="130837"/>
                    <a:pt x="10750421" y="278774"/>
                  </a:cubicBezTo>
                  <a:cubicBezTo>
                    <a:pt x="10646425" y="403930"/>
                    <a:pt x="10560143" y="545640"/>
                    <a:pt x="10497152" y="649090"/>
                  </a:cubicBezTo>
                  <a:cubicBezTo>
                    <a:pt x="10488726" y="662933"/>
                    <a:pt x="10480757" y="676021"/>
                    <a:pt x="10473264" y="688193"/>
                  </a:cubicBezTo>
                  <a:cubicBezTo>
                    <a:pt x="10282178" y="999124"/>
                    <a:pt x="10112078" y="1328577"/>
                    <a:pt x="9947571" y="1647177"/>
                  </a:cubicBezTo>
                  <a:cubicBezTo>
                    <a:pt x="9780355" y="1971019"/>
                    <a:pt x="9607458" y="2305890"/>
                    <a:pt x="9412467" y="2621376"/>
                  </a:cubicBezTo>
                  <a:cubicBezTo>
                    <a:pt x="9405835" y="2632036"/>
                    <a:pt x="9398993" y="2643030"/>
                    <a:pt x="9391974" y="2654341"/>
                  </a:cubicBezTo>
                  <a:cubicBezTo>
                    <a:pt x="9311708" y="2783631"/>
                    <a:pt x="9211812" y="2944549"/>
                    <a:pt x="9090032" y="3091149"/>
                  </a:cubicBezTo>
                  <a:cubicBezTo>
                    <a:pt x="9023734" y="3170957"/>
                    <a:pt x="8957400" y="3238188"/>
                    <a:pt x="8892877" y="3290960"/>
                  </a:cubicBezTo>
                  <a:cubicBezTo>
                    <a:pt x="8817942" y="3352245"/>
                    <a:pt x="8742496" y="3396521"/>
                    <a:pt x="8668651" y="3422537"/>
                  </a:cubicBezTo>
                  <a:cubicBezTo>
                    <a:pt x="8561348" y="3460357"/>
                    <a:pt x="8453537" y="3461042"/>
                    <a:pt x="8348204" y="3424613"/>
                  </a:cubicBezTo>
                  <a:cubicBezTo>
                    <a:pt x="8143890" y="3354127"/>
                    <a:pt x="7991803" y="3171678"/>
                    <a:pt x="7857903" y="2985008"/>
                  </a:cubicBezTo>
                  <a:cubicBezTo>
                    <a:pt x="7649210" y="2694535"/>
                    <a:pt x="7485846" y="2369638"/>
                    <a:pt x="7327866" y="2055436"/>
                  </a:cubicBezTo>
                  <a:cubicBezTo>
                    <a:pt x="7282693" y="1965970"/>
                    <a:pt x="7237274" y="1874728"/>
                    <a:pt x="7193368" y="1786476"/>
                  </a:cubicBezTo>
                  <a:cubicBezTo>
                    <a:pt x="7076778" y="1552170"/>
                    <a:pt x="6956213" y="1309896"/>
                    <a:pt x="6827819" y="1076593"/>
                  </a:cubicBezTo>
                  <a:cubicBezTo>
                    <a:pt x="6670190" y="791309"/>
                    <a:pt x="6496660" y="493642"/>
                    <a:pt x="6261985" y="264895"/>
                  </a:cubicBezTo>
                  <a:cubicBezTo>
                    <a:pt x="6133064" y="139421"/>
                    <a:pt x="5935276" y="-23784"/>
                    <a:pt x="5707021" y="7404"/>
                  </a:cubicBezTo>
                  <a:cubicBezTo>
                    <a:pt x="5574300" y="25540"/>
                    <a:pt x="5485257" y="109799"/>
                    <a:pt x="5426768" y="272564"/>
                  </a:cubicBezTo>
                  <a:cubicBezTo>
                    <a:pt x="5373064" y="422013"/>
                    <a:pt x="5348737" y="622669"/>
                    <a:pt x="5320557" y="855022"/>
                  </a:cubicBezTo>
                  <a:cubicBezTo>
                    <a:pt x="5266518" y="1300661"/>
                    <a:pt x="5199287" y="1855255"/>
                    <a:pt x="4882183" y="2338731"/>
                  </a:cubicBezTo>
                  <a:cubicBezTo>
                    <a:pt x="4799578" y="2464679"/>
                    <a:pt x="4702531" y="2581340"/>
                    <a:pt x="4593733" y="2685494"/>
                  </a:cubicBezTo>
                  <a:cubicBezTo>
                    <a:pt x="4475560" y="2798618"/>
                    <a:pt x="4339497" y="2900854"/>
                    <a:pt x="4189327" y="2989405"/>
                  </a:cubicBezTo>
                  <a:cubicBezTo>
                    <a:pt x="4028197" y="3084394"/>
                    <a:pt x="3845660" y="3166648"/>
                    <a:pt x="3646817" y="3233878"/>
                  </a:cubicBezTo>
                  <a:cubicBezTo>
                    <a:pt x="3435309" y="3305384"/>
                    <a:pt x="3198857" y="3362078"/>
                    <a:pt x="2944040" y="3402396"/>
                  </a:cubicBezTo>
                  <a:cubicBezTo>
                    <a:pt x="2615097" y="3454675"/>
                    <a:pt x="2249777" y="3483330"/>
                    <a:pt x="1858211" y="3487569"/>
                  </a:cubicBezTo>
                  <a:cubicBezTo>
                    <a:pt x="1852741" y="3487604"/>
                    <a:pt x="1847270" y="3487640"/>
                    <a:pt x="1841817" y="3487640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3" name="任意多边形: 形状 770"/>
            <p:cNvSpPr/>
            <p:nvPr>
              <p:custDataLst>
                <p:tags r:id="rId31"/>
              </p:custDataLst>
            </p:nvPr>
          </p:nvSpPr>
          <p:spPr>
            <a:xfrm>
              <a:off x="0" y="1983176"/>
              <a:ext cx="12190575" cy="3623830"/>
            </a:xfrm>
            <a:custGeom>
              <a:avLst/>
              <a:gdLst>
                <a:gd name="connsiteX0" fmla="*/ 1911423 w 12190575"/>
                <a:gd name="connsiteY0" fmla="*/ 3623831 h 3623830"/>
                <a:gd name="connsiteX1" fmla="*/ 953513 w 12190575"/>
                <a:gd name="connsiteY1" fmla="*/ 3299550 h 3623830"/>
                <a:gd name="connsiteX2" fmla="*/ 143697 w 12190575"/>
                <a:gd name="connsiteY2" fmla="*/ 2637635 h 3623830"/>
                <a:gd name="connsiteX3" fmla="*/ 0 w 12190575"/>
                <a:gd name="connsiteY3" fmla="*/ 2506814 h 3623830"/>
                <a:gd name="connsiteX4" fmla="*/ 2357 w 12190575"/>
                <a:gd name="connsiteY4" fmla="*/ 2504193 h 3623830"/>
                <a:gd name="connsiteX5" fmla="*/ 146072 w 12190575"/>
                <a:gd name="connsiteY5" fmla="*/ 2635032 h 3623830"/>
                <a:gd name="connsiteX6" fmla="*/ 1911423 w 12190575"/>
                <a:gd name="connsiteY6" fmla="*/ 3620313 h 3623830"/>
                <a:gd name="connsiteX7" fmla="*/ 4843062 w 12190575"/>
                <a:gd name="connsiteY7" fmla="*/ 2653168 h 3623830"/>
                <a:gd name="connsiteX8" fmla="*/ 5427296 w 12190575"/>
                <a:gd name="connsiteY8" fmla="*/ 882680 h 3623830"/>
                <a:gd name="connsiteX9" fmla="*/ 5523674 w 12190575"/>
                <a:gd name="connsiteY9" fmla="*/ 281787 h 3623830"/>
                <a:gd name="connsiteX10" fmla="*/ 5800849 w 12190575"/>
                <a:gd name="connsiteY10" fmla="*/ 4578 h 3623830"/>
                <a:gd name="connsiteX11" fmla="*/ 6110389 w 12190575"/>
                <a:gd name="connsiteY11" fmla="*/ 68098 h 3623830"/>
                <a:gd name="connsiteX12" fmla="*/ 6368548 w 12190575"/>
                <a:gd name="connsiteY12" fmla="*/ 269175 h 3623830"/>
                <a:gd name="connsiteX13" fmla="*/ 6938640 w 12190575"/>
                <a:gd name="connsiteY13" fmla="*/ 1107487 h 3623830"/>
                <a:gd name="connsiteX14" fmla="*/ 7312773 w 12190575"/>
                <a:gd name="connsiteY14" fmla="*/ 1860116 h 3623830"/>
                <a:gd name="connsiteX15" fmla="*/ 7437666 w 12190575"/>
                <a:gd name="connsiteY15" fmla="*/ 2119699 h 3623830"/>
                <a:gd name="connsiteX16" fmla="*/ 7440058 w 12190575"/>
                <a:gd name="connsiteY16" fmla="*/ 2124642 h 3623830"/>
                <a:gd name="connsiteX17" fmla="*/ 7967739 w 12190575"/>
                <a:gd name="connsiteY17" fmla="*/ 3082060 h 3623830"/>
                <a:gd name="connsiteX18" fmla="*/ 8462419 w 12190575"/>
                <a:gd name="connsiteY18" fmla="*/ 3536687 h 3623830"/>
                <a:gd name="connsiteX19" fmla="*/ 8620980 w 12190575"/>
                <a:gd name="connsiteY19" fmla="*/ 3564498 h 3623830"/>
                <a:gd name="connsiteX20" fmla="*/ 9521757 w 12190575"/>
                <a:gd name="connsiteY20" fmla="*/ 2731991 h 3623830"/>
                <a:gd name="connsiteX21" fmla="*/ 9536163 w 12190575"/>
                <a:gd name="connsiteY21" fmla="*/ 2707962 h 3623830"/>
                <a:gd name="connsiteX22" fmla="*/ 10074962 w 12190575"/>
                <a:gd name="connsiteY22" fmla="*/ 1696981 h 3623830"/>
                <a:gd name="connsiteX23" fmla="*/ 10597700 w 12190575"/>
                <a:gd name="connsiteY23" fmla="*/ 712844 h 3623830"/>
                <a:gd name="connsiteX24" fmla="*/ 10617770 w 12190575"/>
                <a:gd name="connsiteY24" fmla="*/ 678929 h 3623830"/>
                <a:gd name="connsiteX25" fmla="*/ 11237696 w 12190575"/>
                <a:gd name="connsiteY25" fmla="*/ 18985 h 3623830"/>
                <a:gd name="connsiteX26" fmla="*/ 11490700 w 12190575"/>
                <a:gd name="connsiteY26" fmla="*/ 68062 h 3623830"/>
                <a:gd name="connsiteX27" fmla="*/ 11870058 w 12190575"/>
                <a:gd name="connsiteY27" fmla="*/ 614020 h 3623830"/>
                <a:gd name="connsiteX28" fmla="*/ 11870199 w 12190575"/>
                <a:gd name="connsiteY28" fmla="*/ 614337 h 3623830"/>
                <a:gd name="connsiteX29" fmla="*/ 12164735 w 12190575"/>
                <a:gd name="connsiteY29" fmla="*/ 1367088 h 3623830"/>
                <a:gd name="connsiteX30" fmla="*/ 12190575 w 12190575"/>
                <a:gd name="connsiteY30" fmla="*/ 1439157 h 3623830"/>
                <a:gd name="connsiteX31" fmla="*/ 12187268 w 12190575"/>
                <a:gd name="connsiteY31" fmla="*/ 1440353 h 3623830"/>
                <a:gd name="connsiteX32" fmla="*/ 12161428 w 12190575"/>
                <a:gd name="connsiteY32" fmla="*/ 1368285 h 3623830"/>
                <a:gd name="connsiteX33" fmla="*/ 11866998 w 12190575"/>
                <a:gd name="connsiteY33" fmla="*/ 615814 h 3623830"/>
                <a:gd name="connsiteX34" fmla="*/ 11866857 w 12190575"/>
                <a:gd name="connsiteY34" fmla="*/ 615497 h 3623830"/>
                <a:gd name="connsiteX35" fmla="*/ 11488783 w 12190575"/>
                <a:gd name="connsiteY35" fmla="*/ 71018 h 3623830"/>
                <a:gd name="connsiteX36" fmla="*/ 11238487 w 12190575"/>
                <a:gd name="connsiteY36" fmla="*/ 22415 h 3623830"/>
                <a:gd name="connsiteX37" fmla="*/ 10620813 w 12190575"/>
                <a:gd name="connsiteY37" fmla="*/ 680723 h 3623830"/>
                <a:gd name="connsiteX38" fmla="*/ 10600725 w 12190575"/>
                <a:gd name="connsiteY38" fmla="*/ 714638 h 3623830"/>
                <a:gd name="connsiteX39" fmla="*/ 10078110 w 12190575"/>
                <a:gd name="connsiteY39" fmla="*/ 1698547 h 3623830"/>
                <a:gd name="connsiteX40" fmla="*/ 9539189 w 12190575"/>
                <a:gd name="connsiteY40" fmla="*/ 2709774 h 3623830"/>
                <a:gd name="connsiteX41" fmla="*/ 9524783 w 12190575"/>
                <a:gd name="connsiteY41" fmla="*/ 2733803 h 3623830"/>
                <a:gd name="connsiteX42" fmla="*/ 8621086 w 12190575"/>
                <a:gd name="connsiteY42" fmla="*/ 3568051 h 3623830"/>
                <a:gd name="connsiteX43" fmla="*/ 8461259 w 12190575"/>
                <a:gd name="connsiteY43" fmla="*/ 3540012 h 3623830"/>
                <a:gd name="connsiteX44" fmla="*/ 8179406 w 12190575"/>
                <a:gd name="connsiteY44" fmla="*/ 3350844 h 3623830"/>
                <a:gd name="connsiteX45" fmla="*/ 7964854 w 12190575"/>
                <a:gd name="connsiteY45" fmla="*/ 3084083 h 3623830"/>
                <a:gd name="connsiteX46" fmla="*/ 7436891 w 12190575"/>
                <a:gd name="connsiteY46" fmla="*/ 2126190 h 3623830"/>
                <a:gd name="connsiteX47" fmla="*/ 7434499 w 12190575"/>
                <a:gd name="connsiteY47" fmla="*/ 2121247 h 3623830"/>
                <a:gd name="connsiteX48" fmla="*/ 7309589 w 12190575"/>
                <a:gd name="connsiteY48" fmla="*/ 1861646 h 3623830"/>
                <a:gd name="connsiteX49" fmla="*/ 6935526 w 12190575"/>
                <a:gd name="connsiteY49" fmla="*/ 1109158 h 3623830"/>
                <a:gd name="connsiteX50" fmla="*/ 6366068 w 12190575"/>
                <a:gd name="connsiteY50" fmla="*/ 271690 h 3623830"/>
                <a:gd name="connsiteX51" fmla="*/ 5801359 w 12190575"/>
                <a:gd name="connsiteY51" fmla="*/ 8079 h 3623830"/>
                <a:gd name="connsiteX52" fmla="*/ 5526999 w 12190575"/>
                <a:gd name="connsiteY52" fmla="*/ 282913 h 3623830"/>
                <a:gd name="connsiteX53" fmla="*/ 5430779 w 12190575"/>
                <a:gd name="connsiteY53" fmla="*/ 883067 h 3623830"/>
                <a:gd name="connsiteX54" fmla="*/ 5290846 w 12190575"/>
                <a:gd name="connsiteY54" fmla="*/ 1763403 h 3623830"/>
                <a:gd name="connsiteX55" fmla="*/ 4845735 w 12190575"/>
                <a:gd name="connsiteY55" fmla="*/ 2655454 h 3623830"/>
                <a:gd name="connsiteX56" fmla="*/ 4420484 w 12190575"/>
                <a:gd name="connsiteY56" fmla="*/ 3039385 h 3623830"/>
                <a:gd name="connsiteX57" fmla="*/ 3813153 w 12190575"/>
                <a:gd name="connsiteY57" fmla="*/ 3346446 h 3623830"/>
                <a:gd name="connsiteX58" fmla="*/ 2988544 w 12190575"/>
                <a:gd name="connsiteY58" fmla="*/ 3550092 h 3623830"/>
                <a:gd name="connsiteX59" fmla="*/ 1911423 w 12190575"/>
                <a:gd name="connsiteY59" fmla="*/ 3623831 h 3623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12190575" h="3623830">
                  <a:moveTo>
                    <a:pt x="1911423" y="3623831"/>
                  </a:moveTo>
                  <a:cubicBezTo>
                    <a:pt x="1604239" y="3623831"/>
                    <a:pt x="1290899" y="3517760"/>
                    <a:pt x="953513" y="3299550"/>
                  </a:cubicBezTo>
                  <a:cubicBezTo>
                    <a:pt x="659399" y="3109325"/>
                    <a:pt x="385426" y="2858731"/>
                    <a:pt x="143697" y="2637635"/>
                  </a:cubicBezTo>
                  <a:cubicBezTo>
                    <a:pt x="93969" y="2592146"/>
                    <a:pt x="46984" y="2549172"/>
                    <a:pt x="0" y="2506814"/>
                  </a:cubicBezTo>
                  <a:lnTo>
                    <a:pt x="2357" y="2504193"/>
                  </a:lnTo>
                  <a:cubicBezTo>
                    <a:pt x="49359" y="2546569"/>
                    <a:pt x="96343" y="2589543"/>
                    <a:pt x="146072" y="2635032"/>
                  </a:cubicBezTo>
                  <a:cubicBezTo>
                    <a:pt x="626012" y="3074004"/>
                    <a:pt x="1223299" y="3620313"/>
                    <a:pt x="1911423" y="3620313"/>
                  </a:cubicBezTo>
                  <a:cubicBezTo>
                    <a:pt x="3339669" y="3620313"/>
                    <a:pt x="4298617" y="3303947"/>
                    <a:pt x="4843062" y="2653168"/>
                  </a:cubicBezTo>
                  <a:cubicBezTo>
                    <a:pt x="5303564" y="2102725"/>
                    <a:pt x="5372167" y="1426245"/>
                    <a:pt x="5427296" y="882680"/>
                  </a:cubicBezTo>
                  <a:cubicBezTo>
                    <a:pt x="5451588" y="643150"/>
                    <a:pt x="5472574" y="436303"/>
                    <a:pt x="5523674" y="281787"/>
                  </a:cubicBezTo>
                  <a:cubicBezTo>
                    <a:pt x="5579665" y="112514"/>
                    <a:pt x="5667741" y="24420"/>
                    <a:pt x="5800849" y="4578"/>
                  </a:cubicBezTo>
                  <a:cubicBezTo>
                    <a:pt x="5900569" y="-10286"/>
                    <a:pt x="6004706" y="11087"/>
                    <a:pt x="6110389" y="68098"/>
                  </a:cubicBezTo>
                  <a:cubicBezTo>
                    <a:pt x="6191833" y="112039"/>
                    <a:pt x="6276268" y="177810"/>
                    <a:pt x="6368548" y="269175"/>
                  </a:cubicBezTo>
                  <a:cubicBezTo>
                    <a:pt x="6608289" y="506577"/>
                    <a:pt x="6781644" y="813479"/>
                    <a:pt x="6938640" y="1107487"/>
                  </a:cubicBezTo>
                  <a:cubicBezTo>
                    <a:pt x="7070639" y="1354687"/>
                    <a:pt x="7193738" y="1611632"/>
                    <a:pt x="7312773" y="1860116"/>
                  </a:cubicBezTo>
                  <a:cubicBezTo>
                    <a:pt x="7353565" y="1945272"/>
                    <a:pt x="7395748" y="2033330"/>
                    <a:pt x="7437666" y="2119699"/>
                  </a:cubicBezTo>
                  <a:lnTo>
                    <a:pt x="7440058" y="2124642"/>
                  </a:lnTo>
                  <a:cubicBezTo>
                    <a:pt x="7597176" y="2448343"/>
                    <a:pt x="7759642" y="2783056"/>
                    <a:pt x="7967739" y="3082060"/>
                  </a:cubicBezTo>
                  <a:cubicBezTo>
                    <a:pt x="8102025" y="3274993"/>
                    <a:pt x="8254886" y="3463581"/>
                    <a:pt x="8462419" y="3536687"/>
                  </a:cubicBezTo>
                  <a:cubicBezTo>
                    <a:pt x="8516545" y="3555756"/>
                    <a:pt x="8569476" y="3564498"/>
                    <a:pt x="8620980" y="3564498"/>
                  </a:cubicBezTo>
                  <a:cubicBezTo>
                    <a:pt x="9022837" y="3564498"/>
                    <a:pt x="9341207" y="3033264"/>
                    <a:pt x="9521757" y="2731991"/>
                  </a:cubicBezTo>
                  <a:cubicBezTo>
                    <a:pt x="9526665" y="2723811"/>
                    <a:pt x="9531467" y="2715790"/>
                    <a:pt x="9536163" y="2707962"/>
                  </a:cubicBezTo>
                  <a:cubicBezTo>
                    <a:pt x="9732878" y="2380286"/>
                    <a:pt x="9906778" y="2032908"/>
                    <a:pt x="10074962" y="1696981"/>
                  </a:cubicBezTo>
                  <a:cubicBezTo>
                    <a:pt x="10238536" y="1370219"/>
                    <a:pt x="10407687" y="1032323"/>
                    <a:pt x="10597700" y="712844"/>
                  </a:cubicBezTo>
                  <a:cubicBezTo>
                    <a:pt x="10604032" y="702184"/>
                    <a:pt x="10610734" y="690855"/>
                    <a:pt x="10617770" y="678929"/>
                  </a:cubicBezTo>
                  <a:cubicBezTo>
                    <a:pt x="10741185" y="470006"/>
                    <a:pt x="10970918" y="81132"/>
                    <a:pt x="11237696" y="18985"/>
                  </a:cubicBezTo>
                  <a:cubicBezTo>
                    <a:pt x="11324804" y="-1315"/>
                    <a:pt x="11409943" y="15203"/>
                    <a:pt x="11490700" y="68062"/>
                  </a:cubicBezTo>
                  <a:cubicBezTo>
                    <a:pt x="11674346" y="188258"/>
                    <a:pt x="11782862" y="424341"/>
                    <a:pt x="11870058" y="614020"/>
                  </a:cubicBezTo>
                  <a:lnTo>
                    <a:pt x="11870199" y="614337"/>
                  </a:lnTo>
                  <a:cubicBezTo>
                    <a:pt x="11982743" y="859197"/>
                    <a:pt x="12075269" y="1117391"/>
                    <a:pt x="12164735" y="1367088"/>
                  </a:cubicBezTo>
                  <a:cubicBezTo>
                    <a:pt x="12173354" y="1391117"/>
                    <a:pt x="12181956" y="1415146"/>
                    <a:pt x="12190575" y="1439157"/>
                  </a:cubicBezTo>
                  <a:lnTo>
                    <a:pt x="12187268" y="1440353"/>
                  </a:lnTo>
                  <a:cubicBezTo>
                    <a:pt x="12178649" y="1416342"/>
                    <a:pt x="12170029" y="1392313"/>
                    <a:pt x="12161428" y="1368285"/>
                  </a:cubicBezTo>
                  <a:cubicBezTo>
                    <a:pt x="12071980" y="1118657"/>
                    <a:pt x="11979489" y="860534"/>
                    <a:pt x="11866998" y="615814"/>
                  </a:cubicBezTo>
                  <a:lnTo>
                    <a:pt x="11866857" y="615497"/>
                  </a:lnTo>
                  <a:cubicBezTo>
                    <a:pt x="11779854" y="426223"/>
                    <a:pt x="11671584" y="190651"/>
                    <a:pt x="11488783" y="71018"/>
                  </a:cubicBezTo>
                  <a:cubicBezTo>
                    <a:pt x="11408852" y="18703"/>
                    <a:pt x="11324646" y="2344"/>
                    <a:pt x="11238487" y="22415"/>
                  </a:cubicBezTo>
                  <a:cubicBezTo>
                    <a:pt x="10973169" y="84210"/>
                    <a:pt x="10743947" y="472258"/>
                    <a:pt x="10620813" y="680723"/>
                  </a:cubicBezTo>
                  <a:cubicBezTo>
                    <a:pt x="10613760" y="692649"/>
                    <a:pt x="10607076" y="703995"/>
                    <a:pt x="10600725" y="714638"/>
                  </a:cubicBezTo>
                  <a:cubicBezTo>
                    <a:pt x="10410782" y="1034011"/>
                    <a:pt x="10241649" y="1371838"/>
                    <a:pt x="10078110" y="1698547"/>
                  </a:cubicBezTo>
                  <a:cubicBezTo>
                    <a:pt x="9909910" y="2034544"/>
                    <a:pt x="9735974" y="2381992"/>
                    <a:pt x="9539189" y="2709774"/>
                  </a:cubicBezTo>
                  <a:cubicBezTo>
                    <a:pt x="9534493" y="2717602"/>
                    <a:pt x="9529690" y="2725623"/>
                    <a:pt x="9524783" y="2733803"/>
                  </a:cubicBezTo>
                  <a:cubicBezTo>
                    <a:pt x="9343829" y="3035709"/>
                    <a:pt x="9024772" y="3568051"/>
                    <a:pt x="8621086" y="3568051"/>
                  </a:cubicBezTo>
                  <a:cubicBezTo>
                    <a:pt x="8569177" y="3568051"/>
                    <a:pt x="8515860" y="3559256"/>
                    <a:pt x="8461259" y="3540012"/>
                  </a:cubicBezTo>
                  <a:cubicBezTo>
                    <a:pt x="8364212" y="3505834"/>
                    <a:pt x="8272020" y="3443950"/>
                    <a:pt x="8179406" y="3350844"/>
                  </a:cubicBezTo>
                  <a:cubicBezTo>
                    <a:pt x="8094672" y="3265653"/>
                    <a:pt x="8023396" y="3168183"/>
                    <a:pt x="7964854" y="3084083"/>
                  </a:cubicBezTo>
                  <a:cubicBezTo>
                    <a:pt x="7756582" y="2784850"/>
                    <a:pt x="7594063" y="2450015"/>
                    <a:pt x="7436891" y="2126190"/>
                  </a:cubicBezTo>
                  <a:lnTo>
                    <a:pt x="7434499" y="2121247"/>
                  </a:lnTo>
                  <a:cubicBezTo>
                    <a:pt x="7392564" y="2034860"/>
                    <a:pt x="7350381" y="1946802"/>
                    <a:pt x="7309589" y="1861646"/>
                  </a:cubicBezTo>
                  <a:cubicBezTo>
                    <a:pt x="7190571" y="1613198"/>
                    <a:pt x="7067490" y="1356270"/>
                    <a:pt x="6935526" y="1109158"/>
                  </a:cubicBezTo>
                  <a:cubicBezTo>
                    <a:pt x="6778654" y="815396"/>
                    <a:pt x="6605458" y="508740"/>
                    <a:pt x="6366068" y="271690"/>
                  </a:cubicBezTo>
                  <a:cubicBezTo>
                    <a:pt x="6235018" y="141925"/>
                    <a:pt x="6033906" y="-26610"/>
                    <a:pt x="5801359" y="8079"/>
                  </a:cubicBezTo>
                  <a:cubicBezTo>
                    <a:pt x="5669711" y="27710"/>
                    <a:pt x="5582533" y="115047"/>
                    <a:pt x="5526999" y="282913"/>
                  </a:cubicBezTo>
                  <a:cubicBezTo>
                    <a:pt x="5476004" y="437059"/>
                    <a:pt x="5455054" y="643748"/>
                    <a:pt x="5430779" y="883067"/>
                  </a:cubicBezTo>
                  <a:cubicBezTo>
                    <a:pt x="5403531" y="1151727"/>
                    <a:pt x="5372642" y="1456237"/>
                    <a:pt x="5290846" y="1763403"/>
                  </a:cubicBezTo>
                  <a:cubicBezTo>
                    <a:pt x="5196209" y="2118767"/>
                    <a:pt x="5050612" y="2410559"/>
                    <a:pt x="4845735" y="2655454"/>
                  </a:cubicBezTo>
                  <a:cubicBezTo>
                    <a:pt x="4725451" y="2799222"/>
                    <a:pt x="4582388" y="2928407"/>
                    <a:pt x="4420484" y="3039385"/>
                  </a:cubicBezTo>
                  <a:cubicBezTo>
                    <a:pt x="4244315" y="3160145"/>
                    <a:pt x="4039983" y="3263454"/>
                    <a:pt x="3813153" y="3346446"/>
                  </a:cubicBezTo>
                  <a:cubicBezTo>
                    <a:pt x="3569348" y="3435630"/>
                    <a:pt x="3291911" y="3504145"/>
                    <a:pt x="2988544" y="3550092"/>
                  </a:cubicBezTo>
                  <a:cubicBezTo>
                    <a:pt x="2665353" y="3599011"/>
                    <a:pt x="2302953" y="3623831"/>
                    <a:pt x="1911423" y="362383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7" name="标题 1"/>
          <p:cNvSpPr txBox="1"/>
          <p:nvPr>
            <p:custDataLst>
              <p:tags r:id="rId32"/>
            </p:custDataLst>
          </p:nvPr>
        </p:nvSpPr>
        <p:spPr>
          <a:xfrm>
            <a:off x="5293360" y="2796540"/>
            <a:ext cx="6842760" cy="83629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zh-CN" altLang="en-US" sz="5000" b="1" spc="200" dirty="0">
                <a:ln w="12700">
                  <a:noFill/>
                </a:ln>
                <a:gradFill>
                  <a:gsLst>
                    <a:gs pos="100000">
                      <a:srgbClr val="FAFE41"/>
                    </a:gs>
                    <a:gs pos="69000">
                      <a:srgbClr val="50B99A"/>
                    </a:gs>
                    <a:gs pos="0">
                      <a:srgbClr val="033091"/>
                    </a:gs>
                  </a:gsLst>
                  <a:lin ang="1644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背景介绍</a:t>
            </a:r>
            <a:endParaRPr kumimoji="1" lang="zh-CN" altLang="en-US" sz="5000" b="1" spc="200" dirty="0">
              <a:ln w="12700">
                <a:noFill/>
              </a:ln>
              <a:gradFill>
                <a:gsLst>
                  <a:gs pos="100000">
                    <a:srgbClr val="FAFE41"/>
                  </a:gs>
                  <a:gs pos="69000">
                    <a:srgbClr val="50B99A"/>
                  </a:gs>
                  <a:gs pos="0">
                    <a:srgbClr val="033091"/>
                  </a:gs>
                </a:gsLst>
                <a:lin ang="1644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5321935" y="2313940"/>
            <a:ext cx="1414145" cy="317500"/>
          </a:xfrm>
          <a:prstGeom prst="roundRect">
            <a:avLst>
              <a:gd name="adj" fmla="val 50000"/>
            </a:avLst>
          </a:prstGeom>
          <a:gradFill>
            <a:gsLst>
              <a:gs pos="56000">
                <a:srgbClr val="53A3A2"/>
              </a:gs>
              <a:gs pos="11000">
                <a:srgbClr val="0E4F92"/>
              </a:gs>
              <a:gs pos="100000">
                <a:srgbClr val="99D06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9" name="标题 1"/>
          <p:cNvSpPr txBox="1"/>
          <p:nvPr>
            <p:custDataLst>
              <p:tags r:id="rId33"/>
            </p:custDataLst>
          </p:nvPr>
        </p:nvSpPr>
        <p:spPr>
          <a:xfrm>
            <a:off x="5293360" y="2323465"/>
            <a:ext cx="1469390" cy="4356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sz="1600" b="1" dirty="0">
                <a:ln w="12700"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</a:t>
            </a:r>
            <a:r>
              <a:rPr kumimoji="1" lang="en-US" altLang="zh-CN" sz="1600" b="1" dirty="0">
                <a:ln w="12700"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ONE</a:t>
            </a:r>
            <a:endParaRPr kumimoji="1" lang="en-US" sz="1600" b="1" dirty="0">
              <a:ln w="12700"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307330" y="3738245"/>
            <a:ext cx="4528185" cy="74930"/>
            <a:chOff x="8358" y="6086"/>
            <a:chExt cx="7131" cy="118"/>
          </a:xfrm>
        </p:grpSpPr>
        <p:sp>
          <p:nvSpPr>
            <p:cNvPr id="11" name="矩形 10"/>
            <p:cNvSpPr/>
            <p:nvPr/>
          </p:nvSpPr>
          <p:spPr>
            <a:xfrm>
              <a:off x="8358" y="6086"/>
              <a:ext cx="1137" cy="119"/>
            </a:xfrm>
            <a:prstGeom prst="rect">
              <a:avLst/>
            </a:prstGeom>
            <a:solidFill>
              <a:srgbClr val="1C4CA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9109" y="6148"/>
              <a:ext cx="6380" cy="0"/>
            </a:xfrm>
            <a:prstGeom prst="line">
              <a:avLst/>
            </a:prstGeom>
            <a:ln>
              <a:gradFill>
                <a:gsLst>
                  <a:gs pos="0">
                    <a:srgbClr val="033091"/>
                  </a:gs>
                  <a:gs pos="100000">
                    <a:schemeClr val="accent1">
                      <a:alpha val="0"/>
                    </a:schemeClr>
                  </a:gs>
                </a:gsLst>
                <a:lin ang="1260000" scaled="1"/>
              </a:gra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0" y="380494"/>
            <a:ext cx="4964071" cy="6477505"/>
            <a:chOff x="6840499" y="0"/>
            <a:chExt cx="5351501" cy="685800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4" cstate="email"/>
            <a:stretch>
              <a:fillRect/>
            </a:stretch>
          </p:blipFill>
          <p:spPr>
            <a:xfrm>
              <a:off x="7658100" y="0"/>
              <a:ext cx="4533900" cy="6858000"/>
            </a:xfrm>
            <a:prstGeom prst="rect">
              <a:avLst/>
            </a:prstGeom>
          </p:spPr>
        </p:pic>
        <p:grpSp>
          <p:nvGrpSpPr>
            <p:cNvPr id="4" name="组合 3"/>
            <p:cNvGrpSpPr/>
            <p:nvPr/>
          </p:nvGrpSpPr>
          <p:grpSpPr>
            <a:xfrm>
              <a:off x="6840499" y="0"/>
              <a:ext cx="1709136" cy="6858000"/>
              <a:chOff x="6840499" y="0"/>
              <a:chExt cx="1709136" cy="6858000"/>
            </a:xfrm>
          </p:grpSpPr>
          <p:sp>
            <p:nvSpPr>
              <p:cNvPr id="5" name="平行四边形 4"/>
              <p:cNvSpPr/>
              <p:nvPr/>
            </p:nvSpPr>
            <p:spPr>
              <a:xfrm>
                <a:off x="7045271" y="0"/>
                <a:ext cx="1318220" cy="6858000"/>
              </a:xfrm>
              <a:prstGeom prst="parallelogram">
                <a:avLst>
                  <a:gd name="adj" fmla="val 43266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平行四边形 9"/>
              <p:cNvSpPr/>
              <p:nvPr/>
            </p:nvSpPr>
            <p:spPr>
              <a:xfrm>
                <a:off x="6840499" y="0"/>
                <a:ext cx="1318220" cy="6858000"/>
              </a:xfrm>
              <a:prstGeom prst="parallelogram">
                <a:avLst>
                  <a:gd name="adj" fmla="val 43266"/>
                </a:avLst>
              </a:prstGeom>
              <a:solidFill>
                <a:srgbClr val="C00000">
                  <a:alpha val="4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" name="平行四边形 44"/>
              <p:cNvSpPr/>
              <p:nvPr/>
            </p:nvSpPr>
            <p:spPr>
              <a:xfrm>
                <a:off x="7231415" y="0"/>
                <a:ext cx="1318220" cy="6858000"/>
              </a:xfrm>
              <a:prstGeom prst="parallelogram">
                <a:avLst>
                  <a:gd name="adj" fmla="val 43266"/>
                </a:avLst>
              </a:prstGeom>
              <a:solidFill>
                <a:srgbClr val="C00000">
                  <a:alpha val="4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46" name="标题 1"/>
          <p:cNvSpPr txBox="1"/>
          <p:nvPr>
            <p:custDataLst>
              <p:tags r:id="rId35"/>
            </p:custDataLst>
          </p:nvPr>
        </p:nvSpPr>
        <p:spPr>
          <a:xfrm>
            <a:off x="-478682" y="1477391"/>
            <a:ext cx="5193030" cy="57169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sz="20000" b="1" dirty="0">
                <a:ln w="41275"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0000">
                        <a:schemeClr val="bg1">
                          <a:alpha val="0"/>
                        </a:schemeClr>
                      </a:gs>
                    </a:gsLst>
                    <a:lin ang="6000000" scaled="1"/>
                  </a:gradFill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kumimoji="1" lang="en-US" sz="20000" b="1" dirty="0">
              <a:ln w="41275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0000">
                      <a:schemeClr val="bg1">
                        <a:alpha val="0"/>
                      </a:schemeClr>
                    </a:gs>
                  </a:gsLst>
                  <a:lin ang="6000000" scaled="1"/>
                </a:gradFill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背景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0"/>
            <a:ext cx="12192000" cy="6852285"/>
          </a:xfrm>
          <a:prstGeom prst="rect">
            <a:avLst/>
          </a:prstGeom>
        </p:spPr>
      </p:pic>
      <p:cxnSp>
        <p:nvCxnSpPr>
          <p:cNvPr id="2" name="26"/>
          <p:cNvCxnSpPr/>
          <p:nvPr>
            <p:custDataLst>
              <p:tags r:id="rId2"/>
            </p:custDataLst>
          </p:nvPr>
        </p:nvCxnSpPr>
        <p:spPr>
          <a:xfrm>
            <a:off x="3096640" y="450188"/>
            <a:ext cx="3183563" cy="0"/>
          </a:xfrm>
          <a:prstGeom prst="line">
            <a:avLst/>
          </a:prstGeom>
          <a:ln w="12700">
            <a:gradFill>
              <a:gsLst>
                <a:gs pos="34000">
                  <a:srgbClr val="3884C0"/>
                </a:gs>
                <a:gs pos="100000">
                  <a:srgbClr val="50B99A">
                    <a:alpha val="0"/>
                  </a:srgbClr>
                </a:gs>
              </a:gsLst>
              <a:lin ang="0" scaled="0"/>
            </a:gra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19860" y="246745"/>
            <a:ext cx="406400" cy="406400"/>
            <a:chOff x="1061" y="-1328"/>
            <a:chExt cx="640" cy="640"/>
          </a:xfrm>
        </p:grpSpPr>
        <p:sp>
          <p:nvSpPr>
            <p:cNvPr id="4" name="27"/>
            <p:cNvSpPr/>
            <p:nvPr>
              <p:custDataLst>
                <p:tags r:id="rId3"/>
              </p:custDataLst>
            </p:nvPr>
          </p:nvSpPr>
          <p:spPr>
            <a:xfrm>
              <a:off x="1061" y="-1328"/>
              <a:ext cx="641" cy="641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rgbClr val="0E4F92"/>
                  </a:gs>
                  <a:gs pos="100000">
                    <a:srgbClr val="50B99A"/>
                  </a:gs>
                </a:gsLst>
                <a:path path="circle">
                  <a:fillToRect r="100000" b="100000"/>
                </a:path>
                <a:tileRect l="-100000" t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" name="28"/>
            <p:cNvSpPr/>
            <p:nvPr>
              <p:custDataLst>
                <p:tags r:id="rId4"/>
              </p:custDataLst>
            </p:nvPr>
          </p:nvSpPr>
          <p:spPr>
            <a:xfrm>
              <a:off x="1146" y="-1243"/>
              <a:ext cx="471" cy="471"/>
            </a:xfrm>
            <a:custGeom>
              <a:avLst/>
              <a:gdLst>
                <a:gd name="connsiteX0" fmla="*/ 203577 w 407154"/>
                <a:gd name="connsiteY0" fmla="*/ 0 h 407154"/>
                <a:gd name="connsiteX1" fmla="*/ 407154 w 407154"/>
                <a:gd name="connsiteY1" fmla="*/ 203577 h 407154"/>
                <a:gd name="connsiteX2" fmla="*/ 203577 w 407154"/>
                <a:gd name="connsiteY2" fmla="*/ 407154 h 407154"/>
                <a:gd name="connsiteX3" fmla="*/ 0 w 407154"/>
                <a:gd name="connsiteY3" fmla="*/ 203577 h 407154"/>
                <a:gd name="connsiteX4" fmla="*/ 203577 w 407154"/>
                <a:gd name="connsiteY4" fmla="*/ 0 h 407154"/>
                <a:gd name="connsiteX5" fmla="*/ 203576 w 407154"/>
                <a:gd name="connsiteY5" fmla="*/ 113987 h 407154"/>
                <a:gd name="connsiteX6" fmla="*/ 113987 w 407154"/>
                <a:gd name="connsiteY6" fmla="*/ 203576 h 407154"/>
                <a:gd name="connsiteX7" fmla="*/ 203576 w 407154"/>
                <a:gd name="connsiteY7" fmla="*/ 293165 h 407154"/>
                <a:gd name="connsiteX8" fmla="*/ 293165 w 407154"/>
                <a:gd name="connsiteY8" fmla="*/ 203576 h 407154"/>
                <a:gd name="connsiteX9" fmla="*/ 203576 w 407154"/>
                <a:gd name="connsiteY9" fmla="*/ 113987 h 407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154" h="407154">
                  <a:moveTo>
                    <a:pt x="203577" y="0"/>
                  </a:moveTo>
                  <a:cubicBezTo>
                    <a:pt x="316009" y="0"/>
                    <a:pt x="407154" y="91145"/>
                    <a:pt x="407154" y="203577"/>
                  </a:cubicBezTo>
                  <a:cubicBezTo>
                    <a:pt x="407154" y="316009"/>
                    <a:pt x="316009" y="407154"/>
                    <a:pt x="203577" y="407154"/>
                  </a:cubicBezTo>
                  <a:cubicBezTo>
                    <a:pt x="91145" y="407154"/>
                    <a:pt x="0" y="316009"/>
                    <a:pt x="0" y="203577"/>
                  </a:cubicBezTo>
                  <a:cubicBezTo>
                    <a:pt x="0" y="91145"/>
                    <a:pt x="91145" y="0"/>
                    <a:pt x="203577" y="0"/>
                  </a:cubicBezTo>
                  <a:close/>
                  <a:moveTo>
                    <a:pt x="203576" y="113987"/>
                  </a:moveTo>
                  <a:cubicBezTo>
                    <a:pt x="154097" y="113987"/>
                    <a:pt x="113987" y="154097"/>
                    <a:pt x="113987" y="203576"/>
                  </a:cubicBezTo>
                  <a:cubicBezTo>
                    <a:pt x="113987" y="253055"/>
                    <a:pt x="154097" y="293165"/>
                    <a:pt x="203576" y="293165"/>
                  </a:cubicBezTo>
                  <a:cubicBezTo>
                    <a:pt x="253055" y="293165"/>
                    <a:pt x="293165" y="253055"/>
                    <a:pt x="293165" y="203576"/>
                  </a:cubicBezTo>
                  <a:cubicBezTo>
                    <a:pt x="293165" y="154097"/>
                    <a:pt x="253055" y="113987"/>
                    <a:pt x="203576" y="113987"/>
                  </a:cubicBezTo>
                  <a:close/>
                </a:path>
              </a:pathLst>
            </a:custGeom>
            <a:gradFill>
              <a:gsLst>
                <a:gs pos="60000">
                  <a:srgbClr val="0E4F92"/>
                </a:gs>
                <a:gs pos="100000">
                  <a:srgbClr val="50B99A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0" name="29"/>
          <p:cNvSpPr txBox="1"/>
          <p:nvPr>
            <p:custDataLst>
              <p:tags r:id="rId5"/>
            </p:custDataLst>
          </p:nvPr>
        </p:nvSpPr>
        <p:spPr>
          <a:xfrm>
            <a:off x="572634" y="212381"/>
            <a:ext cx="1452880" cy="47561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defTabSz="348615">
              <a:defRPr sz="3200">
                <a:gradFill flip="none" rotWithShape="1">
                  <a:gsLst>
                    <a:gs pos="81000">
                      <a:schemeClr val="accent1">
                        <a:lumMod val="10000"/>
                        <a:lumOff val="90000"/>
                      </a:schemeClr>
                    </a:gs>
                    <a:gs pos="0">
                      <a:schemeClr val="accent2">
                        <a:lumMod val="10000"/>
                        <a:lumOff val="90000"/>
                      </a:schemeClr>
                    </a:gs>
                    <a:gs pos="33000">
                      <a:schemeClr val="bg1">
                        <a:lumMod val="91000"/>
                        <a:lumOff val="9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50800" dist="76200" dir="5400000" algn="t" rotWithShape="0">
                    <a:prstClr val="black">
                      <a:alpha val="5000"/>
                    </a:prstClr>
                  </a:outerShdw>
                </a:effectLst>
                <a:latin typeface="MiSans Demibold" panose="00000700000000000000" pitchFamily="2" charset="-122"/>
                <a:ea typeface="MiSans Demibold" panose="00000700000000000000" pitchFamily="2" charset="-122"/>
                <a:cs typeface="阿里巴巴普惠体 2.0 115 Black" panose="00020600040101010101" pitchFamily="18" charset="-122"/>
              </a:defRPr>
            </a:lvl1pPr>
          </a:lstStyle>
          <a:p>
            <a:pPr algn="l"/>
            <a:r>
              <a:rPr lang="zh-CN" altLang="en-US" sz="2500" b="1" dirty="0">
                <a:solidFill>
                  <a:srgbClr val="052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产业背景</a:t>
            </a:r>
            <a:endParaRPr lang="zh-CN" altLang="en-US" sz="2500" b="1" dirty="0">
              <a:solidFill>
                <a:srgbClr val="052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781050" y="1409700"/>
            <a:ext cx="2594610" cy="304800"/>
            <a:chOff x="1230" y="2220"/>
            <a:chExt cx="4086" cy="480"/>
          </a:xfrm>
        </p:grpSpPr>
        <p:pic>
          <p:nvPicPr>
            <p:cNvPr id="45" name="Image 7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30" y="2250"/>
              <a:ext cx="300" cy="420"/>
            </a:xfrm>
            <a:prstGeom prst="rect">
              <a:avLst/>
            </a:prstGeom>
          </p:spPr>
        </p:pic>
        <p:sp>
          <p:nvSpPr>
            <p:cNvPr id="92" name="Text 1"/>
            <p:cNvSpPr/>
            <p:nvPr/>
          </p:nvSpPr>
          <p:spPr>
            <a:xfrm>
              <a:off x="1860" y="2220"/>
              <a:ext cx="3456" cy="48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400"/>
                </a:lnSpc>
                <a:buNone/>
              </a:pPr>
              <a:r>
                <a:rPr lang="en-US" sz="1800" b="1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全球视障人群规模</a:t>
              </a:r>
              <a:endParaRPr 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endParaRPr>
            </a:p>
          </p:txBody>
        </p:sp>
      </p:grpSp>
      <p:pic>
        <p:nvPicPr>
          <p:cNvPr id="9" name="图片 8" descr="post_object_image_3318887682"/>
          <p:cNvPicPr>
            <a:picLocks noChangeAspect="1"/>
          </p:cNvPicPr>
          <p:nvPr/>
        </p:nvPicPr>
        <p:blipFill>
          <a:blip r:embed="rId7"/>
          <a:srcRect t="6273" b="6273"/>
          <a:stretch>
            <a:fillRect/>
          </a:stretch>
        </p:blipFill>
        <p:spPr>
          <a:xfrm>
            <a:off x="685775" y="1867461"/>
            <a:ext cx="5478977" cy="2930773"/>
          </a:xfrm>
          <a:prstGeom prst="rect">
            <a:avLst/>
          </a:prstGeom>
        </p:spPr>
      </p:pic>
      <p:pic>
        <p:nvPicPr>
          <p:cNvPr id="69" name="Image 1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6021" y="1485831"/>
            <a:ext cx="142875" cy="266700"/>
          </a:xfrm>
          <a:prstGeom prst="rect">
            <a:avLst/>
          </a:prstGeom>
        </p:spPr>
      </p:pic>
      <p:sp>
        <p:nvSpPr>
          <p:cNvPr id="70" name="Text 11"/>
          <p:cNvSpPr/>
          <p:nvPr/>
        </p:nvSpPr>
        <p:spPr>
          <a:xfrm>
            <a:off x="8262258" y="1466781"/>
            <a:ext cx="2413977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全球</a:t>
            </a:r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助视</a:t>
            </a:r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" panose="020B0200000000000000" pitchFamily="34" charset="-122"/>
                <a:ea typeface="Noto Sans SC" panose="020B0200000000000000" pitchFamily="34" charset="-122"/>
                <a:cs typeface="Arial" panose="020B0604020202020204" pitchFamily="34" charset="0"/>
              </a:rPr>
              <a:t>器具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" panose="020B0200000000000000" pitchFamily="34" charset="-122"/>
                <a:ea typeface="Noto Sans SC" panose="020B0200000000000000" pitchFamily="34" charset="-122"/>
                <a:cs typeface="Arial" panose="020B0604020202020204" pitchFamily="34" charset="0"/>
              </a:rPr>
              <a:t>市场</a:t>
            </a:r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" panose="020B0200000000000000" pitchFamily="34" charset="-122"/>
                <a:ea typeface="Noto Sans SC" panose="020B0200000000000000" pitchFamily="34" charset="-122"/>
                <a:cs typeface="Arial" panose="020B0604020202020204" pitchFamily="34" charset="0"/>
              </a:rPr>
              <a:t>规模</a:t>
            </a:r>
            <a:endParaRPr lang="en-US" b="1">
              <a:latin typeface="Noto Sans SC" panose="020B0200000000000000" pitchFamily="34" charset="-122"/>
              <a:ea typeface="Noto Sans SC" panose="020B0200000000000000" pitchFamily="34" charset="-122"/>
              <a:cs typeface="Arial" panose="020B0604020202020204" pitchFamily="34" charset="0"/>
            </a:endParaRPr>
          </a:p>
        </p:txBody>
      </p:sp>
      <p:grpSp>
        <p:nvGrpSpPr>
          <p:cNvPr id="80" name="组合 79"/>
          <p:cNvGrpSpPr/>
          <p:nvPr userDrawn="1"/>
        </p:nvGrpSpPr>
        <p:grpSpPr>
          <a:xfrm>
            <a:off x="7577543" y="4877705"/>
            <a:ext cx="3440951" cy="1347708"/>
            <a:chOff x="1260" y="7440"/>
            <a:chExt cx="4104" cy="1420"/>
          </a:xfrm>
        </p:grpSpPr>
        <p:sp>
          <p:nvSpPr>
            <p:cNvPr id="81" name="Text 2"/>
            <p:cNvSpPr/>
            <p:nvPr/>
          </p:nvSpPr>
          <p:spPr>
            <a:xfrm>
              <a:off x="1260" y="7440"/>
              <a:ext cx="4104" cy="36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altLang="zh-CN" sz="1600" dirty="0">
                  <a:solidFill>
                    <a:schemeClr val="tx1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2024</a:t>
              </a:r>
              <a:r>
                <a:rPr lang="zh-CN" altLang="en-US" sz="1600" dirty="0">
                  <a:solidFill>
                    <a:schemeClr val="tx1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年规模约</a:t>
              </a:r>
              <a:r>
                <a:rPr lang="en-US" sz="1600" b="1" dirty="0">
                  <a:solidFill>
                    <a:srgbClr val="581C87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  <a:sym typeface="+mn-ea"/>
                </a:rPr>
                <a:t>57亿</a:t>
              </a:r>
              <a:r>
                <a:rPr lang="zh-CN" altLang="en-US" sz="1600" dirty="0">
                  <a:solidFill>
                    <a:schemeClr val="tx1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美元</a:t>
              </a:r>
              <a:endParaRPr lang="en-US" sz="1600" dirty="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endParaRPr>
            </a:p>
          </p:txBody>
        </p:sp>
        <p:sp>
          <p:nvSpPr>
            <p:cNvPr id="82" name="Text 3"/>
            <p:cNvSpPr/>
            <p:nvPr/>
          </p:nvSpPr>
          <p:spPr>
            <a:xfrm>
              <a:off x="1260" y="7927"/>
              <a:ext cx="3842" cy="36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zh-CN" altLang="en-US" sz="1600" dirty="0">
                  <a:solidFill>
                    <a:schemeClr val="tx1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预计</a:t>
              </a:r>
              <a:r>
                <a:rPr lang="en-US" altLang="zh-CN" sz="1600" dirty="0">
                  <a:solidFill>
                    <a:schemeClr val="tx1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Arial" panose="020B0604020202020204" pitchFamily="34" charset="0"/>
                </a:rPr>
                <a:t>2034</a:t>
              </a:r>
              <a:r>
                <a:rPr lang="zh-CN" altLang="en-US" sz="1600" dirty="0">
                  <a:solidFill>
                    <a:schemeClr val="tx1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Arial" panose="020B0604020202020204" pitchFamily="34" charset="0"/>
                </a:rPr>
                <a:t>年规模将到达</a:t>
              </a:r>
              <a:r>
                <a:rPr lang="en-US" sz="1600" b="1" dirty="0">
                  <a:solidFill>
                    <a:srgbClr val="581C87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  <a:sym typeface="+mn-ea"/>
                </a:rPr>
                <a:t>210亿</a:t>
              </a:r>
              <a:r>
                <a:rPr lang="zh-CN" altLang="en-US" sz="1600" dirty="0">
                  <a:solidFill>
                    <a:schemeClr val="tx1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Arial" panose="020B0604020202020204" pitchFamily="34" charset="0"/>
                </a:rPr>
                <a:t>美元</a:t>
              </a:r>
              <a:endParaRPr lang="en-US" sz="1600" dirty="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endParaRPr>
            </a:p>
          </p:txBody>
        </p:sp>
        <p:sp>
          <p:nvSpPr>
            <p:cNvPr id="83" name="Text 4"/>
            <p:cNvSpPr/>
            <p:nvPr/>
          </p:nvSpPr>
          <p:spPr>
            <a:xfrm>
              <a:off x="1260" y="8500"/>
              <a:ext cx="4104" cy="36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zh-CN" altLang="en-US" sz="1600" dirty="0">
                  <a:solidFill>
                    <a:srgbClr val="000000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年均</a:t>
              </a:r>
              <a:r>
                <a:rPr lang="zh-CN" altLang="en-US" sz="1600" dirty="0">
                  <a:solidFill>
                    <a:srgbClr val="000000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Noto Sans SC" panose="020B0200000000000000" pitchFamily="34" charset="-122"/>
                  <a:ea typeface="Noto Sans SC" panose="020B0200000000000000" pitchFamily="34" charset="-122"/>
                  <a:cs typeface="Arial" panose="020B0604020202020204" pitchFamily="34" charset="0"/>
                </a:rPr>
                <a:t>增速为</a:t>
              </a:r>
              <a:r>
                <a:rPr lang="en-US" sz="1600" b="1" dirty="0">
                  <a:solidFill>
                    <a:srgbClr val="581C87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  <a:sym typeface="+mn-ea"/>
                </a:rPr>
                <a:t>13.9%</a:t>
              </a:r>
              <a:endParaRPr lang="en-US" sz="1600" dirty="0">
                <a:solidFill>
                  <a:srgbClr val="000000"/>
                </a:solidFill>
                <a:effectLst>
                  <a:reflection blurRad="6350" stA="53000" endA="300" endPos="35500" dir="5400000" sy="-90000" algn="bl" rotWithShape="0"/>
                </a:effectLs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endParaRPr>
            </a:p>
          </p:txBody>
        </p:sp>
      </p:grpSp>
      <p:pic>
        <p:nvPicPr>
          <p:cNvPr id="85" name="图片 84" descr="post_object_image_3593862136"/>
          <p:cNvPicPr>
            <a:picLocks noChangeAspect="1"/>
          </p:cNvPicPr>
          <p:nvPr/>
        </p:nvPicPr>
        <p:blipFill>
          <a:blip r:embed="rId9"/>
          <a:srcRect l="36801" b="8343"/>
          <a:stretch>
            <a:fillRect/>
          </a:stretch>
        </p:blipFill>
        <p:spPr>
          <a:xfrm>
            <a:off x="7239000" y="1779783"/>
            <a:ext cx="4118038" cy="3106151"/>
          </a:xfrm>
          <a:prstGeom prst="rect">
            <a:avLst/>
          </a:prstGeom>
        </p:spPr>
      </p:pic>
      <p:sp>
        <p:nvSpPr>
          <p:cNvPr id="51" name="Text 2"/>
          <p:cNvSpPr/>
          <p:nvPr/>
        </p:nvSpPr>
        <p:spPr>
          <a:xfrm>
            <a:off x="971550" y="5073015"/>
            <a:ext cx="5943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全球约有</a:t>
            </a:r>
            <a:r>
              <a:rPr lang="en-US" sz="1600" b="1" dirty="0">
                <a:solidFill>
                  <a:srgbClr val="581C8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2.2亿人</a:t>
            </a:r>
            <a:r>
              <a:rPr lang="en-US" sz="16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存在视力障碍</a:t>
            </a:r>
            <a:endParaRPr lang="en-US" sz="1600" dirty="0"/>
          </a:p>
        </p:txBody>
      </p:sp>
      <p:sp>
        <p:nvSpPr>
          <p:cNvPr id="52" name="Text 3"/>
          <p:cNvSpPr/>
          <p:nvPr/>
        </p:nvSpPr>
        <p:spPr>
          <a:xfrm>
            <a:off x="971550" y="5454015"/>
            <a:ext cx="4953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其中</a:t>
            </a:r>
            <a:r>
              <a:rPr lang="en-US" sz="1600" b="1" dirty="0">
                <a:solidFill>
                  <a:srgbClr val="581C8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4300万人</a:t>
            </a:r>
            <a:r>
              <a:rPr lang="en-US" sz="16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为全盲</a:t>
            </a:r>
            <a:endParaRPr lang="en-US" sz="1600" dirty="0"/>
          </a:p>
        </p:txBody>
      </p:sp>
      <p:sp>
        <p:nvSpPr>
          <p:cNvPr id="53" name="Text 4"/>
          <p:cNvSpPr/>
          <p:nvPr/>
        </p:nvSpPr>
        <p:spPr>
          <a:xfrm>
            <a:off x="971550" y="5835015"/>
            <a:ext cx="5943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中国持证视力残疾人数量超过</a:t>
            </a:r>
            <a:r>
              <a:rPr lang="en-US" sz="1600" b="1" dirty="0">
                <a:solidFill>
                  <a:srgbClr val="581C8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1700万</a:t>
            </a:r>
            <a:endParaRPr lang="en-US" sz="1600" dirty="0"/>
          </a:p>
        </p:txBody>
      </p:sp>
    </p:spTree>
    <p:custDataLst>
      <p:tags r:id="rId10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背景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0"/>
            <a:ext cx="12192000" cy="6852285"/>
          </a:xfrm>
          <a:prstGeom prst="rect">
            <a:avLst/>
          </a:prstGeom>
        </p:spPr>
      </p:pic>
      <p:cxnSp>
        <p:nvCxnSpPr>
          <p:cNvPr id="18" name="26"/>
          <p:cNvCxnSpPr/>
          <p:nvPr>
            <p:custDataLst>
              <p:tags r:id="rId2"/>
            </p:custDataLst>
          </p:nvPr>
        </p:nvCxnSpPr>
        <p:spPr>
          <a:xfrm>
            <a:off x="2856638" y="530224"/>
            <a:ext cx="3183563" cy="0"/>
          </a:xfrm>
          <a:prstGeom prst="line">
            <a:avLst/>
          </a:prstGeom>
          <a:ln w="12700">
            <a:gradFill>
              <a:gsLst>
                <a:gs pos="34000">
                  <a:srgbClr val="3884C0"/>
                </a:gs>
                <a:gs pos="100000">
                  <a:srgbClr val="50B99A">
                    <a:alpha val="0"/>
                  </a:srgbClr>
                </a:gs>
              </a:gsLst>
              <a:lin ang="0" scaled="0"/>
            </a:gra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/>
          <p:cNvGrpSpPr/>
          <p:nvPr/>
        </p:nvGrpSpPr>
        <p:grpSpPr>
          <a:xfrm>
            <a:off x="170688" y="326781"/>
            <a:ext cx="406400" cy="406400"/>
            <a:chOff x="1061" y="-1328"/>
            <a:chExt cx="640" cy="640"/>
          </a:xfrm>
        </p:grpSpPr>
        <p:sp>
          <p:nvSpPr>
            <p:cNvPr id="19" name="27"/>
            <p:cNvSpPr/>
            <p:nvPr>
              <p:custDataLst>
                <p:tags r:id="rId3"/>
              </p:custDataLst>
            </p:nvPr>
          </p:nvSpPr>
          <p:spPr>
            <a:xfrm>
              <a:off x="1061" y="-1328"/>
              <a:ext cx="641" cy="641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rgbClr val="0E4F92"/>
                  </a:gs>
                  <a:gs pos="100000">
                    <a:srgbClr val="50B99A"/>
                  </a:gs>
                </a:gsLst>
                <a:path path="circle">
                  <a:fillToRect r="100000" b="100000"/>
                </a:path>
                <a:tileRect l="-100000" t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28"/>
            <p:cNvSpPr/>
            <p:nvPr>
              <p:custDataLst>
                <p:tags r:id="rId4"/>
              </p:custDataLst>
            </p:nvPr>
          </p:nvSpPr>
          <p:spPr>
            <a:xfrm>
              <a:off x="1146" y="-1243"/>
              <a:ext cx="471" cy="471"/>
            </a:xfrm>
            <a:custGeom>
              <a:avLst/>
              <a:gdLst>
                <a:gd name="connsiteX0" fmla="*/ 203577 w 407154"/>
                <a:gd name="connsiteY0" fmla="*/ 0 h 407154"/>
                <a:gd name="connsiteX1" fmla="*/ 407154 w 407154"/>
                <a:gd name="connsiteY1" fmla="*/ 203577 h 407154"/>
                <a:gd name="connsiteX2" fmla="*/ 203577 w 407154"/>
                <a:gd name="connsiteY2" fmla="*/ 407154 h 407154"/>
                <a:gd name="connsiteX3" fmla="*/ 0 w 407154"/>
                <a:gd name="connsiteY3" fmla="*/ 203577 h 407154"/>
                <a:gd name="connsiteX4" fmla="*/ 203577 w 407154"/>
                <a:gd name="connsiteY4" fmla="*/ 0 h 407154"/>
                <a:gd name="connsiteX5" fmla="*/ 203576 w 407154"/>
                <a:gd name="connsiteY5" fmla="*/ 113987 h 407154"/>
                <a:gd name="connsiteX6" fmla="*/ 113987 w 407154"/>
                <a:gd name="connsiteY6" fmla="*/ 203576 h 407154"/>
                <a:gd name="connsiteX7" fmla="*/ 203576 w 407154"/>
                <a:gd name="connsiteY7" fmla="*/ 293165 h 407154"/>
                <a:gd name="connsiteX8" fmla="*/ 293165 w 407154"/>
                <a:gd name="connsiteY8" fmla="*/ 203576 h 407154"/>
                <a:gd name="connsiteX9" fmla="*/ 203576 w 407154"/>
                <a:gd name="connsiteY9" fmla="*/ 113987 h 407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154" h="407154">
                  <a:moveTo>
                    <a:pt x="203577" y="0"/>
                  </a:moveTo>
                  <a:cubicBezTo>
                    <a:pt x="316009" y="0"/>
                    <a:pt x="407154" y="91145"/>
                    <a:pt x="407154" y="203577"/>
                  </a:cubicBezTo>
                  <a:cubicBezTo>
                    <a:pt x="407154" y="316009"/>
                    <a:pt x="316009" y="407154"/>
                    <a:pt x="203577" y="407154"/>
                  </a:cubicBezTo>
                  <a:cubicBezTo>
                    <a:pt x="91145" y="407154"/>
                    <a:pt x="0" y="316009"/>
                    <a:pt x="0" y="203577"/>
                  </a:cubicBezTo>
                  <a:cubicBezTo>
                    <a:pt x="0" y="91145"/>
                    <a:pt x="91145" y="0"/>
                    <a:pt x="203577" y="0"/>
                  </a:cubicBezTo>
                  <a:close/>
                  <a:moveTo>
                    <a:pt x="203576" y="113987"/>
                  </a:moveTo>
                  <a:cubicBezTo>
                    <a:pt x="154097" y="113987"/>
                    <a:pt x="113987" y="154097"/>
                    <a:pt x="113987" y="203576"/>
                  </a:cubicBezTo>
                  <a:cubicBezTo>
                    <a:pt x="113987" y="253055"/>
                    <a:pt x="154097" y="293165"/>
                    <a:pt x="203576" y="293165"/>
                  </a:cubicBezTo>
                  <a:cubicBezTo>
                    <a:pt x="253055" y="293165"/>
                    <a:pt x="293165" y="253055"/>
                    <a:pt x="293165" y="203576"/>
                  </a:cubicBezTo>
                  <a:cubicBezTo>
                    <a:pt x="293165" y="154097"/>
                    <a:pt x="253055" y="113987"/>
                    <a:pt x="203576" y="113987"/>
                  </a:cubicBezTo>
                  <a:close/>
                </a:path>
              </a:pathLst>
            </a:custGeom>
            <a:gradFill>
              <a:gsLst>
                <a:gs pos="60000">
                  <a:srgbClr val="0E4F92"/>
                </a:gs>
                <a:gs pos="100000">
                  <a:srgbClr val="50B99A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1" name="29"/>
          <p:cNvSpPr txBox="1"/>
          <p:nvPr>
            <p:custDataLst>
              <p:tags r:id="rId5"/>
            </p:custDataLst>
          </p:nvPr>
        </p:nvSpPr>
        <p:spPr>
          <a:xfrm>
            <a:off x="623462" y="292417"/>
            <a:ext cx="2087880" cy="47561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defTabSz="348615">
              <a:defRPr sz="3200">
                <a:gradFill flip="none" rotWithShape="1">
                  <a:gsLst>
                    <a:gs pos="81000">
                      <a:schemeClr val="accent1">
                        <a:lumMod val="10000"/>
                        <a:lumOff val="90000"/>
                      </a:schemeClr>
                    </a:gs>
                    <a:gs pos="0">
                      <a:schemeClr val="accent2">
                        <a:lumMod val="10000"/>
                        <a:lumOff val="90000"/>
                      </a:schemeClr>
                    </a:gs>
                    <a:gs pos="33000">
                      <a:schemeClr val="bg1">
                        <a:lumMod val="91000"/>
                        <a:lumOff val="9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50800" dist="76200" dir="5400000" algn="t" rotWithShape="0">
                    <a:prstClr val="black">
                      <a:alpha val="5000"/>
                    </a:prstClr>
                  </a:outerShdw>
                </a:effectLst>
                <a:latin typeface="MiSans Demibold" panose="00000700000000000000" pitchFamily="2" charset="-122"/>
                <a:ea typeface="MiSans Demibold" panose="00000700000000000000" pitchFamily="2" charset="-122"/>
                <a:cs typeface="阿里巴巴普惠体 2.0 115 Black" panose="00020600040101010101" pitchFamily="18" charset="-122"/>
              </a:defRPr>
            </a:lvl1pPr>
          </a:lstStyle>
          <a:p>
            <a:pPr algn="l"/>
            <a:r>
              <a:rPr lang="zh-CN" altLang="en-US" sz="2500" b="1" dirty="0">
                <a:solidFill>
                  <a:srgbClr val="052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研究进展情况</a:t>
            </a:r>
            <a:endParaRPr lang="zh-CN" altLang="en-US" sz="2500" b="1" dirty="0">
              <a:solidFill>
                <a:srgbClr val="052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0" y="380494"/>
            <a:ext cx="4964071" cy="6477505"/>
            <a:chOff x="6840499" y="0"/>
            <a:chExt cx="5351501" cy="685800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6" cstate="email"/>
            <a:stretch>
              <a:fillRect/>
            </a:stretch>
          </p:blipFill>
          <p:spPr>
            <a:xfrm>
              <a:off x="7658100" y="0"/>
              <a:ext cx="4533900" cy="6858000"/>
            </a:xfrm>
            <a:prstGeom prst="rect">
              <a:avLst/>
            </a:prstGeom>
          </p:spPr>
        </p:pic>
        <p:grpSp>
          <p:nvGrpSpPr>
            <p:cNvPr id="14" name="组合 13"/>
            <p:cNvGrpSpPr/>
            <p:nvPr/>
          </p:nvGrpSpPr>
          <p:grpSpPr>
            <a:xfrm>
              <a:off x="6840499" y="0"/>
              <a:ext cx="1709136" cy="6858000"/>
              <a:chOff x="6840499" y="0"/>
              <a:chExt cx="1709136" cy="6858000"/>
            </a:xfrm>
          </p:grpSpPr>
          <p:sp>
            <p:nvSpPr>
              <p:cNvPr id="16" name="平行四边形 15"/>
              <p:cNvSpPr/>
              <p:nvPr/>
            </p:nvSpPr>
            <p:spPr>
              <a:xfrm>
                <a:off x="7045271" y="0"/>
                <a:ext cx="1318220" cy="6858000"/>
              </a:xfrm>
              <a:prstGeom prst="parallelogram">
                <a:avLst>
                  <a:gd name="adj" fmla="val 43266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" name="平行四边形 23"/>
              <p:cNvSpPr/>
              <p:nvPr/>
            </p:nvSpPr>
            <p:spPr>
              <a:xfrm>
                <a:off x="6840499" y="0"/>
                <a:ext cx="1318220" cy="6858000"/>
              </a:xfrm>
              <a:prstGeom prst="parallelogram">
                <a:avLst>
                  <a:gd name="adj" fmla="val 43266"/>
                </a:avLst>
              </a:prstGeom>
              <a:solidFill>
                <a:srgbClr val="C00000">
                  <a:alpha val="4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平行四边形 25"/>
              <p:cNvSpPr/>
              <p:nvPr/>
            </p:nvSpPr>
            <p:spPr>
              <a:xfrm>
                <a:off x="7231415" y="0"/>
                <a:ext cx="1318220" cy="6858000"/>
              </a:xfrm>
              <a:prstGeom prst="parallelogram">
                <a:avLst>
                  <a:gd name="adj" fmla="val 43266"/>
                </a:avLst>
              </a:prstGeom>
              <a:solidFill>
                <a:srgbClr val="C00000">
                  <a:alpha val="4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7" name="标题 1"/>
          <p:cNvSpPr txBox="1"/>
          <p:nvPr>
            <p:custDataLst>
              <p:tags r:id="rId7"/>
            </p:custDataLst>
          </p:nvPr>
        </p:nvSpPr>
        <p:spPr>
          <a:xfrm>
            <a:off x="-478682" y="1477391"/>
            <a:ext cx="5193030" cy="57169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sz="20000" b="1" dirty="0">
                <a:ln w="41275"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0000">
                        <a:schemeClr val="bg1">
                          <a:alpha val="0"/>
                        </a:schemeClr>
                      </a:gs>
                    </a:gsLst>
                    <a:lin ang="6000000" scaled="1"/>
                  </a:gradFill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kumimoji="1" lang="en-US" sz="20000" b="1" dirty="0">
              <a:ln w="41275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0000">
                      <a:schemeClr val="bg1">
                        <a:alpha val="0"/>
                      </a:schemeClr>
                    </a:gs>
                  </a:gsLst>
                  <a:lin ang="6000000" scaled="1"/>
                </a:gradFill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标题 1"/>
          <p:cNvSpPr txBox="1"/>
          <p:nvPr>
            <p:custDataLst>
              <p:tags r:id="rId8"/>
            </p:custDataLst>
          </p:nvPr>
        </p:nvSpPr>
        <p:spPr>
          <a:xfrm>
            <a:off x="5293360" y="2796540"/>
            <a:ext cx="6842760" cy="83629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zh-CN" altLang="en-US" sz="5000" b="1" spc="200" dirty="0">
                <a:ln w="12700">
                  <a:noFill/>
                </a:ln>
                <a:gradFill>
                  <a:gsLst>
                    <a:gs pos="100000">
                      <a:srgbClr val="FAFE41"/>
                    </a:gs>
                    <a:gs pos="69000">
                      <a:srgbClr val="50B99A"/>
                    </a:gs>
                    <a:gs pos="0">
                      <a:srgbClr val="033091"/>
                    </a:gs>
                  </a:gsLst>
                  <a:lin ang="1644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痛点和瓶颈</a:t>
            </a:r>
            <a:endParaRPr kumimoji="1" lang="zh-CN" altLang="en-US" sz="5000" b="1" spc="200" dirty="0">
              <a:ln w="12700">
                <a:noFill/>
              </a:ln>
              <a:gradFill>
                <a:gsLst>
                  <a:gs pos="100000">
                    <a:srgbClr val="FAFE41"/>
                  </a:gs>
                  <a:gs pos="69000">
                    <a:srgbClr val="50B99A"/>
                  </a:gs>
                  <a:gs pos="0">
                    <a:srgbClr val="033091"/>
                  </a:gs>
                </a:gsLst>
                <a:lin ang="1644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圆角矩形 7"/>
          <p:cNvSpPr/>
          <p:nvPr/>
        </p:nvSpPr>
        <p:spPr>
          <a:xfrm>
            <a:off x="5321935" y="2313940"/>
            <a:ext cx="1414145" cy="317500"/>
          </a:xfrm>
          <a:prstGeom prst="roundRect">
            <a:avLst>
              <a:gd name="adj" fmla="val 50000"/>
            </a:avLst>
          </a:prstGeom>
          <a:gradFill>
            <a:gsLst>
              <a:gs pos="56000">
                <a:srgbClr val="53A3A2"/>
              </a:gs>
              <a:gs pos="11000">
                <a:srgbClr val="0E4F92"/>
              </a:gs>
              <a:gs pos="100000">
                <a:srgbClr val="99D06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39" name="标题 1"/>
          <p:cNvSpPr txBox="1"/>
          <p:nvPr>
            <p:custDataLst>
              <p:tags r:id="rId9"/>
            </p:custDataLst>
          </p:nvPr>
        </p:nvSpPr>
        <p:spPr>
          <a:xfrm>
            <a:off x="5293360" y="2323465"/>
            <a:ext cx="1469390" cy="4356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sz="1600" b="1" dirty="0">
                <a:ln w="12700"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</a:t>
            </a:r>
            <a:r>
              <a:rPr kumimoji="1" lang="en-US" altLang="zh-CN" sz="1600" b="1" dirty="0">
                <a:ln w="12700"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TWO</a:t>
            </a:r>
            <a:endParaRPr kumimoji="1" lang="en-US" sz="1600" b="1" dirty="0">
              <a:ln w="12700"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5307330" y="3738245"/>
            <a:ext cx="4528185" cy="74930"/>
            <a:chOff x="8358" y="6086"/>
            <a:chExt cx="7131" cy="118"/>
          </a:xfrm>
        </p:grpSpPr>
        <p:sp>
          <p:nvSpPr>
            <p:cNvPr id="41" name="矩形 40"/>
            <p:cNvSpPr/>
            <p:nvPr/>
          </p:nvSpPr>
          <p:spPr>
            <a:xfrm>
              <a:off x="8358" y="6086"/>
              <a:ext cx="1137" cy="119"/>
            </a:xfrm>
            <a:prstGeom prst="rect">
              <a:avLst/>
            </a:prstGeom>
            <a:solidFill>
              <a:srgbClr val="1C4CA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cxnSp>
          <p:nvCxnSpPr>
            <p:cNvPr id="42" name="直接连接符 41"/>
            <p:cNvCxnSpPr/>
            <p:nvPr/>
          </p:nvCxnSpPr>
          <p:spPr>
            <a:xfrm>
              <a:off x="9109" y="6148"/>
              <a:ext cx="6380" cy="0"/>
            </a:xfrm>
            <a:prstGeom prst="line">
              <a:avLst/>
            </a:prstGeom>
            <a:ln>
              <a:gradFill>
                <a:gsLst>
                  <a:gs pos="0">
                    <a:srgbClr val="033091"/>
                  </a:gs>
                  <a:gs pos="100000">
                    <a:schemeClr val="accent1">
                      <a:alpha val="0"/>
                    </a:schemeClr>
                  </a:gs>
                </a:gsLst>
                <a:lin ang="1260000" scaled="1"/>
              </a:gra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10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图片 47" descr="背景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0"/>
            <a:ext cx="12192000" cy="6852285"/>
          </a:xfrm>
          <a:prstGeom prst="rect">
            <a:avLst/>
          </a:prstGeom>
        </p:spPr>
      </p:pic>
      <p:grpSp>
        <p:nvGrpSpPr>
          <p:cNvPr id="14" name="图形 39"/>
          <p:cNvGrpSpPr/>
          <p:nvPr>
            <p:custDataLst>
              <p:tags r:id="rId2"/>
            </p:custDataLst>
          </p:nvPr>
        </p:nvGrpSpPr>
        <p:grpSpPr>
          <a:xfrm>
            <a:off x="321945" y="5059045"/>
            <a:ext cx="12872085" cy="1747520"/>
            <a:chOff x="0" y="1983176"/>
            <a:chExt cx="12191630" cy="3623830"/>
          </a:xfrm>
          <a:gradFill flip="none" rotWithShape="1">
            <a:gsLst>
              <a:gs pos="40000">
                <a:srgbClr val="ACD556"/>
              </a:gs>
              <a:gs pos="70000">
                <a:srgbClr val="53BADC"/>
              </a:gs>
              <a:gs pos="25000">
                <a:srgbClr val="53A3A2"/>
              </a:gs>
              <a:gs pos="11000">
                <a:srgbClr val="53BADC"/>
              </a:gs>
              <a:gs pos="50000">
                <a:schemeClr val="accent5">
                  <a:lumMod val="40000"/>
                  <a:lumOff val="60000"/>
                </a:schemeClr>
              </a:gs>
              <a:gs pos="100000">
                <a:srgbClr val="99D061"/>
              </a:gs>
            </a:gsLst>
            <a:lin ang="0" scaled="1"/>
            <a:tileRect/>
          </a:gradFill>
        </p:grpSpPr>
        <p:sp>
          <p:nvSpPr>
            <p:cNvPr id="15" name="任意多边形: 形状 1382"/>
            <p:cNvSpPr/>
            <p:nvPr>
              <p:custDataLst>
                <p:tags r:id="rId3"/>
              </p:custDataLst>
            </p:nvPr>
          </p:nvSpPr>
          <p:spPr>
            <a:xfrm>
              <a:off x="2214577" y="3383201"/>
              <a:ext cx="9977052" cy="1443507"/>
            </a:xfrm>
            <a:custGeom>
              <a:avLst/>
              <a:gdLst>
                <a:gd name="connsiteX0" fmla="*/ 9971793 w 9977052"/>
                <a:gd name="connsiteY0" fmla="*/ 1443508 h 1443507"/>
                <a:gd name="connsiteX1" fmla="*/ 9050366 w 9977052"/>
                <a:gd name="connsiteY1" fmla="*/ 532423 h 1443507"/>
                <a:gd name="connsiteX2" fmla="*/ 8388505 w 9977052"/>
                <a:gd name="connsiteY2" fmla="*/ 345119 h 1443507"/>
                <a:gd name="connsiteX3" fmla="*/ 7913754 w 9977052"/>
                <a:gd name="connsiteY3" fmla="*/ 309322 h 1443507"/>
                <a:gd name="connsiteX4" fmla="*/ 6781961 w 9977052"/>
                <a:gd name="connsiteY4" fmla="*/ 554763 h 1443507"/>
                <a:gd name="connsiteX5" fmla="*/ 5453964 w 9977052"/>
                <a:gd name="connsiteY5" fmla="*/ 815332 h 1443507"/>
                <a:gd name="connsiteX6" fmla="*/ 5096823 w 9977052"/>
                <a:gd name="connsiteY6" fmla="*/ 824338 h 1443507"/>
                <a:gd name="connsiteX7" fmla="*/ 3823848 w 9977052"/>
                <a:gd name="connsiteY7" fmla="*/ 690509 h 1443507"/>
                <a:gd name="connsiteX8" fmla="*/ 2679901 w 9977052"/>
                <a:gd name="connsiteY8" fmla="*/ 327018 h 1443507"/>
                <a:gd name="connsiteX9" fmla="*/ 872649 w 9977052"/>
                <a:gd name="connsiteY9" fmla="*/ 61137 h 1443507"/>
                <a:gd name="connsiteX10" fmla="*/ 5119 w 9977052"/>
                <a:gd name="connsiteY10" fmla="*/ 1296081 h 1443507"/>
                <a:gd name="connsiteX11" fmla="*/ 0 w 9977052"/>
                <a:gd name="connsiteY11" fmla="*/ 1294779 h 1443507"/>
                <a:gd name="connsiteX12" fmla="*/ 263014 w 9977052"/>
                <a:gd name="connsiteY12" fmla="*/ 534780 h 1443507"/>
                <a:gd name="connsiteX13" fmla="*/ 871523 w 9977052"/>
                <a:gd name="connsiteY13" fmla="*/ 56001 h 1443507"/>
                <a:gd name="connsiteX14" fmla="*/ 1812810 w 9977052"/>
                <a:gd name="connsiteY14" fmla="*/ 45007 h 1443507"/>
                <a:gd name="connsiteX15" fmla="*/ 2681783 w 9977052"/>
                <a:gd name="connsiteY15" fmla="*/ 322128 h 1443507"/>
                <a:gd name="connsiteX16" fmla="*/ 5453734 w 9977052"/>
                <a:gd name="connsiteY16" fmla="*/ 810107 h 1443507"/>
                <a:gd name="connsiteX17" fmla="*/ 6780606 w 9977052"/>
                <a:gd name="connsiteY17" fmla="*/ 549715 h 1443507"/>
                <a:gd name="connsiteX18" fmla="*/ 7913208 w 9977052"/>
                <a:gd name="connsiteY18" fmla="*/ 304133 h 1443507"/>
                <a:gd name="connsiteX19" fmla="*/ 8389454 w 9977052"/>
                <a:gd name="connsiteY19" fmla="*/ 339983 h 1443507"/>
                <a:gd name="connsiteX20" fmla="*/ 9052353 w 9977052"/>
                <a:gd name="connsiteY20" fmla="*/ 527568 h 1443507"/>
                <a:gd name="connsiteX21" fmla="*/ 9661813 w 9977052"/>
                <a:gd name="connsiteY21" fmla="*/ 887981 h 1443507"/>
                <a:gd name="connsiteX22" fmla="*/ 9977053 w 9977052"/>
                <a:gd name="connsiteY22" fmla="*/ 1442857 h 1443507"/>
                <a:gd name="connsiteX23" fmla="*/ 9971793 w 9977052"/>
                <a:gd name="connsiteY23" fmla="*/ 1443508 h 1443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77052" h="1443507">
                  <a:moveTo>
                    <a:pt x="9971793" y="1443508"/>
                  </a:moveTo>
                  <a:cubicBezTo>
                    <a:pt x="9909030" y="969970"/>
                    <a:pt x="9436073" y="686692"/>
                    <a:pt x="9050366" y="532423"/>
                  </a:cubicBezTo>
                  <a:cubicBezTo>
                    <a:pt x="8791063" y="428709"/>
                    <a:pt x="8547329" y="373334"/>
                    <a:pt x="8388505" y="345119"/>
                  </a:cubicBezTo>
                  <a:cubicBezTo>
                    <a:pt x="8197067" y="311116"/>
                    <a:pt x="8019579" y="297748"/>
                    <a:pt x="7913754" y="309322"/>
                  </a:cubicBezTo>
                  <a:cubicBezTo>
                    <a:pt x="7529752" y="351364"/>
                    <a:pt x="7149603" y="454761"/>
                    <a:pt x="6781961" y="554763"/>
                  </a:cubicBezTo>
                  <a:cubicBezTo>
                    <a:pt x="6351397" y="671881"/>
                    <a:pt x="5906181" y="792974"/>
                    <a:pt x="5453964" y="815332"/>
                  </a:cubicBezTo>
                  <a:cubicBezTo>
                    <a:pt x="5332764" y="821330"/>
                    <a:pt x="5213764" y="824338"/>
                    <a:pt x="5096823" y="824338"/>
                  </a:cubicBezTo>
                  <a:cubicBezTo>
                    <a:pt x="4648229" y="824338"/>
                    <a:pt x="4229011" y="780115"/>
                    <a:pt x="3823848" y="690509"/>
                  </a:cubicBezTo>
                  <a:cubicBezTo>
                    <a:pt x="3378192" y="591949"/>
                    <a:pt x="3007208" y="451208"/>
                    <a:pt x="2679901" y="327018"/>
                  </a:cubicBezTo>
                  <a:cubicBezTo>
                    <a:pt x="2085605" y="101560"/>
                    <a:pt x="1572348" y="-93167"/>
                    <a:pt x="872649" y="61137"/>
                  </a:cubicBezTo>
                  <a:cubicBezTo>
                    <a:pt x="284509" y="190850"/>
                    <a:pt x="129590" y="803669"/>
                    <a:pt x="5119" y="1296081"/>
                  </a:cubicBezTo>
                  <a:lnTo>
                    <a:pt x="0" y="1294779"/>
                  </a:lnTo>
                  <a:cubicBezTo>
                    <a:pt x="62464" y="1047668"/>
                    <a:pt x="133266" y="767573"/>
                    <a:pt x="263014" y="534780"/>
                  </a:cubicBezTo>
                  <a:cubicBezTo>
                    <a:pt x="410334" y="270412"/>
                    <a:pt x="609371" y="113804"/>
                    <a:pt x="871523" y="56001"/>
                  </a:cubicBezTo>
                  <a:cubicBezTo>
                    <a:pt x="1192990" y="-14889"/>
                    <a:pt x="1492100" y="-18389"/>
                    <a:pt x="1812810" y="45007"/>
                  </a:cubicBezTo>
                  <a:cubicBezTo>
                    <a:pt x="2102051" y="102176"/>
                    <a:pt x="2383659" y="209004"/>
                    <a:pt x="2681783" y="322128"/>
                  </a:cubicBezTo>
                  <a:cubicBezTo>
                    <a:pt x="3364946" y="581307"/>
                    <a:pt x="4139264" y="875069"/>
                    <a:pt x="5453734" y="810107"/>
                  </a:cubicBezTo>
                  <a:cubicBezTo>
                    <a:pt x="5905371" y="787785"/>
                    <a:pt x="6350306" y="666762"/>
                    <a:pt x="6780606" y="549715"/>
                  </a:cubicBezTo>
                  <a:cubicBezTo>
                    <a:pt x="7148442" y="449660"/>
                    <a:pt x="7528785" y="346210"/>
                    <a:pt x="7913208" y="304133"/>
                  </a:cubicBezTo>
                  <a:cubicBezTo>
                    <a:pt x="8019525" y="292506"/>
                    <a:pt x="8197542" y="305892"/>
                    <a:pt x="8389454" y="339983"/>
                  </a:cubicBezTo>
                  <a:cubicBezTo>
                    <a:pt x="8548508" y="368233"/>
                    <a:pt x="8792629" y="423696"/>
                    <a:pt x="9052353" y="527568"/>
                  </a:cubicBezTo>
                  <a:cubicBezTo>
                    <a:pt x="9302966" y="627799"/>
                    <a:pt x="9508018" y="749068"/>
                    <a:pt x="9661813" y="887981"/>
                  </a:cubicBezTo>
                  <a:cubicBezTo>
                    <a:pt x="9843998" y="1052558"/>
                    <a:pt x="9950069" y="1239246"/>
                    <a:pt x="9977053" y="1442857"/>
                  </a:cubicBezTo>
                  <a:lnTo>
                    <a:pt x="9971793" y="1443508"/>
                  </a:ln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任意多边形: 形状 1383"/>
            <p:cNvSpPr/>
            <p:nvPr>
              <p:custDataLst>
                <p:tags r:id="rId4"/>
              </p:custDataLst>
            </p:nvPr>
          </p:nvSpPr>
          <p:spPr>
            <a:xfrm>
              <a:off x="2135490" y="3436533"/>
              <a:ext cx="10056016" cy="1340042"/>
            </a:xfrm>
            <a:custGeom>
              <a:avLst/>
              <a:gdLst>
                <a:gd name="connsiteX0" fmla="*/ 10050898 w 10056016"/>
                <a:gd name="connsiteY0" fmla="*/ 1340042 h 1340042"/>
                <a:gd name="connsiteX1" fmla="*/ 9157228 w 10056016"/>
                <a:gd name="connsiteY1" fmla="*/ 449820 h 1340042"/>
                <a:gd name="connsiteX2" fmla="*/ 8054882 w 10056016"/>
                <a:gd name="connsiteY2" fmla="*/ 216992 h 1340042"/>
                <a:gd name="connsiteX3" fmla="*/ 8015198 w 10056016"/>
                <a:gd name="connsiteY3" fmla="*/ 219437 h 1340042"/>
                <a:gd name="connsiteX4" fmla="*/ 7736915 w 10056016"/>
                <a:gd name="connsiteY4" fmla="*/ 242991 h 1340042"/>
                <a:gd name="connsiteX5" fmla="*/ 7215268 w 10056016"/>
                <a:gd name="connsiteY5" fmla="*/ 374638 h 1340042"/>
                <a:gd name="connsiteX6" fmla="*/ 7157836 w 10056016"/>
                <a:gd name="connsiteY6" fmla="*/ 392669 h 1340042"/>
                <a:gd name="connsiteX7" fmla="*/ 6824055 w 10056016"/>
                <a:gd name="connsiteY7" fmla="*/ 501413 h 1340042"/>
                <a:gd name="connsiteX8" fmla="*/ 6116458 w 10056016"/>
                <a:gd name="connsiteY8" fmla="*/ 715174 h 1340042"/>
                <a:gd name="connsiteX9" fmla="*/ 5573051 w 10056016"/>
                <a:gd name="connsiteY9" fmla="*/ 809230 h 1340042"/>
                <a:gd name="connsiteX10" fmla="*/ 5409389 w 10056016"/>
                <a:gd name="connsiteY10" fmla="*/ 815229 h 1340042"/>
                <a:gd name="connsiteX11" fmla="*/ 5078493 w 10056016"/>
                <a:gd name="connsiteY11" fmla="*/ 800611 h 1340042"/>
                <a:gd name="connsiteX12" fmla="*/ 4556864 w 10056016"/>
                <a:gd name="connsiteY12" fmla="*/ 735931 h 1340042"/>
                <a:gd name="connsiteX13" fmla="*/ 4028391 w 10056016"/>
                <a:gd name="connsiteY13" fmla="*/ 621926 h 1340042"/>
                <a:gd name="connsiteX14" fmla="*/ 3556121 w 10056016"/>
                <a:gd name="connsiteY14" fmla="*/ 480146 h 1340042"/>
                <a:gd name="connsiteX15" fmla="*/ 3464245 w 10056016"/>
                <a:gd name="connsiteY15" fmla="*/ 449768 h 1340042"/>
                <a:gd name="connsiteX16" fmla="*/ 3253071 w 10056016"/>
                <a:gd name="connsiteY16" fmla="*/ 381077 h 1340042"/>
                <a:gd name="connsiteX17" fmla="*/ 2937373 w 10056016"/>
                <a:gd name="connsiteY17" fmla="*/ 279773 h 1340042"/>
                <a:gd name="connsiteX18" fmla="*/ 949309 w 10056016"/>
                <a:gd name="connsiteY18" fmla="*/ 82213 h 1340042"/>
                <a:gd name="connsiteX19" fmla="*/ 476176 w 10056016"/>
                <a:gd name="connsiteY19" fmla="*/ 333582 h 1340042"/>
                <a:gd name="connsiteX20" fmla="*/ 4960 w 10056016"/>
                <a:gd name="connsiteY20" fmla="*/ 1236100 h 1340042"/>
                <a:gd name="connsiteX21" fmla="*/ 0 w 10056016"/>
                <a:gd name="connsiteY21" fmla="*/ 1234482 h 1340042"/>
                <a:gd name="connsiteX22" fmla="*/ 178984 w 10056016"/>
                <a:gd name="connsiteY22" fmla="*/ 757285 h 1340042"/>
                <a:gd name="connsiteX23" fmla="*/ 472552 w 10056016"/>
                <a:gd name="connsiteY23" fmla="*/ 329835 h 1340042"/>
                <a:gd name="connsiteX24" fmla="*/ 683234 w 10056016"/>
                <a:gd name="connsiteY24" fmla="*/ 174564 h 1340042"/>
                <a:gd name="connsiteX25" fmla="*/ 948200 w 10056016"/>
                <a:gd name="connsiteY25" fmla="*/ 77112 h 1340042"/>
                <a:gd name="connsiteX26" fmla="*/ 2938974 w 10056016"/>
                <a:gd name="connsiteY26" fmla="*/ 274812 h 1340042"/>
                <a:gd name="connsiteX27" fmla="*/ 3254618 w 10056016"/>
                <a:gd name="connsiteY27" fmla="*/ 376098 h 1340042"/>
                <a:gd name="connsiteX28" fmla="*/ 3465881 w 10056016"/>
                <a:gd name="connsiteY28" fmla="*/ 444807 h 1340042"/>
                <a:gd name="connsiteX29" fmla="*/ 3557756 w 10056016"/>
                <a:gd name="connsiteY29" fmla="*/ 475186 h 1340042"/>
                <a:gd name="connsiteX30" fmla="*/ 4029710 w 10056016"/>
                <a:gd name="connsiteY30" fmla="*/ 616878 h 1340042"/>
                <a:gd name="connsiteX31" fmla="*/ 4557726 w 10056016"/>
                <a:gd name="connsiteY31" fmla="*/ 730776 h 1340042"/>
                <a:gd name="connsiteX32" fmla="*/ 5078880 w 10056016"/>
                <a:gd name="connsiteY32" fmla="*/ 795404 h 1340042"/>
                <a:gd name="connsiteX33" fmla="*/ 5409372 w 10056016"/>
                <a:gd name="connsiteY33" fmla="*/ 810004 h 1340042"/>
                <a:gd name="connsiteX34" fmla="*/ 5410497 w 10056016"/>
                <a:gd name="connsiteY34" fmla="*/ 810004 h 1340042"/>
                <a:gd name="connsiteX35" fmla="*/ 5572665 w 10056016"/>
                <a:gd name="connsiteY35" fmla="*/ 804023 h 1340042"/>
                <a:gd name="connsiteX36" fmla="*/ 6115209 w 10056016"/>
                <a:gd name="connsiteY36" fmla="*/ 710090 h 1340042"/>
                <a:gd name="connsiteX37" fmla="*/ 6822384 w 10056016"/>
                <a:gd name="connsiteY37" fmla="*/ 496453 h 1340042"/>
                <a:gd name="connsiteX38" fmla="*/ 7156253 w 10056016"/>
                <a:gd name="connsiteY38" fmla="*/ 387673 h 1340042"/>
                <a:gd name="connsiteX39" fmla="*/ 7213686 w 10056016"/>
                <a:gd name="connsiteY39" fmla="*/ 369643 h 1340042"/>
                <a:gd name="connsiteX40" fmla="*/ 7736212 w 10056016"/>
                <a:gd name="connsiteY40" fmla="*/ 237802 h 1340042"/>
                <a:gd name="connsiteX41" fmla="*/ 8014846 w 10056016"/>
                <a:gd name="connsiteY41" fmla="*/ 214213 h 1340042"/>
                <a:gd name="connsiteX42" fmla="*/ 8054513 w 10056016"/>
                <a:gd name="connsiteY42" fmla="*/ 211768 h 1340042"/>
                <a:gd name="connsiteX43" fmla="*/ 9159145 w 10056016"/>
                <a:gd name="connsiteY43" fmla="*/ 444965 h 1340042"/>
                <a:gd name="connsiteX44" fmla="*/ 10056017 w 10056016"/>
                <a:gd name="connsiteY44" fmla="*/ 1339321 h 1340042"/>
                <a:gd name="connsiteX45" fmla="*/ 10050898 w 10056016"/>
                <a:gd name="connsiteY45" fmla="*/ 1340042 h 1340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0056016" h="1340042">
                  <a:moveTo>
                    <a:pt x="10050898" y="1340042"/>
                  </a:moveTo>
                  <a:cubicBezTo>
                    <a:pt x="9988680" y="879698"/>
                    <a:pt x="9530569" y="601855"/>
                    <a:pt x="9157228" y="449820"/>
                  </a:cubicBezTo>
                  <a:cubicBezTo>
                    <a:pt x="8714140" y="269394"/>
                    <a:pt x="8245881" y="205048"/>
                    <a:pt x="8054882" y="216992"/>
                  </a:cubicBezTo>
                  <a:cubicBezTo>
                    <a:pt x="8041654" y="217819"/>
                    <a:pt x="8028426" y="218628"/>
                    <a:pt x="8015198" y="219437"/>
                  </a:cubicBezTo>
                  <a:cubicBezTo>
                    <a:pt x="7924572" y="224978"/>
                    <a:pt x="7830850" y="230695"/>
                    <a:pt x="7736915" y="242991"/>
                  </a:cubicBezTo>
                  <a:cubicBezTo>
                    <a:pt x="7559726" y="266193"/>
                    <a:pt x="7384613" y="321321"/>
                    <a:pt x="7215268" y="374638"/>
                  </a:cubicBezTo>
                  <a:cubicBezTo>
                    <a:pt x="7196042" y="380689"/>
                    <a:pt x="7176886" y="386723"/>
                    <a:pt x="7157836" y="392669"/>
                  </a:cubicBezTo>
                  <a:cubicBezTo>
                    <a:pt x="7045995" y="427586"/>
                    <a:pt x="6933169" y="465124"/>
                    <a:pt x="6824055" y="501413"/>
                  </a:cubicBezTo>
                  <a:cubicBezTo>
                    <a:pt x="6593584" y="578073"/>
                    <a:pt x="6355285" y="657353"/>
                    <a:pt x="6116458" y="715174"/>
                  </a:cubicBezTo>
                  <a:cubicBezTo>
                    <a:pt x="5946956" y="756212"/>
                    <a:pt x="5763821" y="796020"/>
                    <a:pt x="5573051" y="809230"/>
                  </a:cubicBezTo>
                  <a:cubicBezTo>
                    <a:pt x="5514950" y="813294"/>
                    <a:pt x="5461457" y="815317"/>
                    <a:pt x="5409389" y="815229"/>
                  </a:cubicBezTo>
                  <a:cubicBezTo>
                    <a:pt x="5286748" y="815598"/>
                    <a:pt x="5173324" y="808069"/>
                    <a:pt x="5078493" y="800611"/>
                  </a:cubicBezTo>
                  <a:cubicBezTo>
                    <a:pt x="4909782" y="787840"/>
                    <a:pt x="4739154" y="766679"/>
                    <a:pt x="4556864" y="735931"/>
                  </a:cubicBezTo>
                  <a:cubicBezTo>
                    <a:pt x="4379164" y="705956"/>
                    <a:pt x="4206302" y="668664"/>
                    <a:pt x="4028391" y="621926"/>
                  </a:cubicBezTo>
                  <a:cubicBezTo>
                    <a:pt x="3881457" y="583333"/>
                    <a:pt x="3731392" y="538283"/>
                    <a:pt x="3556121" y="480146"/>
                  </a:cubicBezTo>
                  <a:cubicBezTo>
                    <a:pt x="3525284" y="470032"/>
                    <a:pt x="3494254" y="459724"/>
                    <a:pt x="3464245" y="449768"/>
                  </a:cubicBezTo>
                  <a:cubicBezTo>
                    <a:pt x="3391121" y="425510"/>
                    <a:pt x="3322061" y="402607"/>
                    <a:pt x="3253071" y="381077"/>
                  </a:cubicBezTo>
                  <a:cubicBezTo>
                    <a:pt x="3142461" y="346582"/>
                    <a:pt x="3038202" y="312614"/>
                    <a:pt x="2937373" y="279773"/>
                  </a:cubicBezTo>
                  <a:cubicBezTo>
                    <a:pt x="2268300" y="61826"/>
                    <a:pt x="1784894" y="-95645"/>
                    <a:pt x="949309" y="82213"/>
                  </a:cubicBezTo>
                  <a:cubicBezTo>
                    <a:pt x="765188" y="122144"/>
                    <a:pt x="610427" y="204362"/>
                    <a:pt x="476176" y="333582"/>
                  </a:cubicBezTo>
                  <a:cubicBezTo>
                    <a:pt x="218439" y="581661"/>
                    <a:pt x="100073" y="944519"/>
                    <a:pt x="4960" y="1236100"/>
                  </a:cubicBezTo>
                  <a:lnTo>
                    <a:pt x="0" y="1234482"/>
                  </a:lnTo>
                  <a:cubicBezTo>
                    <a:pt x="45806" y="1094056"/>
                    <a:pt x="102834" y="919277"/>
                    <a:pt x="178984" y="757285"/>
                  </a:cubicBezTo>
                  <a:cubicBezTo>
                    <a:pt x="262715" y="579199"/>
                    <a:pt x="358741" y="439372"/>
                    <a:pt x="472552" y="329835"/>
                  </a:cubicBezTo>
                  <a:cubicBezTo>
                    <a:pt x="536951" y="267864"/>
                    <a:pt x="607823" y="215620"/>
                    <a:pt x="683234" y="174564"/>
                  </a:cubicBezTo>
                  <a:cubicBezTo>
                    <a:pt x="764256" y="130464"/>
                    <a:pt x="853405" y="97676"/>
                    <a:pt x="948200" y="77112"/>
                  </a:cubicBezTo>
                  <a:cubicBezTo>
                    <a:pt x="1785158" y="-101045"/>
                    <a:pt x="2269126" y="56601"/>
                    <a:pt x="2938974" y="274812"/>
                  </a:cubicBezTo>
                  <a:cubicBezTo>
                    <a:pt x="3039785" y="307654"/>
                    <a:pt x="3144045" y="341603"/>
                    <a:pt x="3254618" y="376098"/>
                  </a:cubicBezTo>
                  <a:cubicBezTo>
                    <a:pt x="3323661" y="397629"/>
                    <a:pt x="3392739" y="420550"/>
                    <a:pt x="3465881" y="444807"/>
                  </a:cubicBezTo>
                  <a:cubicBezTo>
                    <a:pt x="3495891" y="454763"/>
                    <a:pt x="3526920" y="465054"/>
                    <a:pt x="3557756" y="475186"/>
                  </a:cubicBezTo>
                  <a:cubicBezTo>
                    <a:pt x="3732923" y="533287"/>
                    <a:pt x="3882882" y="578302"/>
                    <a:pt x="4029710" y="616878"/>
                  </a:cubicBezTo>
                  <a:cubicBezTo>
                    <a:pt x="4207463" y="663563"/>
                    <a:pt x="4380184" y="700837"/>
                    <a:pt x="4557726" y="730776"/>
                  </a:cubicBezTo>
                  <a:cubicBezTo>
                    <a:pt x="4739858" y="761507"/>
                    <a:pt x="4910328" y="782633"/>
                    <a:pt x="5078880" y="795404"/>
                  </a:cubicBezTo>
                  <a:cubicBezTo>
                    <a:pt x="5173605" y="802845"/>
                    <a:pt x="5286976" y="810391"/>
                    <a:pt x="5409372" y="810004"/>
                  </a:cubicBezTo>
                  <a:cubicBezTo>
                    <a:pt x="5409741" y="810004"/>
                    <a:pt x="5410127" y="810004"/>
                    <a:pt x="5410497" y="810004"/>
                  </a:cubicBezTo>
                  <a:cubicBezTo>
                    <a:pt x="5462055" y="810004"/>
                    <a:pt x="5515108" y="808052"/>
                    <a:pt x="5572665" y="804023"/>
                  </a:cubicBezTo>
                  <a:cubicBezTo>
                    <a:pt x="5763047" y="790830"/>
                    <a:pt x="5945935" y="751076"/>
                    <a:pt x="6115209" y="710090"/>
                  </a:cubicBezTo>
                  <a:cubicBezTo>
                    <a:pt x="6353807" y="652305"/>
                    <a:pt x="6592018" y="573077"/>
                    <a:pt x="6822384" y="496453"/>
                  </a:cubicBezTo>
                  <a:cubicBezTo>
                    <a:pt x="6931515" y="460146"/>
                    <a:pt x="7044359" y="422608"/>
                    <a:pt x="7156253" y="387673"/>
                  </a:cubicBezTo>
                  <a:cubicBezTo>
                    <a:pt x="7175302" y="381727"/>
                    <a:pt x="7194442" y="375694"/>
                    <a:pt x="7213686" y="369643"/>
                  </a:cubicBezTo>
                  <a:cubicBezTo>
                    <a:pt x="7383240" y="316255"/>
                    <a:pt x="7558566" y="261074"/>
                    <a:pt x="7736212" y="237802"/>
                  </a:cubicBezTo>
                  <a:cubicBezTo>
                    <a:pt x="7830321" y="225471"/>
                    <a:pt x="7924132" y="219754"/>
                    <a:pt x="8014846" y="214213"/>
                  </a:cubicBezTo>
                  <a:cubicBezTo>
                    <a:pt x="8028074" y="213404"/>
                    <a:pt x="8041302" y="212594"/>
                    <a:pt x="8054513" y="211768"/>
                  </a:cubicBezTo>
                  <a:cubicBezTo>
                    <a:pt x="8245986" y="199788"/>
                    <a:pt x="8715301" y="264223"/>
                    <a:pt x="9159145" y="444965"/>
                  </a:cubicBezTo>
                  <a:cubicBezTo>
                    <a:pt x="9533771" y="597510"/>
                    <a:pt x="9993465" y="876514"/>
                    <a:pt x="10056017" y="1339321"/>
                  </a:cubicBezTo>
                  <a:lnTo>
                    <a:pt x="10050898" y="1340042"/>
                  </a:ln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任意多边形: 形状 1384"/>
            <p:cNvSpPr/>
            <p:nvPr>
              <p:custDataLst>
                <p:tags r:id="rId5"/>
              </p:custDataLst>
            </p:nvPr>
          </p:nvSpPr>
          <p:spPr>
            <a:xfrm>
              <a:off x="2056456" y="3476962"/>
              <a:ext cx="10135051" cy="1249497"/>
            </a:xfrm>
            <a:custGeom>
              <a:avLst/>
              <a:gdLst>
                <a:gd name="connsiteX0" fmla="*/ 10129967 w 10135051"/>
                <a:gd name="connsiteY0" fmla="*/ 1249497 h 1249497"/>
                <a:gd name="connsiteX1" fmla="*/ 8206319 w 10135051"/>
                <a:gd name="connsiteY1" fmla="*/ 137476 h 1249497"/>
                <a:gd name="connsiteX2" fmla="*/ 8195959 w 10135051"/>
                <a:gd name="connsiteY2" fmla="*/ 137546 h 1249497"/>
                <a:gd name="connsiteX3" fmla="*/ 8092438 w 10135051"/>
                <a:gd name="connsiteY3" fmla="*/ 137546 h 1249497"/>
                <a:gd name="connsiteX4" fmla="*/ 7875740 w 10135051"/>
                <a:gd name="connsiteY4" fmla="*/ 142384 h 1249497"/>
                <a:gd name="connsiteX5" fmla="*/ 7368816 w 10135051"/>
                <a:gd name="connsiteY5" fmla="*/ 279660 h 1249497"/>
                <a:gd name="connsiteX6" fmla="*/ 7285367 w 10135051"/>
                <a:gd name="connsiteY6" fmla="*/ 310321 h 1249497"/>
                <a:gd name="connsiteX7" fmla="*/ 6903248 w 10135051"/>
                <a:gd name="connsiteY7" fmla="*/ 456779 h 1249497"/>
                <a:gd name="connsiteX8" fmla="*/ 6243268 w 10135051"/>
                <a:gd name="connsiteY8" fmla="*/ 694779 h 1249497"/>
                <a:gd name="connsiteX9" fmla="*/ 5692104 w 10135051"/>
                <a:gd name="connsiteY9" fmla="*/ 816049 h 1249497"/>
                <a:gd name="connsiteX10" fmla="*/ 5522355 w 10135051"/>
                <a:gd name="connsiteY10" fmla="*/ 821889 h 1249497"/>
                <a:gd name="connsiteX11" fmla="*/ 5185285 w 10135051"/>
                <a:gd name="connsiteY11" fmla="*/ 790929 h 1249497"/>
                <a:gd name="connsiteX12" fmla="*/ 4663322 w 10135051"/>
                <a:gd name="connsiteY12" fmla="*/ 692985 h 1249497"/>
                <a:gd name="connsiteX13" fmla="*/ 4135957 w 10135051"/>
                <a:gd name="connsiteY13" fmla="*/ 545717 h 1249497"/>
                <a:gd name="connsiteX14" fmla="*/ 3677108 w 10135051"/>
                <a:gd name="connsiteY14" fmla="*/ 384395 h 1249497"/>
                <a:gd name="connsiteX15" fmla="*/ 3660133 w 10135051"/>
                <a:gd name="connsiteY15" fmla="*/ 378167 h 1249497"/>
                <a:gd name="connsiteX16" fmla="*/ 3347462 w 10135051"/>
                <a:gd name="connsiteY16" fmla="*/ 273029 h 1249497"/>
                <a:gd name="connsiteX17" fmla="*/ 3287917 w 10135051"/>
                <a:gd name="connsiteY17" fmla="*/ 256036 h 1249497"/>
                <a:gd name="connsiteX18" fmla="*/ 1948416 w 10135051"/>
                <a:gd name="connsiteY18" fmla="*/ 5828 h 1249497"/>
                <a:gd name="connsiteX19" fmla="*/ 1025986 w 10135051"/>
                <a:gd name="connsiteY19" fmla="*/ 116227 h 1249497"/>
                <a:gd name="connsiteX20" fmla="*/ 529229 w 10135051"/>
                <a:gd name="connsiteY20" fmla="*/ 361281 h 1249497"/>
                <a:gd name="connsiteX21" fmla="*/ 4767 w 10135051"/>
                <a:gd name="connsiteY21" fmla="*/ 1189074 h 1249497"/>
                <a:gd name="connsiteX22" fmla="*/ 0 w 10135051"/>
                <a:gd name="connsiteY22" fmla="*/ 1187104 h 1249497"/>
                <a:gd name="connsiteX23" fmla="*/ 204226 w 10135051"/>
                <a:gd name="connsiteY23" fmla="*/ 754411 h 1249497"/>
                <a:gd name="connsiteX24" fmla="*/ 525869 w 10135051"/>
                <a:gd name="connsiteY24" fmla="*/ 357375 h 1249497"/>
                <a:gd name="connsiteX25" fmla="*/ 750412 w 10135051"/>
                <a:gd name="connsiteY25" fmla="*/ 206730 h 1249497"/>
                <a:gd name="connsiteX26" fmla="*/ 1024930 w 10135051"/>
                <a:gd name="connsiteY26" fmla="*/ 111178 h 1249497"/>
                <a:gd name="connsiteX27" fmla="*/ 1696308 w 10135051"/>
                <a:gd name="connsiteY27" fmla="*/ 9927 h 1249497"/>
                <a:gd name="connsiteX28" fmla="*/ 2237006 w 10135051"/>
                <a:gd name="connsiteY28" fmla="*/ 13850 h 1249497"/>
                <a:gd name="connsiteX29" fmla="*/ 3289325 w 10135051"/>
                <a:gd name="connsiteY29" fmla="*/ 251076 h 1249497"/>
                <a:gd name="connsiteX30" fmla="*/ 3348869 w 10135051"/>
                <a:gd name="connsiteY30" fmla="*/ 268068 h 1249497"/>
                <a:gd name="connsiteX31" fmla="*/ 3661892 w 10135051"/>
                <a:gd name="connsiteY31" fmla="*/ 373312 h 1249497"/>
                <a:gd name="connsiteX32" fmla="*/ 3678867 w 10135051"/>
                <a:gd name="connsiteY32" fmla="*/ 379540 h 1249497"/>
                <a:gd name="connsiteX33" fmla="*/ 4137523 w 10135051"/>
                <a:gd name="connsiteY33" fmla="*/ 540792 h 1249497"/>
                <a:gd name="connsiteX34" fmla="*/ 4664483 w 10135051"/>
                <a:gd name="connsiteY34" fmla="*/ 687954 h 1249497"/>
                <a:gd name="connsiteX35" fmla="*/ 5185954 w 10135051"/>
                <a:gd name="connsiteY35" fmla="*/ 785810 h 1249497"/>
                <a:gd name="connsiteX36" fmla="*/ 5522461 w 10135051"/>
                <a:gd name="connsiteY36" fmla="*/ 816717 h 1249497"/>
                <a:gd name="connsiteX37" fmla="*/ 5691647 w 10135051"/>
                <a:gd name="connsiteY37" fmla="*/ 810895 h 1249497"/>
                <a:gd name="connsiteX38" fmla="*/ 6241808 w 10135051"/>
                <a:gd name="connsiteY38" fmla="*/ 689819 h 1249497"/>
                <a:gd name="connsiteX39" fmla="*/ 6901348 w 10135051"/>
                <a:gd name="connsiteY39" fmla="*/ 451960 h 1249497"/>
                <a:gd name="connsiteX40" fmla="*/ 7283608 w 10135051"/>
                <a:gd name="connsiteY40" fmla="*/ 305448 h 1249497"/>
                <a:gd name="connsiteX41" fmla="*/ 7367022 w 10135051"/>
                <a:gd name="connsiteY41" fmla="*/ 274805 h 1249497"/>
                <a:gd name="connsiteX42" fmla="*/ 7875318 w 10135051"/>
                <a:gd name="connsiteY42" fmla="*/ 137212 h 1249497"/>
                <a:gd name="connsiteX43" fmla="*/ 8092473 w 10135051"/>
                <a:gd name="connsiteY43" fmla="*/ 132357 h 1249497"/>
                <a:gd name="connsiteX44" fmla="*/ 8195870 w 10135051"/>
                <a:gd name="connsiteY44" fmla="*/ 132357 h 1249497"/>
                <a:gd name="connsiteX45" fmla="*/ 8644482 w 10135051"/>
                <a:gd name="connsiteY45" fmla="*/ 186993 h 1249497"/>
                <a:gd name="connsiteX46" fmla="*/ 9265762 w 10135051"/>
                <a:gd name="connsiteY46" fmla="*/ 375142 h 1249497"/>
                <a:gd name="connsiteX47" fmla="*/ 9837050 w 10135051"/>
                <a:gd name="connsiteY47" fmla="*/ 720866 h 1249497"/>
                <a:gd name="connsiteX48" fmla="*/ 10135051 w 10135051"/>
                <a:gd name="connsiteY48" fmla="*/ 1248741 h 1249497"/>
                <a:gd name="connsiteX49" fmla="*/ 10129967 w 10135051"/>
                <a:gd name="connsiteY49" fmla="*/ 1249497 h 1249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135051" h="1249497">
                  <a:moveTo>
                    <a:pt x="10129967" y="1249497"/>
                  </a:moveTo>
                  <a:cubicBezTo>
                    <a:pt x="10015083" y="416550"/>
                    <a:pt x="8584691" y="137476"/>
                    <a:pt x="8206319" y="137476"/>
                  </a:cubicBezTo>
                  <a:cubicBezTo>
                    <a:pt x="8202748" y="137476"/>
                    <a:pt x="8199336" y="137494"/>
                    <a:pt x="8195959" y="137546"/>
                  </a:cubicBezTo>
                  <a:cubicBezTo>
                    <a:pt x="8161551" y="138057"/>
                    <a:pt x="8126423" y="137793"/>
                    <a:pt x="8092438" y="137546"/>
                  </a:cubicBezTo>
                  <a:cubicBezTo>
                    <a:pt x="8022287" y="137036"/>
                    <a:pt x="7949762" y="136509"/>
                    <a:pt x="7875740" y="142384"/>
                  </a:cubicBezTo>
                  <a:cubicBezTo>
                    <a:pt x="7701999" y="156193"/>
                    <a:pt x="7532619" y="218973"/>
                    <a:pt x="7368816" y="279660"/>
                  </a:cubicBezTo>
                  <a:cubicBezTo>
                    <a:pt x="7341287" y="289863"/>
                    <a:pt x="7312825" y="300417"/>
                    <a:pt x="7285367" y="310321"/>
                  </a:cubicBezTo>
                  <a:cubicBezTo>
                    <a:pt x="7156674" y="356760"/>
                    <a:pt x="7027841" y="407596"/>
                    <a:pt x="6903248" y="456779"/>
                  </a:cubicBezTo>
                  <a:cubicBezTo>
                    <a:pt x="6688890" y="541390"/>
                    <a:pt x="6467214" y="628885"/>
                    <a:pt x="6243268" y="694779"/>
                  </a:cubicBezTo>
                  <a:cubicBezTo>
                    <a:pt x="6086097" y="741025"/>
                    <a:pt x="5890491" y="798581"/>
                    <a:pt x="5692104" y="816049"/>
                  </a:cubicBezTo>
                  <a:cubicBezTo>
                    <a:pt x="5634020" y="821220"/>
                    <a:pt x="5576921" y="823190"/>
                    <a:pt x="5522355" y="821889"/>
                  </a:cubicBezTo>
                  <a:cubicBezTo>
                    <a:pt x="5401667" y="819021"/>
                    <a:pt x="5289668" y="805037"/>
                    <a:pt x="5185285" y="790929"/>
                  </a:cubicBezTo>
                  <a:cubicBezTo>
                    <a:pt x="5019143" y="768501"/>
                    <a:pt x="4853282" y="737366"/>
                    <a:pt x="4663322" y="692985"/>
                  </a:cubicBezTo>
                  <a:cubicBezTo>
                    <a:pt x="4489738" y="652422"/>
                    <a:pt x="4317246" y="604241"/>
                    <a:pt x="4135957" y="545717"/>
                  </a:cubicBezTo>
                  <a:cubicBezTo>
                    <a:pt x="3976411" y="494195"/>
                    <a:pt x="3824253" y="438380"/>
                    <a:pt x="3677108" y="384395"/>
                  </a:cubicBezTo>
                  <a:lnTo>
                    <a:pt x="3660133" y="378167"/>
                  </a:lnTo>
                  <a:cubicBezTo>
                    <a:pt x="3542787" y="335123"/>
                    <a:pt x="3444702" y="300769"/>
                    <a:pt x="3347462" y="273029"/>
                  </a:cubicBezTo>
                  <a:cubicBezTo>
                    <a:pt x="3327391" y="267294"/>
                    <a:pt x="3307549" y="261630"/>
                    <a:pt x="3287917" y="256036"/>
                  </a:cubicBezTo>
                  <a:cubicBezTo>
                    <a:pt x="2776543" y="109965"/>
                    <a:pt x="2411944" y="5828"/>
                    <a:pt x="1948416" y="5828"/>
                  </a:cubicBezTo>
                  <a:cubicBezTo>
                    <a:pt x="1687073" y="5828"/>
                    <a:pt x="1394349" y="38899"/>
                    <a:pt x="1025986" y="116227"/>
                  </a:cubicBezTo>
                  <a:cubicBezTo>
                    <a:pt x="837960" y="155682"/>
                    <a:pt x="675477" y="235842"/>
                    <a:pt x="529229" y="361281"/>
                  </a:cubicBezTo>
                  <a:cubicBezTo>
                    <a:pt x="248027" y="602464"/>
                    <a:pt x="113142" y="927731"/>
                    <a:pt x="4767" y="1189074"/>
                  </a:cubicBezTo>
                  <a:lnTo>
                    <a:pt x="0" y="1187104"/>
                  </a:lnTo>
                  <a:cubicBezTo>
                    <a:pt x="61514" y="1038780"/>
                    <a:pt x="123415" y="894080"/>
                    <a:pt x="204226" y="754411"/>
                  </a:cubicBezTo>
                  <a:cubicBezTo>
                    <a:pt x="297878" y="592561"/>
                    <a:pt x="403087" y="462690"/>
                    <a:pt x="525869" y="357375"/>
                  </a:cubicBezTo>
                  <a:cubicBezTo>
                    <a:pt x="595862" y="297339"/>
                    <a:pt x="671413" y="246661"/>
                    <a:pt x="750412" y="206730"/>
                  </a:cubicBezTo>
                  <a:cubicBezTo>
                    <a:pt x="835603" y="163686"/>
                    <a:pt x="927971" y="131531"/>
                    <a:pt x="1024930" y="111178"/>
                  </a:cubicBezTo>
                  <a:cubicBezTo>
                    <a:pt x="1276897" y="58301"/>
                    <a:pt x="1496497" y="25178"/>
                    <a:pt x="1696308" y="9927"/>
                  </a:cubicBezTo>
                  <a:cubicBezTo>
                    <a:pt x="1885336" y="-4497"/>
                    <a:pt x="2062191" y="-3213"/>
                    <a:pt x="2237006" y="13850"/>
                  </a:cubicBezTo>
                  <a:cubicBezTo>
                    <a:pt x="2574023" y="46744"/>
                    <a:pt x="2889686" y="136913"/>
                    <a:pt x="3289325" y="251076"/>
                  </a:cubicBezTo>
                  <a:cubicBezTo>
                    <a:pt x="3308938" y="256687"/>
                    <a:pt x="3328780" y="262351"/>
                    <a:pt x="3348869" y="268068"/>
                  </a:cubicBezTo>
                  <a:cubicBezTo>
                    <a:pt x="3446250" y="295844"/>
                    <a:pt x="3544440" y="330233"/>
                    <a:pt x="3661892" y="373312"/>
                  </a:cubicBezTo>
                  <a:lnTo>
                    <a:pt x="3678867" y="379540"/>
                  </a:lnTo>
                  <a:cubicBezTo>
                    <a:pt x="3825959" y="433507"/>
                    <a:pt x="3978065" y="489304"/>
                    <a:pt x="4137523" y="540792"/>
                  </a:cubicBezTo>
                  <a:cubicBezTo>
                    <a:pt x="4318670" y="599280"/>
                    <a:pt x="4491040" y="647426"/>
                    <a:pt x="4664483" y="687954"/>
                  </a:cubicBezTo>
                  <a:cubicBezTo>
                    <a:pt x="4854284" y="732300"/>
                    <a:pt x="5019988" y="763400"/>
                    <a:pt x="5185954" y="785810"/>
                  </a:cubicBezTo>
                  <a:cubicBezTo>
                    <a:pt x="5290195" y="799883"/>
                    <a:pt x="5402053" y="813867"/>
                    <a:pt x="5522461" y="816717"/>
                  </a:cubicBezTo>
                  <a:cubicBezTo>
                    <a:pt x="5576834" y="818001"/>
                    <a:pt x="5633756" y="816049"/>
                    <a:pt x="5691647" y="810895"/>
                  </a:cubicBezTo>
                  <a:cubicBezTo>
                    <a:pt x="5889541" y="793480"/>
                    <a:pt x="6084866" y="736012"/>
                    <a:pt x="6241808" y="689819"/>
                  </a:cubicBezTo>
                  <a:cubicBezTo>
                    <a:pt x="6465542" y="623978"/>
                    <a:pt x="6687095" y="536535"/>
                    <a:pt x="6901348" y="451960"/>
                  </a:cubicBezTo>
                  <a:cubicBezTo>
                    <a:pt x="7025977" y="402777"/>
                    <a:pt x="7154845" y="351905"/>
                    <a:pt x="7283608" y="305448"/>
                  </a:cubicBezTo>
                  <a:cubicBezTo>
                    <a:pt x="7311049" y="295545"/>
                    <a:pt x="7339493" y="285008"/>
                    <a:pt x="7367022" y="274805"/>
                  </a:cubicBezTo>
                  <a:cubicBezTo>
                    <a:pt x="7531142" y="213977"/>
                    <a:pt x="7700856" y="151091"/>
                    <a:pt x="7875318" y="137212"/>
                  </a:cubicBezTo>
                  <a:cubicBezTo>
                    <a:pt x="7949567" y="131302"/>
                    <a:pt x="8022217" y="131847"/>
                    <a:pt x="8092473" y="132357"/>
                  </a:cubicBezTo>
                  <a:cubicBezTo>
                    <a:pt x="8126423" y="132604"/>
                    <a:pt x="8161533" y="132867"/>
                    <a:pt x="8195870" y="132357"/>
                  </a:cubicBezTo>
                  <a:cubicBezTo>
                    <a:pt x="8302539" y="130809"/>
                    <a:pt x="8470247" y="151232"/>
                    <a:pt x="8644482" y="186993"/>
                  </a:cubicBezTo>
                  <a:cubicBezTo>
                    <a:pt x="8796077" y="218111"/>
                    <a:pt x="9026900" y="276002"/>
                    <a:pt x="9265762" y="375142"/>
                  </a:cubicBezTo>
                  <a:cubicBezTo>
                    <a:pt x="9501176" y="472840"/>
                    <a:pt x="9693370" y="589166"/>
                    <a:pt x="9837050" y="720866"/>
                  </a:cubicBezTo>
                  <a:cubicBezTo>
                    <a:pt x="10008100" y="877686"/>
                    <a:pt x="10108366" y="1055280"/>
                    <a:pt x="10135051" y="1248741"/>
                  </a:cubicBezTo>
                  <a:lnTo>
                    <a:pt x="10129967" y="1249497"/>
                  </a:ln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任意多边形: 形状 1385"/>
            <p:cNvSpPr/>
            <p:nvPr>
              <p:custDataLst>
                <p:tags r:id="rId6"/>
              </p:custDataLst>
            </p:nvPr>
          </p:nvSpPr>
          <p:spPr>
            <a:xfrm>
              <a:off x="1977475" y="3499389"/>
              <a:ext cx="10214067" cy="1176955"/>
            </a:xfrm>
            <a:custGeom>
              <a:avLst/>
              <a:gdLst>
                <a:gd name="connsiteX0" fmla="*/ 10208984 w 10214067"/>
                <a:gd name="connsiteY0" fmla="*/ 1176955 h 1176955"/>
                <a:gd name="connsiteX1" fmla="*/ 9370109 w 10214067"/>
                <a:gd name="connsiteY1" fmla="*/ 327842 h 1176955"/>
                <a:gd name="connsiteX2" fmla="*/ 8336982 w 10214067"/>
                <a:gd name="connsiteY2" fmla="*/ 76104 h 1176955"/>
                <a:gd name="connsiteX3" fmla="*/ 8216574 w 10214067"/>
                <a:gd name="connsiteY3" fmla="*/ 68259 h 1176955"/>
                <a:gd name="connsiteX4" fmla="*/ 8014512 w 10214067"/>
                <a:gd name="connsiteY4" fmla="*/ 59780 h 1176955"/>
                <a:gd name="connsiteX5" fmla="*/ 7503771 w 10214067"/>
                <a:gd name="connsiteY5" fmla="*/ 207716 h 1176955"/>
                <a:gd name="connsiteX6" fmla="*/ 7412845 w 10214067"/>
                <a:gd name="connsiteY6" fmla="*/ 245976 h 1176955"/>
                <a:gd name="connsiteX7" fmla="*/ 6999643 w 10214067"/>
                <a:gd name="connsiteY7" fmla="*/ 428249 h 1176955"/>
                <a:gd name="connsiteX8" fmla="*/ 6370008 w 10214067"/>
                <a:gd name="connsiteY8" fmla="*/ 692389 h 1176955"/>
                <a:gd name="connsiteX9" fmla="*/ 6346489 w 10214067"/>
                <a:gd name="connsiteY9" fmla="*/ 700533 h 1176955"/>
                <a:gd name="connsiteX10" fmla="*/ 5811087 w 10214067"/>
                <a:gd name="connsiteY10" fmla="*/ 840835 h 1176955"/>
                <a:gd name="connsiteX11" fmla="*/ 5635234 w 10214067"/>
                <a:gd name="connsiteY11" fmla="*/ 846534 h 1176955"/>
                <a:gd name="connsiteX12" fmla="*/ 5291972 w 10214067"/>
                <a:gd name="connsiteY12" fmla="*/ 799251 h 1176955"/>
                <a:gd name="connsiteX13" fmla="*/ 4769674 w 10214067"/>
                <a:gd name="connsiteY13" fmla="*/ 668026 h 1176955"/>
                <a:gd name="connsiteX14" fmla="*/ 4243418 w 10214067"/>
                <a:gd name="connsiteY14" fmla="*/ 487476 h 1176955"/>
                <a:gd name="connsiteX15" fmla="*/ 3928090 w 10214067"/>
                <a:gd name="connsiteY15" fmla="*/ 361036 h 1176955"/>
                <a:gd name="connsiteX16" fmla="*/ 3764040 w 10214067"/>
                <a:gd name="connsiteY16" fmla="*/ 294174 h 1176955"/>
                <a:gd name="connsiteX17" fmla="*/ 3441764 w 10214067"/>
                <a:gd name="connsiteY17" fmla="*/ 182967 h 1176955"/>
                <a:gd name="connsiteX18" fmla="*/ 1102610 w 10214067"/>
                <a:gd name="connsiteY18" fmla="*/ 168208 h 1176955"/>
                <a:gd name="connsiteX19" fmla="*/ 582229 w 10214067"/>
                <a:gd name="connsiteY19" fmla="*/ 406947 h 1176955"/>
                <a:gd name="connsiteX20" fmla="*/ 4503 w 10214067"/>
                <a:gd name="connsiteY20" fmla="*/ 1160051 h 1176955"/>
                <a:gd name="connsiteX21" fmla="*/ 0 w 10214067"/>
                <a:gd name="connsiteY21" fmla="*/ 1157693 h 1176955"/>
                <a:gd name="connsiteX22" fmla="*/ 579133 w 10214067"/>
                <a:gd name="connsiteY22" fmla="*/ 402919 h 1176955"/>
                <a:gd name="connsiteX23" fmla="*/ 1101590 w 10214067"/>
                <a:gd name="connsiteY23" fmla="*/ 163247 h 1176955"/>
                <a:gd name="connsiteX24" fmla="*/ 2378170 w 10214067"/>
                <a:gd name="connsiteY24" fmla="*/ 359 h 1176955"/>
                <a:gd name="connsiteX25" fmla="*/ 3443048 w 10214067"/>
                <a:gd name="connsiteY25" fmla="*/ 178059 h 1176955"/>
                <a:gd name="connsiteX26" fmla="*/ 3765940 w 10214067"/>
                <a:gd name="connsiteY26" fmla="*/ 289460 h 1176955"/>
                <a:gd name="connsiteX27" fmla="*/ 3930025 w 10214067"/>
                <a:gd name="connsiteY27" fmla="*/ 356339 h 1176955"/>
                <a:gd name="connsiteX28" fmla="*/ 4245247 w 10214067"/>
                <a:gd name="connsiteY28" fmla="*/ 482744 h 1176955"/>
                <a:gd name="connsiteX29" fmla="*/ 4771151 w 10214067"/>
                <a:gd name="connsiteY29" fmla="*/ 663171 h 1176955"/>
                <a:gd name="connsiteX30" fmla="*/ 5292957 w 10214067"/>
                <a:gd name="connsiteY30" fmla="*/ 794273 h 1176955"/>
                <a:gd name="connsiteX31" fmla="*/ 5635497 w 10214067"/>
                <a:gd name="connsiteY31" fmla="*/ 841486 h 1176955"/>
                <a:gd name="connsiteX32" fmla="*/ 5810576 w 10214067"/>
                <a:gd name="connsiteY32" fmla="*/ 835822 h 1176955"/>
                <a:gd name="connsiteX33" fmla="*/ 6344854 w 10214067"/>
                <a:gd name="connsiteY33" fmla="*/ 695766 h 1176955"/>
                <a:gd name="connsiteX34" fmla="*/ 6368372 w 10214067"/>
                <a:gd name="connsiteY34" fmla="*/ 687604 h 1176955"/>
                <a:gd name="connsiteX35" fmla="*/ 6997550 w 10214067"/>
                <a:gd name="connsiteY35" fmla="*/ 423640 h 1176955"/>
                <a:gd name="connsiteX36" fmla="*/ 7410946 w 10214067"/>
                <a:gd name="connsiteY36" fmla="*/ 241279 h 1176955"/>
                <a:gd name="connsiteX37" fmla="*/ 7501801 w 10214067"/>
                <a:gd name="connsiteY37" fmla="*/ 203037 h 1176955"/>
                <a:gd name="connsiteX38" fmla="*/ 8014389 w 10214067"/>
                <a:gd name="connsiteY38" fmla="*/ 54696 h 1176955"/>
                <a:gd name="connsiteX39" fmla="*/ 8217014 w 10214067"/>
                <a:gd name="connsiteY39" fmla="*/ 63175 h 1176955"/>
                <a:gd name="connsiteX40" fmla="*/ 8337192 w 10214067"/>
                <a:gd name="connsiteY40" fmla="*/ 71003 h 1176955"/>
                <a:gd name="connsiteX41" fmla="*/ 8771609 w 10214067"/>
                <a:gd name="connsiteY41" fmla="*/ 134680 h 1176955"/>
                <a:gd name="connsiteX42" fmla="*/ 9372131 w 10214067"/>
                <a:gd name="connsiteY42" fmla="*/ 323145 h 1176955"/>
                <a:gd name="connsiteX43" fmla="*/ 9924545 w 10214067"/>
                <a:gd name="connsiteY43" fmla="*/ 661728 h 1176955"/>
                <a:gd name="connsiteX44" fmla="*/ 10214068 w 10214067"/>
                <a:gd name="connsiteY44" fmla="*/ 1176234 h 1176955"/>
                <a:gd name="connsiteX45" fmla="*/ 10208984 w 10214067"/>
                <a:gd name="connsiteY45" fmla="*/ 1176955 h 1176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0214067" h="1176955">
                  <a:moveTo>
                    <a:pt x="10208984" y="1176955"/>
                  </a:moveTo>
                  <a:cubicBezTo>
                    <a:pt x="10147857" y="742908"/>
                    <a:pt x="9719052" y="475638"/>
                    <a:pt x="9370109" y="327842"/>
                  </a:cubicBezTo>
                  <a:cubicBezTo>
                    <a:pt x="8965385" y="156440"/>
                    <a:pt x="8521629" y="82454"/>
                    <a:pt x="8336982" y="76104"/>
                  </a:cubicBezTo>
                  <a:cubicBezTo>
                    <a:pt x="8297034" y="74732"/>
                    <a:pt x="8256136" y="71443"/>
                    <a:pt x="8216574" y="68259"/>
                  </a:cubicBezTo>
                  <a:cubicBezTo>
                    <a:pt x="8151560" y="63034"/>
                    <a:pt x="8084328" y="57616"/>
                    <a:pt x="8014512" y="59780"/>
                  </a:cubicBezTo>
                  <a:cubicBezTo>
                    <a:pt x="7837850" y="65268"/>
                    <a:pt x="7660362" y="140943"/>
                    <a:pt x="7503771" y="207716"/>
                  </a:cubicBezTo>
                  <a:cubicBezTo>
                    <a:pt x="7472283" y="221156"/>
                    <a:pt x="7442520" y="233838"/>
                    <a:pt x="7412845" y="245976"/>
                  </a:cubicBezTo>
                  <a:cubicBezTo>
                    <a:pt x="7272895" y="303251"/>
                    <a:pt x="7133982" y="366805"/>
                    <a:pt x="6999643" y="428249"/>
                  </a:cubicBezTo>
                  <a:cubicBezTo>
                    <a:pt x="6795734" y="521532"/>
                    <a:pt x="6584876" y="617980"/>
                    <a:pt x="6370008" y="692389"/>
                  </a:cubicBezTo>
                  <a:lnTo>
                    <a:pt x="6346489" y="700533"/>
                  </a:lnTo>
                  <a:cubicBezTo>
                    <a:pt x="6175861" y="759725"/>
                    <a:pt x="5999428" y="820940"/>
                    <a:pt x="5811087" y="840835"/>
                  </a:cubicBezTo>
                  <a:cubicBezTo>
                    <a:pt x="5750944" y="847273"/>
                    <a:pt x="5691787" y="849191"/>
                    <a:pt x="5635234" y="846534"/>
                  </a:cubicBezTo>
                  <a:cubicBezTo>
                    <a:pt x="5516145" y="840923"/>
                    <a:pt x="5409318" y="821802"/>
                    <a:pt x="5291972" y="799251"/>
                  </a:cubicBezTo>
                  <a:cubicBezTo>
                    <a:pt x="5130350" y="768186"/>
                    <a:pt x="4969273" y="727710"/>
                    <a:pt x="4769674" y="668026"/>
                  </a:cubicBezTo>
                  <a:cubicBezTo>
                    <a:pt x="4601157" y="617629"/>
                    <a:pt x="4429016" y="558577"/>
                    <a:pt x="4243418" y="487476"/>
                  </a:cubicBezTo>
                  <a:cubicBezTo>
                    <a:pt x="4135711" y="446209"/>
                    <a:pt x="4030150" y="402901"/>
                    <a:pt x="3928090" y="361036"/>
                  </a:cubicBezTo>
                  <a:cubicBezTo>
                    <a:pt x="3874228" y="338942"/>
                    <a:pt x="3818536" y="316092"/>
                    <a:pt x="3764040" y="294174"/>
                  </a:cubicBezTo>
                  <a:cubicBezTo>
                    <a:pt x="3674329" y="258096"/>
                    <a:pt x="3556630" y="212853"/>
                    <a:pt x="3441764" y="182967"/>
                  </a:cubicBezTo>
                  <a:cubicBezTo>
                    <a:pt x="2591631" y="-38147"/>
                    <a:pt x="2227630" y="-62949"/>
                    <a:pt x="1102610" y="168208"/>
                  </a:cubicBezTo>
                  <a:cubicBezTo>
                    <a:pt x="910257" y="207734"/>
                    <a:pt x="740051" y="285818"/>
                    <a:pt x="582229" y="406947"/>
                  </a:cubicBezTo>
                  <a:cubicBezTo>
                    <a:pt x="298863" y="624419"/>
                    <a:pt x="147250" y="887274"/>
                    <a:pt x="4503" y="1160051"/>
                  </a:cubicBezTo>
                  <a:lnTo>
                    <a:pt x="0" y="1157693"/>
                  </a:lnTo>
                  <a:cubicBezTo>
                    <a:pt x="143029" y="884389"/>
                    <a:pt x="294958" y="621024"/>
                    <a:pt x="579133" y="402919"/>
                  </a:cubicBezTo>
                  <a:cubicBezTo>
                    <a:pt x="737571" y="281315"/>
                    <a:pt x="908463" y="202914"/>
                    <a:pt x="1101590" y="163247"/>
                  </a:cubicBezTo>
                  <a:cubicBezTo>
                    <a:pt x="1696114" y="41081"/>
                    <a:pt x="2054012" y="-4584"/>
                    <a:pt x="2378170" y="359"/>
                  </a:cubicBezTo>
                  <a:cubicBezTo>
                    <a:pt x="2717263" y="5531"/>
                    <a:pt x="3025396" y="69437"/>
                    <a:pt x="3443048" y="178059"/>
                  </a:cubicBezTo>
                  <a:cubicBezTo>
                    <a:pt x="3558196" y="208015"/>
                    <a:pt x="3676088" y="253329"/>
                    <a:pt x="3765940" y="289460"/>
                  </a:cubicBezTo>
                  <a:cubicBezTo>
                    <a:pt x="3820453" y="311378"/>
                    <a:pt x="3876162" y="334245"/>
                    <a:pt x="3930025" y="356339"/>
                  </a:cubicBezTo>
                  <a:cubicBezTo>
                    <a:pt x="4032068" y="398204"/>
                    <a:pt x="4137593" y="441512"/>
                    <a:pt x="4245247" y="482744"/>
                  </a:cubicBezTo>
                  <a:cubicBezTo>
                    <a:pt x="4430739" y="553793"/>
                    <a:pt x="4602757" y="612809"/>
                    <a:pt x="4771151" y="663171"/>
                  </a:cubicBezTo>
                  <a:cubicBezTo>
                    <a:pt x="4970575" y="722803"/>
                    <a:pt x="5131494" y="763243"/>
                    <a:pt x="5292957" y="794273"/>
                  </a:cubicBezTo>
                  <a:cubicBezTo>
                    <a:pt x="5410110" y="816789"/>
                    <a:pt x="5516744" y="835892"/>
                    <a:pt x="5635497" y="841486"/>
                  </a:cubicBezTo>
                  <a:cubicBezTo>
                    <a:pt x="5691787" y="844142"/>
                    <a:pt x="5750680" y="842225"/>
                    <a:pt x="5810576" y="835822"/>
                  </a:cubicBezTo>
                  <a:cubicBezTo>
                    <a:pt x="5998337" y="815980"/>
                    <a:pt x="6174489" y="754870"/>
                    <a:pt x="6344854" y="695766"/>
                  </a:cubicBezTo>
                  <a:lnTo>
                    <a:pt x="6368372" y="687604"/>
                  </a:lnTo>
                  <a:cubicBezTo>
                    <a:pt x="6582994" y="613266"/>
                    <a:pt x="6793746" y="516870"/>
                    <a:pt x="6997550" y="423640"/>
                  </a:cubicBezTo>
                  <a:cubicBezTo>
                    <a:pt x="7131942" y="362161"/>
                    <a:pt x="7270907" y="298607"/>
                    <a:pt x="7410946" y="241279"/>
                  </a:cubicBezTo>
                  <a:cubicBezTo>
                    <a:pt x="7440585" y="229142"/>
                    <a:pt x="7470331" y="216459"/>
                    <a:pt x="7501801" y="203037"/>
                  </a:cubicBezTo>
                  <a:cubicBezTo>
                    <a:pt x="7658813" y="136088"/>
                    <a:pt x="7836760" y="60202"/>
                    <a:pt x="8014389" y="54696"/>
                  </a:cubicBezTo>
                  <a:cubicBezTo>
                    <a:pt x="8084469" y="52533"/>
                    <a:pt x="8151859" y="57933"/>
                    <a:pt x="8217014" y="63175"/>
                  </a:cubicBezTo>
                  <a:cubicBezTo>
                    <a:pt x="8258335" y="66499"/>
                    <a:pt x="8297368" y="69631"/>
                    <a:pt x="8337192" y="71003"/>
                  </a:cubicBezTo>
                  <a:cubicBezTo>
                    <a:pt x="8445110" y="74714"/>
                    <a:pt x="8607506" y="98532"/>
                    <a:pt x="8771609" y="134680"/>
                  </a:cubicBezTo>
                  <a:cubicBezTo>
                    <a:pt x="8919492" y="167258"/>
                    <a:pt x="9143718" y="226415"/>
                    <a:pt x="9372131" y="323145"/>
                  </a:cubicBezTo>
                  <a:cubicBezTo>
                    <a:pt x="9599999" y="419647"/>
                    <a:pt x="9785861" y="533563"/>
                    <a:pt x="9924545" y="661728"/>
                  </a:cubicBezTo>
                  <a:cubicBezTo>
                    <a:pt x="10090124" y="814748"/>
                    <a:pt x="10187523" y="987857"/>
                    <a:pt x="10214068" y="1176234"/>
                  </a:cubicBezTo>
                  <a:lnTo>
                    <a:pt x="10208984" y="1176955"/>
                  </a:ln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任意多边形: 形状 1386"/>
            <p:cNvSpPr/>
            <p:nvPr>
              <p:custDataLst>
                <p:tags r:id="rId7"/>
              </p:custDataLst>
            </p:nvPr>
          </p:nvSpPr>
          <p:spPr>
            <a:xfrm>
              <a:off x="1898476" y="3493868"/>
              <a:ext cx="10293013" cy="1159010"/>
            </a:xfrm>
            <a:custGeom>
              <a:avLst/>
              <a:gdLst>
                <a:gd name="connsiteX0" fmla="*/ 4187 w 10293013"/>
                <a:gd name="connsiteY0" fmla="*/ 1159010 h 1159010"/>
                <a:gd name="connsiteX1" fmla="*/ 0 w 10293013"/>
                <a:gd name="connsiteY1" fmla="*/ 1156249 h 1159010"/>
                <a:gd name="connsiteX2" fmla="*/ 632380 w 10293013"/>
                <a:gd name="connsiteY2" fmla="*/ 476445 h 1159010"/>
                <a:gd name="connsiteX3" fmla="*/ 1178232 w 10293013"/>
                <a:gd name="connsiteY3" fmla="*/ 243265 h 1159010"/>
                <a:gd name="connsiteX4" fmla="*/ 1392784 w 10293013"/>
                <a:gd name="connsiteY4" fmla="*/ 199834 h 1159010"/>
                <a:gd name="connsiteX5" fmla="*/ 2555641 w 10293013"/>
                <a:gd name="connsiteY5" fmla="*/ 7833 h 1159010"/>
                <a:gd name="connsiteX6" fmla="*/ 3537228 w 10293013"/>
                <a:gd name="connsiteY6" fmla="*/ 115980 h 1159010"/>
                <a:gd name="connsiteX7" fmla="*/ 3869988 w 10293013"/>
                <a:gd name="connsiteY7" fmla="*/ 233537 h 1159010"/>
                <a:gd name="connsiteX8" fmla="*/ 4128287 w 10293013"/>
                <a:gd name="connsiteY8" fmla="*/ 350444 h 1159010"/>
                <a:gd name="connsiteX9" fmla="*/ 4352972 w 10293013"/>
                <a:gd name="connsiteY9" fmla="*/ 452627 h 1159010"/>
                <a:gd name="connsiteX10" fmla="*/ 4877803 w 10293013"/>
                <a:gd name="connsiteY10" fmla="*/ 666317 h 1159010"/>
                <a:gd name="connsiteX11" fmla="*/ 5399925 w 10293013"/>
                <a:gd name="connsiteY11" fmla="*/ 830665 h 1159010"/>
                <a:gd name="connsiteX12" fmla="*/ 5748499 w 10293013"/>
                <a:gd name="connsiteY12" fmla="*/ 894167 h 1159010"/>
                <a:gd name="connsiteX13" fmla="*/ 5929470 w 10293013"/>
                <a:gd name="connsiteY13" fmla="*/ 888644 h 1159010"/>
                <a:gd name="connsiteX14" fmla="*/ 6450009 w 10293013"/>
                <a:gd name="connsiteY14" fmla="*/ 731261 h 1159010"/>
                <a:gd name="connsiteX15" fmla="*/ 6494900 w 10293013"/>
                <a:gd name="connsiteY15" fmla="*/ 713284 h 1159010"/>
                <a:gd name="connsiteX16" fmla="*/ 7103128 w 10293013"/>
                <a:gd name="connsiteY16" fmla="*/ 422196 h 1159010"/>
                <a:gd name="connsiteX17" fmla="*/ 7538248 w 10293013"/>
                <a:gd name="connsiteY17" fmla="*/ 205005 h 1159010"/>
                <a:gd name="connsiteX18" fmla="*/ 7631232 w 10293013"/>
                <a:gd name="connsiteY18" fmla="*/ 160923 h 1159010"/>
                <a:gd name="connsiteX19" fmla="*/ 8153407 w 10293013"/>
                <a:gd name="connsiteY19" fmla="*/ 58 h 1159010"/>
                <a:gd name="connsiteX20" fmla="*/ 8351916 w 10293013"/>
                <a:gd name="connsiteY20" fmla="*/ 20973 h 1159010"/>
                <a:gd name="connsiteX21" fmla="*/ 8478462 w 10293013"/>
                <a:gd name="connsiteY21" fmla="*/ 37561 h 1159010"/>
                <a:gd name="connsiteX22" fmla="*/ 9478220 w 10293013"/>
                <a:gd name="connsiteY22" fmla="*/ 298763 h 1159010"/>
                <a:gd name="connsiteX23" fmla="*/ 10011899 w 10293013"/>
                <a:gd name="connsiteY23" fmla="*/ 630380 h 1159010"/>
                <a:gd name="connsiteX24" fmla="*/ 10293014 w 10293013"/>
                <a:gd name="connsiteY24" fmla="*/ 1131604 h 1159010"/>
                <a:gd name="connsiteX25" fmla="*/ 10288035 w 10293013"/>
                <a:gd name="connsiteY25" fmla="*/ 1132326 h 1159010"/>
                <a:gd name="connsiteX26" fmla="*/ 9476232 w 10293013"/>
                <a:gd name="connsiteY26" fmla="*/ 303371 h 1159010"/>
                <a:gd name="connsiteX27" fmla="*/ 8478040 w 10293013"/>
                <a:gd name="connsiteY27" fmla="*/ 42557 h 1159010"/>
                <a:gd name="connsiteX28" fmla="*/ 8351142 w 10293013"/>
                <a:gd name="connsiteY28" fmla="*/ 25934 h 1159010"/>
                <a:gd name="connsiteX29" fmla="*/ 8153337 w 10293013"/>
                <a:gd name="connsiteY29" fmla="*/ 5071 h 1159010"/>
                <a:gd name="connsiteX30" fmla="*/ 7633413 w 10293013"/>
                <a:gd name="connsiteY30" fmla="*/ 165444 h 1159010"/>
                <a:gd name="connsiteX31" fmla="*/ 7540342 w 10293013"/>
                <a:gd name="connsiteY31" fmla="*/ 209561 h 1159010"/>
                <a:gd name="connsiteX32" fmla="*/ 7105451 w 10293013"/>
                <a:gd name="connsiteY32" fmla="*/ 426628 h 1159010"/>
                <a:gd name="connsiteX33" fmla="*/ 6496765 w 10293013"/>
                <a:gd name="connsiteY33" fmla="*/ 717928 h 1159010"/>
                <a:gd name="connsiteX34" fmla="*/ 6451892 w 10293013"/>
                <a:gd name="connsiteY34" fmla="*/ 735888 h 1159010"/>
                <a:gd name="connsiteX35" fmla="*/ 5930104 w 10293013"/>
                <a:gd name="connsiteY35" fmla="*/ 893587 h 1159010"/>
                <a:gd name="connsiteX36" fmla="*/ 5748182 w 10293013"/>
                <a:gd name="connsiteY36" fmla="*/ 899128 h 1159010"/>
                <a:gd name="connsiteX37" fmla="*/ 5398746 w 10293013"/>
                <a:gd name="connsiteY37" fmla="*/ 835485 h 1159010"/>
                <a:gd name="connsiteX38" fmla="*/ 4876114 w 10293013"/>
                <a:gd name="connsiteY38" fmla="*/ 670978 h 1159010"/>
                <a:gd name="connsiteX39" fmla="*/ 4350966 w 10293013"/>
                <a:gd name="connsiteY39" fmla="*/ 457166 h 1159010"/>
                <a:gd name="connsiteX40" fmla="*/ 4126212 w 10293013"/>
                <a:gd name="connsiteY40" fmla="*/ 354947 h 1159010"/>
                <a:gd name="connsiteX41" fmla="*/ 3868018 w 10293013"/>
                <a:gd name="connsiteY41" fmla="*/ 238093 h 1159010"/>
                <a:gd name="connsiteX42" fmla="*/ 3536102 w 10293013"/>
                <a:gd name="connsiteY42" fmla="*/ 120817 h 1159010"/>
                <a:gd name="connsiteX43" fmla="*/ 2716559 w 10293013"/>
                <a:gd name="connsiteY43" fmla="*/ 8484 h 1159010"/>
                <a:gd name="connsiteX44" fmla="*/ 1393804 w 10293013"/>
                <a:gd name="connsiteY44" fmla="*/ 204706 h 1159010"/>
                <a:gd name="connsiteX45" fmla="*/ 1179252 w 10293013"/>
                <a:gd name="connsiteY45" fmla="*/ 248137 h 1159010"/>
                <a:gd name="connsiteX46" fmla="*/ 635247 w 10293013"/>
                <a:gd name="connsiteY46" fmla="*/ 480526 h 1159010"/>
                <a:gd name="connsiteX47" fmla="*/ 4187 w 10293013"/>
                <a:gd name="connsiteY47" fmla="*/ 1159010 h 115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0293013" h="1159010">
                  <a:moveTo>
                    <a:pt x="4187" y="1159010"/>
                  </a:moveTo>
                  <a:lnTo>
                    <a:pt x="0" y="1156249"/>
                  </a:lnTo>
                  <a:cubicBezTo>
                    <a:pt x="149520" y="929718"/>
                    <a:pt x="321520" y="690610"/>
                    <a:pt x="632380" y="476445"/>
                  </a:cubicBezTo>
                  <a:cubicBezTo>
                    <a:pt x="802410" y="359292"/>
                    <a:pt x="980954" y="283019"/>
                    <a:pt x="1178232" y="243265"/>
                  </a:cubicBezTo>
                  <a:cubicBezTo>
                    <a:pt x="1253150" y="228172"/>
                    <a:pt x="1324128" y="213765"/>
                    <a:pt x="1392784" y="199834"/>
                  </a:cubicBezTo>
                  <a:cubicBezTo>
                    <a:pt x="1908802" y="95152"/>
                    <a:pt x="2249706" y="26004"/>
                    <a:pt x="2555641" y="7833"/>
                  </a:cubicBezTo>
                  <a:cubicBezTo>
                    <a:pt x="2856844" y="-10057"/>
                    <a:pt x="3132048" y="20269"/>
                    <a:pt x="3537228" y="115980"/>
                  </a:cubicBezTo>
                  <a:cubicBezTo>
                    <a:pt x="3632692" y="138531"/>
                    <a:pt x="3735315" y="174785"/>
                    <a:pt x="3869988" y="233537"/>
                  </a:cubicBezTo>
                  <a:cubicBezTo>
                    <a:pt x="3956235" y="271163"/>
                    <a:pt x="4043695" y="311463"/>
                    <a:pt x="4128287" y="350444"/>
                  </a:cubicBezTo>
                  <a:cubicBezTo>
                    <a:pt x="4201412" y="384130"/>
                    <a:pt x="4277016" y="418977"/>
                    <a:pt x="4352972" y="452627"/>
                  </a:cubicBezTo>
                  <a:cubicBezTo>
                    <a:pt x="4546679" y="538469"/>
                    <a:pt x="4713455" y="606368"/>
                    <a:pt x="4877803" y="666317"/>
                  </a:cubicBezTo>
                  <a:cubicBezTo>
                    <a:pt x="5024737" y="719898"/>
                    <a:pt x="5201662" y="781324"/>
                    <a:pt x="5399925" y="830665"/>
                  </a:cubicBezTo>
                  <a:cubicBezTo>
                    <a:pt x="5502812" y="856260"/>
                    <a:pt x="5619420" y="885284"/>
                    <a:pt x="5748499" y="894167"/>
                  </a:cubicBezTo>
                  <a:cubicBezTo>
                    <a:pt x="5806741" y="898178"/>
                    <a:pt x="5867640" y="896313"/>
                    <a:pt x="5929470" y="888644"/>
                  </a:cubicBezTo>
                  <a:cubicBezTo>
                    <a:pt x="6114154" y="866058"/>
                    <a:pt x="6292574" y="794447"/>
                    <a:pt x="6450009" y="731261"/>
                  </a:cubicBezTo>
                  <a:cubicBezTo>
                    <a:pt x="6465102" y="725193"/>
                    <a:pt x="6480072" y="719194"/>
                    <a:pt x="6494900" y="713284"/>
                  </a:cubicBezTo>
                  <a:cubicBezTo>
                    <a:pt x="6703578" y="630151"/>
                    <a:pt x="6906695" y="524432"/>
                    <a:pt x="7103128" y="422196"/>
                  </a:cubicBezTo>
                  <a:cubicBezTo>
                    <a:pt x="7244152" y="348808"/>
                    <a:pt x="7389960" y="272905"/>
                    <a:pt x="7538248" y="205005"/>
                  </a:cubicBezTo>
                  <a:cubicBezTo>
                    <a:pt x="7568363" y="191214"/>
                    <a:pt x="7598901" y="176508"/>
                    <a:pt x="7631232" y="160923"/>
                  </a:cubicBezTo>
                  <a:cubicBezTo>
                    <a:pt x="7790356" y="84264"/>
                    <a:pt x="7970711" y="-2563"/>
                    <a:pt x="8153407" y="58"/>
                  </a:cubicBezTo>
                  <a:cubicBezTo>
                    <a:pt x="8222907" y="1078"/>
                    <a:pt x="8288485" y="11193"/>
                    <a:pt x="8351916" y="20973"/>
                  </a:cubicBezTo>
                  <a:cubicBezTo>
                    <a:pt x="8395435" y="27693"/>
                    <a:pt x="8436561" y="34025"/>
                    <a:pt x="8478462" y="37561"/>
                  </a:cubicBezTo>
                  <a:cubicBezTo>
                    <a:pt x="8648686" y="51915"/>
                    <a:pt x="9076681" y="125003"/>
                    <a:pt x="9478220" y="298763"/>
                  </a:cubicBezTo>
                  <a:cubicBezTo>
                    <a:pt x="9698576" y="394121"/>
                    <a:pt x="9878141" y="505698"/>
                    <a:pt x="10011899" y="630380"/>
                  </a:cubicBezTo>
                  <a:cubicBezTo>
                    <a:pt x="10172062" y="779670"/>
                    <a:pt x="10266628" y="948311"/>
                    <a:pt x="10293014" y="1131604"/>
                  </a:cubicBezTo>
                  <a:lnTo>
                    <a:pt x="10288035" y="1132326"/>
                  </a:lnTo>
                  <a:cubicBezTo>
                    <a:pt x="10227454" y="711349"/>
                    <a:pt x="9813144" y="449179"/>
                    <a:pt x="9476232" y="303371"/>
                  </a:cubicBezTo>
                  <a:cubicBezTo>
                    <a:pt x="9075292" y="129858"/>
                    <a:pt x="8647982" y="56893"/>
                    <a:pt x="8478040" y="42557"/>
                  </a:cubicBezTo>
                  <a:cubicBezTo>
                    <a:pt x="8435946" y="39003"/>
                    <a:pt x="8394748" y="32653"/>
                    <a:pt x="8351142" y="25934"/>
                  </a:cubicBezTo>
                  <a:cubicBezTo>
                    <a:pt x="8287886" y="16188"/>
                    <a:pt x="8222485" y="6091"/>
                    <a:pt x="8153337" y="5071"/>
                  </a:cubicBezTo>
                  <a:cubicBezTo>
                    <a:pt x="7971820" y="2433"/>
                    <a:pt x="7792044" y="89013"/>
                    <a:pt x="7633413" y="165444"/>
                  </a:cubicBezTo>
                  <a:cubicBezTo>
                    <a:pt x="7601064" y="181029"/>
                    <a:pt x="7570492" y="195753"/>
                    <a:pt x="7540342" y="209561"/>
                  </a:cubicBezTo>
                  <a:cubicBezTo>
                    <a:pt x="7392177" y="277408"/>
                    <a:pt x="7246421" y="353276"/>
                    <a:pt x="7105451" y="426628"/>
                  </a:cubicBezTo>
                  <a:cubicBezTo>
                    <a:pt x="6908912" y="528917"/>
                    <a:pt x="6705671" y="634689"/>
                    <a:pt x="6496765" y="717928"/>
                  </a:cubicBezTo>
                  <a:cubicBezTo>
                    <a:pt x="6481954" y="723838"/>
                    <a:pt x="6466985" y="729837"/>
                    <a:pt x="6451892" y="735888"/>
                  </a:cubicBezTo>
                  <a:cubicBezTo>
                    <a:pt x="6294175" y="799178"/>
                    <a:pt x="6115420" y="870913"/>
                    <a:pt x="5930104" y="893587"/>
                  </a:cubicBezTo>
                  <a:cubicBezTo>
                    <a:pt x="5867957" y="901291"/>
                    <a:pt x="5806741" y="903156"/>
                    <a:pt x="5748182" y="899128"/>
                  </a:cubicBezTo>
                  <a:cubicBezTo>
                    <a:pt x="5618681" y="890209"/>
                    <a:pt x="5501827" y="861132"/>
                    <a:pt x="5398746" y="835485"/>
                  </a:cubicBezTo>
                  <a:cubicBezTo>
                    <a:pt x="5200255" y="786109"/>
                    <a:pt x="5023171" y="724612"/>
                    <a:pt x="4876114" y="670978"/>
                  </a:cubicBezTo>
                  <a:cubicBezTo>
                    <a:pt x="4711643" y="610995"/>
                    <a:pt x="4544779" y="543060"/>
                    <a:pt x="4350966" y="457166"/>
                  </a:cubicBezTo>
                  <a:cubicBezTo>
                    <a:pt x="4274975" y="423497"/>
                    <a:pt x="4199354" y="388650"/>
                    <a:pt x="4126212" y="354947"/>
                  </a:cubicBezTo>
                  <a:cubicBezTo>
                    <a:pt x="4041654" y="315984"/>
                    <a:pt x="3954212" y="275684"/>
                    <a:pt x="3868018" y="238093"/>
                  </a:cubicBezTo>
                  <a:cubicBezTo>
                    <a:pt x="3733626" y="179464"/>
                    <a:pt x="3631267" y="143298"/>
                    <a:pt x="3536102" y="120817"/>
                  </a:cubicBezTo>
                  <a:cubicBezTo>
                    <a:pt x="3208865" y="43506"/>
                    <a:pt x="2963302" y="8484"/>
                    <a:pt x="2716559" y="8484"/>
                  </a:cubicBezTo>
                  <a:cubicBezTo>
                    <a:pt x="2361090" y="8484"/>
                    <a:pt x="2003052" y="81115"/>
                    <a:pt x="1393804" y="204706"/>
                  </a:cubicBezTo>
                  <a:cubicBezTo>
                    <a:pt x="1325148" y="218638"/>
                    <a:pt x="1254170" y="233027"/>
                    <a:pt x="1179252" y="248137"/>
                  </a:cubicBezTo>
                  <a:cubicBezTo>
                    <a:pt x="982660" y="287751"/>
                    <a:pt x="804714" y="363777"/>
                    <a:pt x="635247" y="480526"/>
                  </a:cubicBezTo>
                  <a:cubicBezTo>
                    <a:pt x="325126" y="694233"/>
                    <a:pt x="153442" y="932884"/>
                    <a:pt x="4187" y="1159010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任意多边形: 形状 1387"/>
            <p:cNvSpPr/>
            <p:nvPr>
              <p:custDataLst>
                <p:tags r:id="rId8"/>
              </p:custDataLst>
            </p:nvPr>
          </p:nvSpPr>
          <p:spPr>
            <a:xfrm>
              <a:off x="1819529" y="3433015"/>
              <a:ext cx="10371889" cy="1213284"/>
            </a:xfrm>
            <a:custGeom>
              <a:avLst/>
              <a:gdLst>
                <a:gd name="connsiteX0" fmla="*/ 3800 w 10371889"/>
                <a:gd name="connsiteY0" fmla="*/ 1213284 h 1213284"/>
                <a:gd name="connsiteX1" fmla="*/ 0 w 10371889"/>
                <a:gd name="connsiteY1" fmla="*/ 1210100 h 1213284"/>
                <a:gd name="connsiteX2" fmla="*/ 280288 w 10371889"/>
                <a:gd name="connsiteY2" fmla="*/ 911184 h 1213284"/>
                <a:gd name="connsiteX3" fmla="*/ 685574 w 10371889"/>
                <a:gd name="connsiteY3" fmla="*/ 605285 h 1213284"/>
                <a:gd name="connsiteX4" fmla="*/ 1254838 w 10371889"/>
                <a:gd name="connsiteY4" fmla="*/ 378596 h 1213284"/>
                <a:gd name="connsiteX5" fmla="*/ 2103705 w 10371889"/>
                <a:gd name="connsiteY5" fmla="*/ 190746 h 1213284"/>
                <a:gd name="connsiteX6" fmla="*/ 3631373 w 10371889"/>
                <a:gd name="connsiteY6" fmla="*/ 109249 h 1213284"/>
                <a:gd name="connsiteX7" fmla="*/ 3973984 w 10371889"/>
                <a:gd name="connsiteY7" fmla="*/ 232946 h 1213284"/>
                <a:gd name="connsiteX8" fmla="*/ 4297069 w 10371889"/>
                <a:gd name="connsiteY8" fmla="*/ 394287 h 1213284"/>
                <a:gd name="connsiteX9" fmla="*/ 4460626 w 10371889"/>
                <a:gd name="connsiteY9" fmla="*/ 477842 h 1213284"/>
                <a:gd name="connsiteX10" fmla="*/ 4984401 w 10371889"/>
                <a:gd name="connsiteY10" fmla="*/ 724795 h 1213284"/>
                <a:gd name="connsiteX11" fmla="*/ 5506841 w 10371889"/>
                <a:gd name="connsiteY11" fmla="*/ 922372 h 1213284"/>
                <a:gd name="connsiteX12" fmla="*/ 5861448 w 10371889"/>
                <a:gd name="connsiteY12" fmla="*/ 1002163 h 1213284"/>
                <a:gd name="connsiteX13" fmla="*/ 6048330 w 10371889"/>
                <a:gd name="connsiteY13" fmla="*/ 996797 h 1213284"/>
                <a:gd name="connsiteX14" fmla="*/ 6564876 w 10371889"/>
                <a:gd name="connsiteY14" fmla="*/ 819995 h 1213284"/>
                <a:gd name="connsiteX15" fmla="*/ 6621376 w 10371889"/>
                <a:gd name="connsiteY15" fmla="*/ 794330 h 1213284"/>
                <a:gd name="connsiteX16" fmla="*/ 7214336 w 10371889"/>
                <a:gd name="connsiteY16" fmla="*/ 475502 h 1213284"/>
                <a:gd name="connsiteX17" fmla="*/ 7665480 w 10371889"/>
                <a:gd name="connsiteY17" fmla="*/ 224116 h 1213284"/>
                <a:gd name="connsiteX18" fmla="*/ 7758341 w 10371889"/>
                <a:gd name="connsiteY18" fmla="*/ 175196 h 1213284"/>
                <a:gd name="connsiteX19" fmla="*/ 8292337 w 10371889"/>
                <a:gd name="connsiteY19" fmla="*/ 839 h 1213284"/>
                <a:gd name="connsiteX20" fmla="*/ 8490547 w 10371889"/>
                <a:gd name="connsiteY20" fmla="*/ 34068 h 1213284"/>
                <a:gd name="connsiteX21" fmla="*/ 8619661 w 10371889"/>
                <a:gd name="connsiteY21" fmla="*/ 59521 h 1213284"/>
                <a:gd name="connsiteX22" fmla="*/ 9584062 w 10371889"/>
                <a:gd name="connsiteY22" fmla="*/ 329465 h 1213284"/>
                <a:gd name="connsiteX23" fmla="*/ 10099113 w 10371889"/>
                <a:gd name="connsiteY23" fmla="*/ 654327 h 1213284"/>
                <a:gd name="connsiteX24" fmla="*/ 10371890 w 10371889"/>
                <a:gd name="connsiteY24" fmla="*/ 1142394 h 1213284"/>
                <a:gd name="connsiteX25" fmla="*/ 10366982 w 10371889"/>
                <a:gd name="connsiteY25" fmla="*/ 1143115 h 1213284"/>
                <a:gd name="connsiteX26" fmla="*/ 9582057 w 10371889"/>
                <a:gd name="connsiteY26" fmla="*/ 334004 h 1213284"/>
                <a:gd name="connsiteX27" fmla="*/ 8618993 w 10371889"/>
                <a:gd name="connsiteY27" fmla="*/ 64446 h 1213284"/>
                <a:gd name="connsiteX28" fmla="*/ 8489439 w 10371889"/>
                <a:gd name="connsiteY28" fmla="*/ 38923 h 1213284"/>
                <a:gd name="connsiteX29" fmla="*/ 8292056 w 10371889"/>
                <a:gd name="connsiteY29" fmla="*/ 5817 h 1213284"/>
                <a:gd name="connsiteX30" fmla="*/ 7760699 w 10371889"/>
                <a:gd name="connsiteY30" fmla="*/ 179594 h 1213284"/>
                <a:gd name="connsiteX31" fmla="*/ 7667732 w 10371889"/>
                <a:gd name="connsiteY31" fmla="*/ 228566 h 1213284"/>
                <a:gd name="connsiteX32" fmla="*/ 7216851 w 10371889"/>
                <a:gd name="connsiteY32" fmla="*/ 479812 h 1213284"/>
                <a:gd name="connsiteX33" fmla="*/ 6623417 w 10371889"/>
                <a:gd name="connsiteY33" fmla="*/ 798886 h 1213284"/>
                <a:gd name="connsiteX34" fmla="*/ 6566934 w 10371889"/>
                <a:gd name="connsiteY34" fmla="*/ 824551 h 1213284"/>
                <a:gd name="connsiteX35" fmla="*/ 6048999 w 10371889"/>
                <a:gd name="connsiteY35" fmla="*/ 1001758 h 1213284"/>
                <a:gd name="connsiteX36" fmla="*/ 5860990 w 10371889"/>
                <a:gd name="connsiteY36" fmla="*/ 1007159 h 1213284"/>
                <a:gd name="connsiteX37" fmla="*/ 5505381 w 10371889"/>
                <a:gd name="connsiteY37" fmla="*/ 927174 h 1213284"/>
                <a:gd name="connsiteX38" fmla="*/ 4982414 w 10371889"/>
                <a:gd name="connsiteY38" fmla="*/ 729404 h 1213284"/>
                <a:gd name="connsiteX39" fmla="*/ 4458374 w 10371889"/>
                <a:gd name="connsiteY39" fmla="*/ 482327 h 1213284"/>
                <a:gd name="connsiteX40" fmla="*/ 4294782 w 10371889"/>
                <a:gd name="connsiteY40" fmla="*/ 398754 h 1213284"/>
                <a:gd name="connsiteX41" fmla="*/ 3971855 w 10371889"/>
                <a:gd name="connsiteY41" fmla="*/ 237502 h 1213284"/>
                <a:gd name="connsiteX42" fmla="*/ 3630317 w 10371889"/>
                <a:gd name="connsiteY42" fmla="*/ 114157 h 1213284"/>
                <a:gd name="connsiteX43" fmla="*/ 2104831 w 10371889"/>
                <a:gd name="connsiteY43" fmla="*/ 195637 h 1213284"/>
                <a:gd name="connsiteX44" fmla="*/ 1255788 w 10371889"/>
                <a:gd name="connsiteY44" fmla="*/ 383539 h 1213284"/>
                <a:gd name="connsiteX45" fmla="*/ 688177 w 10371889"/>
                <a:gd name="connsiteY45" fmla="*/ 609577 h 1213284"/>
                <a:gd name="connsiteX46" fmla="*/ 3800 w 10371889"/>
                <a:gd name="connsiteY46" fmla="*/ 1213284 h 1213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10371889" h="1213284">
                  <a:moveTo>
                    <a:pt x="3800" y="1213284"/>
                  </a:moveTo>
                  <a:lnTo>
                    <a:pt x="0" y="1210100"/>
                  </a:lnTo>
                  <a:cubicBezTo>
                    <a:pt x="73335" y="1122499"/>
                    <a:pt x="163997" y="1018487"/>
                    <a:pt x="280288" y="911184"/>
                  </a:cubicBezTo>
                  <a:cubicBezTo>
                    <a:pt x="401680" y="799185"/>
                    <a:pt x="534242" y="699130"/>
                    <a:pt x="685574" y="605285"/>
                  </a:cubicBezTo>
                  <a:cubicBezTo>
                    <a:pt x="867301" y="492600"/>
                    <a:pt x="1053497" y="418456"/>
                    <a:pt x="1254838" y="378596"/>
                  </a:cubicBezTo>
                  <a:cubicBezTo>
                    <a:pt x="1604890" y="309289"/>
                    <a:pt x="1881466" y="243553"/>
                    <a:pt x="2103705" y="190746"/>
                  </a:cubicBezTo>
                  <a:cubicBezTo>
                    <a:pt x="2724141" y="43285"/>
                    <a:pt x="3007313" y="-24034"/>
                    <a:pt x="3631373" y="109249"/>
                  </a:cubicBezTo>
                  <a:cubicBezTo>
                    <a:pt x="3730143" y="130340"/>
                    <a:pt x="3839011" y="169655"/>
                    <a:pt x="3973984" y="232946"/>
                  </a:cubicBezTo>
                  <a:cubicBezTo>
                    <a:pt x="4082798" y="283976"/>
                    <a:pt x="4191719" y="340055"/>
                    <a:pt x="4297069" y="394287"/>
                  </a:cubicBezTo>
                  <a:cubicBezTo>
                    <a:pt x="4350456" y="421763"/>
                    <a:pt x="4405673" y="450189"/>
                    <a:pt x="4460626" y="477842"/>
                  </a:cubicBezTo>
                  <a:cubicBezTo>
                    <a:pt x="4664412" y="580377"/>
                    <a:pt x="4825946" y="656544"/>
                    <a:pt x="4984401" y="724795"/>
                  </a:cubicBezTo>
                  <a:cubicBezTo>
                    <a:pt x="5142593" y="792941"/>
                    <a:pt x="5315385" y="864024"/>
                    <a:pt x="5506841" y="922372"/>
                  </a:cubicBezTo>
                  <a:cubicBezTo>
                    <a:pt x="5611557" y="954281"/>
                    <a:pt x="5730241" y="990448"/>
                    <a:pt x="5861448" y="1002163"/>
                  </a:cubicBezTo>
                  <a:cubicBezTo>
                    <a:pt x="5921678" y="1007545"/>
                    <a:pt x="5984547" y="1005734"/>
                    <a:pt x="6048330" y="996797"/>
                  </a:cubicBezTo>
                  <a:cubicBezTo>
                    <a:pt x="6233330" y="971238"/>
                    <a:pt x="6409481" y="890885"/>
                    <a:pt x="6564876" y="819995"/>
                  </a:cubicBezTo>
                  <a:cubicBezTo>
                    <a:pt x="6584384" y="811094"/>
                    <a:pt x="6602819" y="802686"/>
                    <a:pt x="6621376" y="794330"/>
                  </a:cubicBezTo>
                  <a:cubicBezTo>
                    <a:pt x="6825972" y="702174"/>
                    <a:pt x="7023409" y="586938"/>
                    <a:pt x="7214336" y="475502"/>
                  </a:cubicBezTo>
                  <a:cubicBezTo>
                    <a:pt x="7360091" y="390434"/>
                    <a:pt x="7510807" y="302464"/>
                    <a:pt x="7665480" y="224116"/>
                  </a:cubicBezTo>
                  <a:cubicBezTo>
                    <a:pt x="7695332" y="208988"/>
                    <a:pt x="7725939" y="192576"/>
                    <a:pt x="7758341" y="175196"/>
                  </a:cubicBezTo>
                  <a:cubicBezTo>
                    <a:pt x="7920244" y="88352"/>
                    <a:pt x="8103766" y="-10120"/>
                    <a:pt x="8292337" y="839"/>
                  </a:cubicBezTo>
                  <a:cubicBezTo>
                    <a:pt x="8362576" y="4902"/>
                    <a:pt x="8427625" y="19731"/>
                    <a:pt x="8490547" y="34068"/>
                  </a:cubicBezTo>
                  <a:cubicBezTo>
                    <a:pt x="8534928" y="44182"/>
                    <a:pt x="8576846" y="53734"/>
                    <a:pt x="8619661" y="59521"/>
                  </a:cubicBezTo>
                  <a:cubicBezTo>
                    <a:pt x="8704975" y="71060"/>
                    <a:pt x="9152373" y="138256"/>
                    <a:pt x="9584062" y="329465"/>
                  </a:cubicBezTo>
                  <a:cubicBezTo>
                    <a:pt x="9796943" y="423751"/>
                    <a:pt x="9970228" y="533058"/>
                    <a:pt x="10099113" y="654327"/>
                  </a:cubicBezTo>
                  <a:cubicBezTo>
                    <a:pt x="10253892" y="799960"/>
                    <a:pt x="10345662" y="964185"/>
                    <a:pt x="10371890" y="1142394"/>
                  </a:cubicBezTo>
                  <a:lnTo>
                    <a:pt x="10366982" y="1143115"/>
                  </a:lnTo>
                  <a:cubicBezTo>
                    <a:pt x="10318784" y="815562"/>
                    <a:pt x="10054697" y="543349"/>
                    <a:pt x="9582057" y="334004"/>
                  </a:cubicBezTo>
                  <a:cubicBezTo>
                    <a:pt x="9150984" y="143076"/>
                    <a:pt x="8704184" y="75968"/>
                    <a:pt x="8618993" y="64446"/>
                  </a:cubicBezTo>
                  <a:cubicBezTo>
                    <a:pt x="8575966" y="58624"/>
                    <a:pt x="8533942" y="49055"/>
                    <a:pt x="8489439" y="38923"/>
                  </a:cubicBezTo>
                  <a:cubicBezTo>
                    <a:pt x="8426729" y="24639"/>
                    <a:pt x="8361872" y="9863"/>
                    <a:pt x="8292056" y="5817"/>
                  </a:cubicBezTo>
                  <a:cubicBezTo>
                    <a:pt x="8104892" y="-5019"/>
                    <a:pt x="7922021" y="93049"/>
                    <a:pt x="7760699" y="179594"/>
                  </a:cubicBezTo>
                  <a:cubicBezTo>
                    <a:pt x="7728261" y="196991"/>
                    <a:pt x="7697636" y="213421"/>
                    <a:pt x="7667732" y="228566"/>
                  </a:cubicBezTo>
                  <a:cubicBezTo>
                    <a:pt x="7513199" y="306844"/>
                    <a:pt x="7362537" y="394779"/>
                    <a:pt x="7216851" y="479812"/>
                  </a:cubicBezTo>
                  <a:cubicBezTo>
                    <a:pt x="7025801" y="591318"/>
                    <a:pt x="6828259" y="706606"/>
                    <a:pt x="6623417" y="798886"/>
                  </a:cubicBezTo>
                  <a:cubicBezTo>
                    <a:pt x="6604860" y="807242"/>
                    <a:pt x="6586442" y="815650"/>
                    <a:pt x="6566934" y="824551"/>
                  </a:cubicBezTo>
                  <a:cubicBezTo>
                    <a:pt x="6411223" y="895582"/>
                    <a:pt x="6234720" y="976111"/>
                    <a:pt x="6048999" y="1001758"/>
                  </a:cubicBezTo>
                  <a:cubicBezTo>
                    <a:pt x="5984846" y="1010747"/>
                    <a:pt x="5921590" y="1012559"/>
                    <a:pt x="5860990" y="1007159"/>
                  </a:cubicBezTo>
                  <a:cubicBezTo>
                    <a:pt x="5729273" y="995408"/>
                    <a:pt x="5610325" y="959154"/>
                    <a:pt x="5505381" y="927174"/>
                  </a:cubicBezTo>
                  <a:cubicBezTo>
                    <a:pt x="5313679" y="868756"/>
                    <a:pt x="5140746" y="797602"/>
                    <a:pt x="4982414" y="729404"/>
                  </a:cubicBezTo>
                  <a:cubicBezTo>
                    <a:pt x="4823870" y="661117"/>
                    <a:pt x="4662249" y="584915"/>
                    <a:pt x="4458374" y="482327"/>
                  </a:cubicBezTo>
                  <a:cubicBezTo>
                    <a:pt x="4403404" y="454657"/>
                    <a:pt x="4348169" y="426231"/>
                    <a:pt x="4294782" y="398754"/>
                  </a:cubicBezTo>
                  <a:cubicBezTo>
                    <a:pt x="4189485" y="344541"/>
                    <a:pt x="4080582" y="288497"/>
                    <a:pt x="3971855" y="237502"/>
                  </a:cubicBezTo>
                  <a:cubicBezTo>
                    <a:pt x="3837235" y="174370"/>
                    <a:pt x="3728701" y="135178"/>
                    <a:pt x="3630317" y="114157"/>
                  </a:cubicBezTo>
                  <a:cubicBezTo>
                    <a:pt x="3007348" y="-18880"/>
                    <a:pt x="2724528" y="48333"/>
                    <a:pt x="2104831" y="195637"/>
                  </a:cubicBezTo>
                  <a:cubicBezTo>
                    <a:pt x="1882557" y="248461"/>
                    <a:pt x="1605928" y="314214"/>
                    <a:pt x="1255788" y="383539"/>
                  </a:cubicBezTo>
                  <a:cubicBezTo>
                    <a:pt x="1055063" y="423276"/>
                    <a:pt x="869395" y="497209"/>
                    <a:pt x="688177" y="609577"/>
                  </a:cubicBezTo>
                  <a:cubicBezTo>
                    <a:pt x="344898" y="822370"/>
                    <a:pt x="154920" y="1032770"/>
                    <a:pt x="3800" y="1213284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任意多边形: 形状 1388"/>
            <p:cNvSpPr/>
            <p:nvPr>
              <p:custDataLst>
                <p:tags r:id="rId9"/>
              </p:custDataLst>
            </p:nvPr>
          </p:nvSpPr>
          <p:spPr>
            <a:xfrm>
              <a:off x="1740618" y="3371535"/>
              <a:ext cx="10450800" cy="1268185"/>
            </a:xfrm>
            <a:custGeom>
              <a:avLst/>
              <a:gdLst>
                <a:gd name="connsiteX0" fmla="*/ 3342 w 10450800"/>
                <a:gd name="connsiteY0" fmla="*/ 1268186 h 1268185"/>
                <a:gd name="connsiteX1" fmla="*/ 0 w 10450800"/>
                <a:gd name="connsiteY1" fmla="*/ 1264597 h 1268185"/>
                <a:gd name="connsiteX2" fmla="*/ 738732 w 10450800"/>
                <a:gd name="connsiteY2" fmla="*/ 734770 h 1268185"/>
                <a:gd name="connsiteX3" fmla="*/ 1331393 w 10450800"/>
                <a:gd name="connsiteY3" fmla="*/ 514554 h 1268185"/>
                <a:gd name="connsiteX4" fmla="*/ 2479791 w 10450800"/>
                <a:gd name="connsiteY4" fmla="*/ 220669 h 1268185"/>
                <a:gd name="connsiteX5" fmla="*/ 3073981 w 10450800"/>
                <a:gd name="connsiteY5" fmla="*/ 71202 h 1268185"/>
                <a:gd name="connsiteX6" fmla="*/ 3725464 w 10450800"/>
                <a:gd name="connsiteY6" fmla="*/ 103129 h 1268185"/>
                <a:gd name="connsiteX7" fmla="*/ 4077926 w 10450800"/>
                <a:gd name="connsiteY7" fmla="*/ 232983 h 1268185"/>
                <a:gd name="connsiteX8" fmla="*/ 4448084 w 10450800"/>
                <a:gd name="connsiteY8" fmla="*/ 435414 h 1268185"/>
                <a:gd name="connsiteX9" fmla="*/ 4568227 w 10450800"/>
                <a:gd name="connsiteY9" fmla="*/ 503683 h 1268185"/>
                <a:gd name="connsiteX10" fmla="*/ 5090947 w 10450800"/>
                <a:gd name="connsiteY10" fmla="*/ 783918 h 1268185"/>
                <a:gd name="connsiteX11" fmla="*/ 5613721 w 10450800"/>
                <a:gd name="connsiteY11" fmla="*/ 1014741 h 1268185"/>
                <a:gd name="connsiteX12" fmla="*/ 5974379 w 10450800"/>
                <a:gd name="connsiteY12" fmla="*/ 1110821 h 1268185"/>
                <a:gd name="connsiteX13" fmla="*/ 6167171 w 10450800"/>
                <a:gd name="connsiteY13" fmla="*/ 1105597 h 1268185"/>
                <a:gd name="connsiteX14" fmla="*/ 6684861 w 10450800"/>
                <a:gd name="connsiteY14" fmla="*/ 908002 h 1268185"/>
                <a:gd name="connsiteX15" fmla="*/ 6747870 w 10450800"/>
                <a:gd name="connsiteY15" fmla="*/ 875970 h 1268185"/>
                <a:gd name="connsiteX16" fmla="*/ 7329308 w 10450800"/>
                <a:gd name="connsiteY16" fmla="*/ 528961 h 1268185"/>
                <a:gd name="connsiteX17" fmla="*/ 7792748 w 10450800"/>
                <a:gd name="connsiteY17" fmla="*/ 243801 h 1268185"/>
                <a:gd name="connsiteX18" fmla="*/ 7884342 w 10450800"/>
                <a:gd name="connsiteY18" fmla="*/ 190748 h 1268185"/>
                <a:gd name="connsiteX19" fmla="*/ 8144928 w 10450800"/>
                <a:gd name="connsiteY19" fmla="*/ 53629 h 1268185"/>
                <a:gd name="connsiteX20" fmla="*/ 8431302 w 10450800"/>
                <a:gd name="connsiteY20" fmla="*/ 2177 h 1268185"/>
                <a:gd name="connsiteX21" fmla="*/ 8630954 w 10450800"/>
                <a:gd name="connsiteY21" fmla="*/ 47825 h 1268185"/>
                <a:gd name="connsiteX22" fmla="*/ 8760896 w 10450800"/>
                <a:gd name="connsiteY22" fmla="*/ 82021 h 1268185"/>
                <a:gd name="connsiteX23" fmla="*/ 9151406 w 10450800"/>
                <a:gd name="connsiteY23" fmla="*/ 170677 h 1268185"/>
                <a:gd name="connsiteX24" fmla="*/ 9689799 w 10450800"/>
                <a:gd name="connsiteY24" fmla="*/ 360321 h 1268185"/>
                <a:gd name="connsiteX25" fmla="*/ 10186310 w 10450800"/>
                <a:gd name="connsiteY25" fmla="*/ 678639 h 1268185"/>
                <a:gd name="connsiteX26" fmla="*/ 10450801 w 10450800"/>
                <a:gd name="connsiteY26" fmla="*/ 1153689 h 1268185"/>
                <a:gd name="connsiteX27" fmla="*/ 10445963 w 10450800"/>
                <a:gd name="connsiteY27" fmla="*/ 1154410 h 1268185"/>
                <a:gd name="connsiteX28" fmla="*/ 9687776 w 10450800"/>
                <a:gd name="connsiteY28" fmla="*/ 364771 h 1268185"/>
                <a:gd name="connsiteX29" fmla="*/ 8759999 w 10450800"/>
                <a:gd name="connsiteY29" fmla="*/ 86823 h 1268185"/>
                <a:gd name="connsiteX30" fmla="*/ 8629547 w 10450800"/>
                <a:gd name="connsiteY30" fmla="*/ 52486 h 1268185"/>
                <a:gd name="connsiteX31" fmla="*/ 8430827 w 10450800"/>
                <a:gd name="connsiteY31" fmla="*/ 7014 h 1268185"/>
                <a:gd name="connsiteX32" fmla="*/ 7886858 w 10450800"/>
                <a:gd name="connsiteY32" fmla="*/ 194934 h 1268185"/>
                <a:gd name="connsiteX33" fmla="*/ 7795158 w 10450800"/>
                <a:gd name="connsiteY33" fmla="*/ 248058 h 1268185"/>
                <a:gd name="connsiteX34" fmla="*/ 7332017 w 10450800"/>
                <a:gd name="connsiteY34" fmla="*/ 533042 h 1268185"/>
                <a:gd name="connsiteX35" fmla="*/ 6750104 w 10450800"/>
                <a:gd name="connsiteY35" fmla="*/ 880314 h 1268185"/>
                <a:gd name="connsiteX36" fmla="*/ 6687130 w 10450800"/>
                <a:gd name="connsiteY36" fmla="*/ 912329 h 1268185"/>
                <a:gd name="connsiteX37" fmla="*/ 6167945 w 10450800"/>
                <a:gd name="connsiteY37" fmla="*/ 1110399 h 1268185"/>
                <a:gd name="connsiteX38" fmla="*/ 5973869 w 10450800"/>
                <a:gd name="connsiteY38" fmla="*/ 1115641 h 1268185"/>
                <a:gd name="connsiteX39" fmla="*/ 5612084 w 10450800"/>
                <a:gd name="connsiteY39" fmla="*/ 1019297 h 1268185"/>
                <a:gd name="connsiteX40" fmla="*/ 5088801 w 10450800"/>
                <a:gd name="connsiteY40" fmla="*/ 788245 h 1268185"/>
                <a:gd name="connsiteX41" fmla="*/ 4565870 w 10450800"/>
                <a:gd name="connsiteY41" fmla="*/ 507905 h 1268185"/>
                <a:gd name="connsiteX42" fmla="*/ 4445692 w 10450800"/>
                <a:gd name="connsiteY42" fmla="*/ 439619 h 1268185"/>
                <a:gd name="connsiteX43" fmla="*/ 4075780 w 10450800"/>
                <a:gd name="connsiteY43" fmla="*/ 237310 h 1268185"/>
                <a:gd name="connsiteX44" fmla="*/ 3724585 w 10450800"/>
                <a:gd name="connsiteY44" fmla="*/ 107896 h 1268185"/>
                <a:gd name="connsiteX45" fmla="*/ 2481268 w 10450800"/>
                <a:gd name="connsiteY45" fmla="*/ 225313 h 1268185"/>
                <a:gd name="connsiteX46" fmla="*/ 1332377 w 10450800"/>
                <a:gd name="connsiteY46" fmla="*/ 519339 h 1268185"/>
                <a:gd name="connsiteX47" fmla="*/ 741160 w 10450800"/>
                <a:gd name="connsiteY47" fmla="*/ 739027 h 1268185"/>
                <a:gd name="connsiteX48" fmla="*/ 3342 w 10450800"/>
                <a:gd name="connsiteY48" fmla="*/ 1268186 h 1268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10450800" h="1268185">
                  <a:moveTo>
                    <a:pt x="3342" y="1268186"/>
                  </a:moveTo>
                  <a:lnTo>
                    <a:pt x="0" y="1264597"/>
                  </a:lnTo>
                  <a:cubicBezTo>
                    <a:pt x="155923" y="1119669"/>
                    <a:pt x="365619" y="943394"/>
                    <a:pt x="738732" y="734770"/>
                  </a:cubicBezTo>
                  <a:cubicBezTo>
                    <a:pt x="932281" y="626553"/>
                    <a:pt x="1126146" y="554520"/>
                    <a:pt x="1331393" y="514554"/>
                  </a:cubicBezTo>
                  <a:cubicBezTo>
                    <a:pt x="1855942" y="412406"/>
                    <a:pt x="2201843" y="306089"/>
                    <a:pt x="2479791" y="220669"/>
                  </a:cubicBezTo>
                  <a:cubicBezTo>
                    <a:pt x="2706673" y="150923"/>
                    <a:pt x="2885886" y="95847"/>
                    <a:pt x="3073981" y="71202"/>
                  </a:cubicBezTo>
                  <a:cubicBezTo>
                    <a:pt x="3273352" y="45080"/>
                    <a:pt x="3474289" y="54914"/>
                    <a:pt x="3725464" y="103129"/>
                  </a:cubicBezTo>
                  <a:cubicBezTo>
                    <a:pt x="3828439" y="122901"/>
                    <a:pt x="3940438" y="164151"/>
                    <a:pt x="4077926" y="232983"/>
                  </a:cubicBezTo>
                  <a:cubicBezTo>
                    <a:pt x="4203892" y="296045"/>
                    <a:pt x="4328028" y="366899"/>
                    <a:pt x="4448084" y="435414"/>
                  </a:cubicBezTo>
                  <a:cubicBezTo>
                    <a:pt x="4487381" y="457842"/>
                    <a:pt x="4528015" y="481044"/>
                    <a:pt x="4568227" y="503683"/>
                  </a:cubicBezTo>
                  <a:cubicBezTo>
                    <a:pt x="4728529" y="593958"/>
                    <a:pt x="4902817" y="690389"/>
                    <a:pt x="5090947" y="783918"/>
                  </a:cubicBezTo>
                  <a:cubicBezTo>
                    <a:pt x="5241346" y="858678"/>
                    <a:pt x="5418166" y="944344"/>
                    <a:pt x="5613721" y="1014741"/>
                  </a:cubicBezTo>
                  <a:cubicBezTo>
                    <a:pt x="5719880" y="1052965"/>
                    <a:pt x="5840199" y="1096273"/>
                    <a:pt x="5974379" y="1110821"/>
                  </a:cubicBezTo>
                  <a:cubicBezTo>
                    <a:pt x="6036597" y="1117558"/>
                    <a:pt x="6101453" y="1115816"/>
                    <a:pt x="6167171" y="1105597"/>
                  </a:cubicBezTo>
                  <a:cubicBezTo>
                    <a:pt x="6354335" y="1076941"/>
                    <a:pt x="6529941" y="987195"/>
                    <a:pt x="6684861" y="908002"/>
                  </a:cubicBezTo>
                  <a:cubicBezTo>
                    <a:pt x="6706674" y="896850"/>
                    <a:pt x="6727272" y="886330"/>
                    <a:pt x="6747870" y="875970"/>
                  </a:cubicBezTo>
                  <a:cubicBezTo>
                    <a:pt x="6949616" y="774578"/>
                    <a:pt x="7142654" y="649720"/>
                    <a:pt x="7329308" y="528961"/>
                  </a:cubicBezTo>
                  <a:cubicBezTo>
                    <a:pt x="7478564" y="432407"/>
                    <a:pt x="7632903" y="332563"/>
                    <a:pt x="7792748" y="243801"/>
                  </a:cubicBezTo>
                  <a:cubicBezTo>
                    <a:pt x="7821984" y="227565"/>
                    <a:pt x="7852274" y="209675"/>
                    <a:pt x="7884342" y="190748"/>
                  </a:cubicBezTo>
                  <a:cubicBezTo>
                    <a:pt x="7963288" y="144133"/>
                    <a:pt x="8052771" y="91291"/>
                    <a:pt x="8144928" y="53629"/>
                  </a:cubicBezTo>
                  <a:cubicBezTo>
                    <a:pt x="8250718" y="10409"/>
                    <a:pt x="8344388" y="-6425"/>
                    <a:pt x="8431302" y="2177"/>
                  </a:cubicBezTo>
                  <a:cubicBezTo>
                    <a:pt x="8502948" y="9266"/>
                    <a:pt x="8568016" y="28862"/>
                    <a:pt x="8630954" y="47825"/>
                  </a:cubicBezTo>
                  <a:cubicBezTo>
                    <a:pt x="8675564" y="61264"/>
                    <a:pt x="8717711" y="73964"/>
                    <a:pt x="8760896" y="82021"/>
                  </a:cubicBezTo>
                  <a:cubicBezTo>
                    <a:pt x="8898612" y="107755"/>
                    <a:pt x="9026355" y="136762"/>
                    <a:pt x="9151406" y="170677"/>
                  </a:cubicBezTo>
                  <a:cubicBezTo>
                    <a:pt x="9350407" y="224662"/>
                    <a:pt x="9531554" y="288463"/>
                    <a:pt x="9689799" y="360321"/>
                  </a:cubicBezTo>
                  <a:cubicBezTo>
                    <a:pt x="9895222" y="453603"/>
                    <a:pt x="10062261" y="560694"/>
                    <a:pt x="10186310" y="678639"/>
                  </a:cubicBezTo>
                  <a:cubicBezTo>
                    <a:pt x="10335741" y="820718"/>
                    <a:pt x="10424732" y="980545"/>
                    <a:pt x="10450801" y="1153689"/>
                  </a:cubicBezTo>
                  <a:lnTo>
                    <a:pt x="10445963" y="1154410"/>
                  </a:lnTo>
                  <a:cubicBezTo>
                    <a:pt x="10398205" y="837218"/>
                    <a:pt x="10143124" y="571548"/>
                    <a:pt x="9687776" y="364771"/>
                  </a:cubicBezTo>
                  <a:cubicBezTo>
                    <a:pt x="9509267" y="283714"/>
                    <a:pt x="9203385" y="169674"/>
                    <a:pt x="8759999" y="86823"/>
                  </a:cubicBezTo>
                  <a:cubicBezTo>
                    <a:pt x="8716550" y="78696"/>
                    <a:pt x="8674297" y="65978"/>
                    <a:pt x="8629547" y="52486"/>
                  </a:cubicBezTo>
                  <a:cubicBezTo>
                    <a:pt x="8566837" y="33594"/>
                    <a:pt x="8501998" y="14051"/>
                    <a:pt x="8430827" y="7014"/>
                  </a:cubicBezTo>
                  <a:cubicBezTo>
                    <a:pt x="8237490" y="-12106"/>
                    <a:pt x="8051205" y="97887"/>
                    <a:pt x="7886858" y="194934"/>
                  </a:cubicBezTo>
                  <a:cubicBezTo>
                    <a:pt x="7854772" y="213879"/>
                    <a:pt x="7824446" y="231786"/>
                    <a:pt x="7795158" y="248058"/>
                  </a:cubicBezTo>
                  <a:cubicBezTo>
                    <a:pt x="7635471" y="336732"/>
                    <a:pt x="7481203" y="436540"/>
                    <a:pt x="7332017" y="533042"/>
                  </a:cubicBezTo>
                  <a:cubicBezTo>
                    <a:pt x="7145240" y="653871"/>
                    <a:pt x="6952097" y="778817"/>
                    <a:pt x="6750104" y="880314"/>
                  </a:cubicBezTo>
                  <a:cubicBezTo>
                    <a:pt x="6729523" y="890658"/>
                    <a:pt x="6708925" y="901177"/>
                    <a:pt x="6687130" y="912329"/>
                  </a:cubicBezTo>
                  <a:cubicBezTo>
                    <a:pt x="6531876" y="991680"/>
                    <a:pt x="6355900" y="1081620"/>
                    <a:pt x="6167945" y="1110399"/>
                  </a:cubicBezTo>
                  <a:cubicBezTo>
                    <a:pt x="6101805" y="1120671"/>
                    <a:pt x="6036527" y="1122430"/>
                    <a:pt x="5973869" y="1115641"/>
                  </a:cubicBezTo>
                  <a:cubicBezTo>
                    <a:pt x="5839108" y="1101023"/>
                    <a:pt x="5718507" y="1057610"/>
                    <a:pt x="5612084" y="1019297"/>
                  </a:cubicBezTo>
                  <a:cubicBezTo>
                    <a:pt x="5416285" y="948812"/>
                    <a:pt x="5239306" y="863076"/>
                    <a:pt x="5088801" y="788245"/>
                  </a:cubicBezTo>
                  <a:cubicBezTo>
                    <a:pt x="4900565" y="694664"/>
                    <a:pt x="4726225" y="598197"/>
                    <a:pt x="4565870" y="507905"/>
                  </a:cubicBezTo>
                  <a:cubicBezTo>
                    <a:pt x="4525640" y="485248"/>
                    <a:pt x="4485006" y="462047"/>
                    <a:pt x="4445692" y="439619"/>
                  </a:cubicBezTo>
                  <a:cubicBezTo>
                    <a:pt x="4325706" y="371139"/>
                    <a:pt x="4201623" y="300319"/>
                    <a:pt x="4075780" y="237310"/>
                  </a:cubicBezTo>
                  <a:cubicBezTo>
                    <a:pt x="3938714" y="168689"/>
                    <a:pt x="3827120" y="127562"/>
                    <a:pt x="3724585" y="107896"/>
                  </a:cubicBezTo>
                  <a:cubicBezTo>
                    <a:pt x="3194336" y="6135"/>
                    <a:pt x="2941067" y="83973"/>
                    <a:pt x="2481268" y="225313"/>
                  </a:cubicBezTo>
                  <a:cubicBezTo>
                    <a:pt x="2203215" y="310786"/>
                    <a:pt x="1857191" y="417138"/>
                    <a:pt x="1332377" y="519339"/>
                  </a:cubicBezTo>
                  <a:cubicBezTo>
                    <a:pt x="1127641" y="559199"/>
                    <a:pt x="934251" y="631056"/>
                    <a:pt x="741160" y="739027"/>
                  </a:cubicBezTo>
                  <a:cubicBezTo>
                    <a:pt x="368469" y="947405"/>
                    <a:pt x="159053" y="1123451"/>
                    <a:pt x="3342" y="1268186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任意多边形: 形状 1389"/>
            <p:cNvSpPr/>
            <p:nvPr>
              <p:custDataLst>
                <p:tags r:id="rId10"/>
              </p:custDataLst>
            </p:nvPr>
          </p:nvSpPr>
          <p:spPr>
            <a:xfrm>
              <a:off x="1661742" y="3309756"/>
              <a:ext cx="10529606" cy="1323368"/>
            </a:xfrm>
            <a:custGeom>
              <a:avLst/>
              <a:gdLst>
                <a:gd name="connsiteX0" fmla="*/ 2797 w 10529606"/>
                <a:gd name="connsiteY0" fmla="*/ 1323368 h 1323368"/>
                <a:gd name="connsiteX1" fmla="*/ 0 w 10529606"/>
                <a:gd name="connsiteY1" fmla="*/ 1319411 h 1323368"/>
                <a:gd name="connsiteX2" fmla="*/ 791838 w 10529606"/>
                <a:gd name="connsiteY2" fmla="*/ 864572 h 1323368"/>
                <a:gd name="connsiteX3" fmla="*/ 1407911 w 10529606"/>
                <a:gd name="connsiteY3" fmla="*/ 650829 h 1323368"/>
                <a:gd name="connsiteX4" fmla="*/ 2733886 w 10529606"/>
                <a:gd name="connsiteY4" fmla="*/ 257751 h 1323368"/>
                <a:gd name="connsiteX5" fmla="*/ 3237538 w 10529606"/>
                <a:gd name="connsiteY5" fmla="*/ 91380 h 1323368"/>
                <a:gd name="connsiteX6" fmla="*/ 3819539 w 10529606"/>
                <a:gd name="connsiteY6" fmla="*/ 97308 h 1323368"/>
                <a:gd name="connsiteX7" fmla="*/ 4181833 w 10529606"/>
                <a:gd name="connsiteY7" fmla="*/ 233300 h 1323368"/>
                <a:gd name="connsiteX8" fmla="*/ 4587612 w 10529606"/>
                <a:gd name="connsiteY8" fmla="*/ 474590 h 1323368"/>
                <a:gd name="connsiteX9" fmla="*/ 4675793 w 10529606"/>
                <a:gd name="connsiteY9" fmla="*/ 529824 h 1323368"/>
                <a:gd name="connsiteX10" fmla="*/ 5197441 w 10529606"/>
                <a:gd name="connsiteY10" fmla="*/ 843323 h 1323368"/>
                <a:gd name="connsiteX11" fmla="*/ 5720530 w 10529606"/>
                <a:gd name="connsiteY11" fmla="*/ 1107392 h 1323368"/>
                <a:gd name="connsiteX12" fmla="*/ 6087222 w 10529606"/>
                <a:gd name="connsiteY12" fmla="*/ 1219760 h 1323368"/>
                <a:gd name="connsiteX13" fmla="*/ 6285943 w 10529606"/>
                <a:gd name="connsiteY13" fmla="*/ 1214694 h 1323368"/>
                <a:gd name="connsiteX14" fmla="*/ 6807837 w 10529606"/>
                <a:gd name="connsiteY14" fmla="*/ 995305 h 1323368"/>
                <a:gd name="connsiteX15" fmla="*/ 6874293 w 10529606"/>
                <a:gd name="connsiteY15" fmla="*/ 957943 h 1323368"/>
                <a:gd name="connsiteX16" fmla="*/ 7446795 w 10529606"/>
                <a:gd name="connsiteY16" fmla="*/ 582437 h 1323368"/>
                <a:gd name="connsiteX17" fmla="*/ 7919928 w 10529606"/>
                <a:gd name="connsiteY17" fmla="*/ 263820 h 1323368"/>
                <a:gd name="connsiteX18" fmla="*/ 8009586 w 10529606"/>
                <a:gd name="connsiteY18" fmla="*/ 207214 h 1323368"/>
                <a:gd name="connsiteX19" fmla="*/ 8570144 w 10529606"/>
                <a:gd name="connsiteY19" fmla="*/ 3849 h 1323368"/>
                <a:gd name="connsiteX20" fmla="*/ 8772136 w 10529606"/>
                <a:gd name="connsiteY20" fmla="*/ 62109 h 1323368"/>
                <a:gd name="connsiteX21" fmla="*/ 8902007 w 10529606"/>
                <a:gd name="connsiteY21" fmla="*/ 104889 h 1323368"/>
                <a:gd name="connsiteX22" fmla="*/ 8941129 w 10529606"/>
                <a:gd name="connsiteY22" fmla="*/ 114177 h 1323368"/>
                <a:gd name="connsiteX23" fmla="*/ 9833901 w 10529606"/>
                <a:gd name="connsiteY23" fmla="*/ 409575 h 1323368"/>
                <a:gd name="connsiteX24" fmla="*/ 10529606 w 10529606"/>
                <a:gd name="connsiteY24" fmla="*/ 1165370 h 1323368"/>
                <a:gd name="connsiteX25" fmla="*/ 10524822 w 10529606"/>
                <a:gd name="connsiteY25" fmla="*/ 1166109 h 1323368"/>
                <a:gd name="connsiteX26" fmla="*/ 9831790 w 10529606"/>
                <a:gd name="connsiteY26" fmla="*/ 413920 h 1323368"/>
                <a:gd name="connsiteX27" fmla="*/ 8940021 w 10529606"/>
                <a:gd name="connsiteY27" fmla="*/ 118892 h 1323368"/>
                <a:gd name="connsiteX28" fmla="*/ 8900882 w 10529606"/>
                <a:gd name="connsiteY28" fmla="*/ 109604 h 1323368"/>
                <a:gd name="connsiteX29" fmla="*/ 8770447 w 10529606"/>
                <a:gd name="connsiteY29" fmla="*/ 66648 h 1323368"/>
                <a:gd name="connsiteX30" fmla="*/ 8569493 w 10529606"/>
                <a:gd name="connsiteY30" fmla="*/ 8652 h 1323368"/>
                <a:gd name="connsiteX31" fmla="*/ 8012225 w 10529606"/>
                <a:gd name="connsiteY31" fmla="*/ 211295 h 1323368"/>
                <a:gd name="connsiteX32" fmla="*/ 7922444 w 10529606"/>
                <a:gd name="connsiteY32" fmla="*/ 267971 h 1323368"/>
                <a:gd name="connsiteX33" fmla="*/ 7449609 w 10529606"/>
                <a:gd name="connsiteY33" fmla="*/ 586395 h 1323368"/>
                <a:gd name="connsiteX34" fmla="*/ 6876651 w 10529606"/>
                <a:gd name="connsiteY34" fmla="*/ 962182 h 1323368"/>
                <a:gd name="connsiteX35" fmla="*/ 6810229 w 10529606"/>
                <a:gd name="connsiteY35" fmla="*/ 999509 h 1323368"/>
                <a:gd name="connsiteX36" fmla="*/ 6286752 w 10529606"/>
                <a:gd name="connsiteY36" fmla="*/ 1219461 h 1323368"/>
                <a:gd name="connsiteX37" fmla="*/ 6086625 w 10529606"/>
                <a:gd name="connsiteY37" fmla="*/ 1224563 h 1323368"/>
                <a:gd name="connsiteX38" fmla="*/ 5718684 w 10529606"/>
                <a:gd name="connsiteY38" fmla="*/ 1111860 h 1323368"/>
                <a:gd name="connsiteX39" fmla="*/ 5195066 w 10529606"/>
                <a:gd name="connsiteY39" fmla="*/ 847544 h 1323368"/>
                <a:gd name="connsiteX40" fmla="*/ 4673225 w 10529606"/>
                <a:gd name="connsiteY40" fmla="*/ 533940 h 1323368"/>
                <a:gd name="connsiteX41" fmla="*/ 4585026 w 10529606"/>
                <a:gd name="connsiteY41" fmla="*/ 478706 h 1323368"/>
                <a:gd name="connsiteX42" fmla="*/ 4179546 w 10529606"/>
                <a:gd name="connsiteY42" fmla="*/ 237593 h 1323368"/>
                <a:gd name="connsiteX43" fmla="*/ 3818712 w 10529606"/>
                <a:gd name="connsiteY43" fmla="*/ 102093 h 1323368"/>
                <a:gd name="connsiteX44" fmla="*/ 2735663 w 10529606"/>
                <a:gd name="connsiteY44" fmla="*/ 262272 h 1323368"/>
                <a:gd name="connsiteX45" fmla="*/ 1408808 w 10529606"/>
                <a:gd name="connsiteY45" fmla="*/ 655597 h 1323368"/>
                <a:gd name="connsiteX46" fmla="*/ 794002 w 10529606"/>
                <a:gd name="connsiteY46" fmla="*/ 868899 h 1323368"/>
                <a:gd name="connsiteX47" fmla="*/ 2797 w 10529606"/>
                <a:gd name="connsiteY47" fmla="*/ 1323368 h 1323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0529606" h="1323368">
                  <a:moveTo>
                    <a:pt x="2797" y="1323368"/>
                  </a:moveTo>
                  <a:lnTo>
                    <a:pt x="0" y="1319411"/>
                  </a:lnTo>
                  <a:cubicBezTo>
                    <a:pt x="193865" y="1182380"/>
                    <a:pt x="423281" y="1050610"/>
                    <a:pt x="791838" y="864572"/>
                  </a:cubicBezTo>
                  <a:cubicBezTo>
                    <a:pt x="997383" y="760823"/>
                    <a:pt x="1198901" y="690901"/>
                    <a:pt x="1407911" y="650829"/>
                  </a:cubicBezTo>
                  <a:cubicBezTo>
                    <a:pt x="2059570" y="525884"/>
                    <a:pt x="2433457" y="377209"/>
                    <a:pt x="2733886" y="257751"/>
                  </a:cubicBezTo>
                  <a:cubicBezTo>
                    <a:pt x="2922949" y="182569"/>
                    <a:pt x="3072275" y="123201"/>
                    <a:pt x="3237538" y="91380"/>
                  </a:cubicBezTo>
                  <a:cubicBezTo>
                    <a:pt x="3415783" y="57078"/>
                    <a:pt x="3595277" y="58890"/>
                    <a:pt x="3819539" y="97308"/>
                  </a:cubicBezTo>
                  <a:cubicBezTo>
                    <a:pt x="3926507" y="115620"/>
                    <a:pt x="4041619" y="158840"/>
                    <a:pt x="4181833" y="233300"/>
                  </a:cubicBezTo>
                  <a:cubicBezTo>
                    <a:pt x="4321520" y="307480"/>
                    <a:pt x="4456791" y="392442"/>
                    <a:pt x="4587612" y="474590"/>
                  </a:cubicBezTo>
                  <a:cubicBezTo>
                    <a:pt x="4616478" y="492726"/>
                    <a:pt x="4646347" y="511477"/>
                    <a:pt x="4675793" y="529824"/>
                  </a:cubicBezTo>
                  <a:cubicBezTo>
                    <a:pt x="4848181" y="637232"/>
                    <a:pt x="5017806" y="742036"/>
                    <a:pt x="5197441" y="843323"/>
                  </a:cubicBezTo>
                  <a:cubicBezTo>
                    <a:pt x="5357356" y="933492"/>
                    <a:pt x="5529462" y="1028146"/>
                    <a:pt x="5720530" y="1107392"/>
                  </a:cubicBezTo>
                  <a:cubicBezTo>
                    <a:pt x="5827868" y="1151896"/>
                    <a:pt x="5949506" y="1202346"/>
                    <a:pt x="6087222" y="1219760"/>
                  </a:cubicBezTo>
                  <a:cubicBezTo>
                    <a:pt x="6151446" y="1227887"/>
                    <a:pt x="6218290" y="1226181"/>
                    <a:pt x="6285943" y="1214694"/>
                  </a:cubicBezTo>
                  <a:cubicBezTo>
                    <a:pt x="6476396" y="1182820"/>
                    <a:pt x="6652476" y="1083187"/>
                    <a:pt x="6807837" y="995305"/>
                  </a:cubicBezTo>
                  <a:cubicBezTo>
                    <a:pt x="6830898" y="982253"/>
                    <a:pt x="6852657" y="969939"/>
                    <a:pt x="6874293" y="957943"/>
                  </a:cubicBezTo>
                  <a:cubicBezTo>
                    <a:pt x="7074034" y="847175"/>
                    <a:pt x="7263537" y="712590"/>
                    <a:pt x="7446795" y="582437"/>
                  </a:cubicBezTo>
                  <a:cubicBezTo>
                    <a:pt x="7598707" y="474555"/>
                    <a:pt x="7755790" y="362995"/>
                    <a:pt x="7919928" y="263820"/>
                  </a:cubicBezTo>
                  <a:cubicBezTo>
                    <a:pt x="7948372" y="246634"/>
                    <a:pt x="7978099" y="227496"/>
                    <a:pt x="8009586" y="207214"/>
                  </a:cubicBezTo>
                  <a:cubicBezTo>
                    <a:pt x="8169502" y="104239"/>
                    <a:pt x="8368539" y="-23926"/>
                    <a:pt x="8570144" y="3849"/>
                  </a:cubicBezTo>
                  <a:cubicBezTo>
                    <a:pt x="8643550" y="13964"/>
                    <a:pt x="8708915" y="38433"/>
                    <a:pt x="8772136" y="62109"/>
                  </a:cubicBezTo>
                  <a:cubicBezTo>
                    <a:pt x="8816640" y="78768"/>
                    <a:pt x="8858681" y="94511"/>
                    <a:pt x="8902007" y="104889"/>
                  </a:cubicBezTo>
                  <a:cubicBezTo>
                    <a:pt x="8913916" y="107739"/>
                    <a:pt x="8927003" y="110835"/>
                    <a:pt x="8941129" y="114177"/>
                  </a:cubicBezTo>
                  <a:cubicBezTo>
                    <a:pt x="9121537" y="156834"/>
                    <a:pt x="9496954" y="245579"/>
                    <a:pt x="9833901" y="409575"/>
                  </a:cubicBezTo>
                  <a:cubicBezTo>
                    <a:pt x="10249389" y="611778"/>
                    <a:pt x="10483466" y="866067"/>
                    <a:pt x="10529606" y="1165370"/>
                  </a:cubicBezTo>
                  <a:lnTo>
                    <a:pt x="10524822" y="1166109"/>
                  </a:lnTo>
                  <a:cubicBezTo>
                    <a:pt x="10478928" y="868460"/>
                    <a:pt x="10245766" y="615385"/>
                    <a:pt x="9831790" y="413920"/>
                  </a:cubicBezTo>
                  <a:cubicBezTo>
                    <a:pt x="9495318" y="250170"/>
                    <a:pt x="9120253" y="161496"/>
                    <a:pt x="8940021" y="118892"/>
                  </a:cubicBezTo>
                  <a:cubicBezTo>
                    <a:pt x="8925878" y="115549"/>
                    <a:pt x="8912790" y="112453"/>
                    <a:pt x="8900882" y="109604"/>
                  </a:cubicBezTo>
                  <a:cubicBezTo>
                    <a:pt x="8857275" y="99155"/>
                    <a:pt x="8815093" y="83376"/>
                    <a:pt x="8770447" y="66648"/>
                  </a:cubicBezTo>
                  <a:cubicBezTo>
                    <a:pt x="8707473" y="43076"/>
                    <a:pt x="8642353" y="18696"/>
                    <a:pt x="8569493" y="8652"/>
                  </a:cubicBezTo>
                  <a:cubicBezTo>
                    <a:pt x="8369648" y="-18878"/>
                    <a:pt x="8171472" y="108742"/>
                    <a:pt x="8012225" y="211295"/>
                  </a:cubicBezTo>
                  <a:cubicBezTo>
                    <a:pt x="7980721" y="231594"/>
                    <a:pt x="7950958" y="250750"/>
                    <a:pt x="7922444" y="267971"/>
                  </a:cubicBezTo>
                  <a:cubicBezTo>
                    <a:pt x="7758446" y="367041"/>
                    <a:pt x="7601451" y="478548"/>
                    <a:pt x="7449609" y="586395"/>
                  </a:cubicBezTo>
                  <a:cubicBezTo>
                    <a:pt x="7266228" y="716618"/>
                    <a:pt x="7076620" y="851291"/>
                    <a:pt x="6876651" y="962182"/>
                  </a:cubicBezTo>
                  <a:cubicBezTo>
                    <a:pt x="6855049" y="974161"/>
                    <a:pt x="6833272" y="986474"/>
                    <a:pt x="6810229" y="999509"/>
                  </a:cubicBezTo>
                  <a:cubicBezTo>
                    <a:pt x="6654517" y="1087602"/>
                    <a:pt x="6478049" y="1187446"/>
                    <a:pt x="6286752" y="1219461"/>
                  </a:cubicBezTo>
                  <a:cubicBezTo>
                    <a:pt x="6218641" y="1231018"/>
                    <a:pt x="6151305" y="1232742"/>
                    <a:pt x="6086625" y="1224563"/>
                  </a:cubicBezTo>
                  <a:cubicBezTo>
                    <a:pt x="5948257" y="1207060"/>
                    <a:pt x="5826285" y="1156487"/>
                    <a:pt x="5718684" y="1111860"/>
                  </a:cubicBezTo>
                  <a:cubicBezTo>
                    <a:pt x="5527368" y="1032526"/>
                    <a:pt x="5355104" y="937784"/>
                    <a:pt x="5195066" y="847544"/>
                  </a:cubicBezTo>
                  <a:cubicBezTo>
                    <a:pt x="5015343" y="746205"/>
                    <a:pt x="4845665" y="641383"/>
                    <a:pt x="4673225" y="533940"/>
                  </a:cubicBezTo>
                  <a:cubicBezTo>
                    <a:pt x="4643779" y="515593"/>
                    <a:pt x="4613910" y="496842"/>
                    <a:pt x="4585026" y="478706"/>
                  </a:cubicBezTo>
                  <a:cubicBezTo>
                    <a:pt x="4454275" y="396593"/>
                    <a:pt x="4319075" y="311702"/>
                    <a:pt x="4179546" y="237593"/>
                  </a:cubicBezTo>
                  <a:cubicBezTo>
                    <a:pt x="4039807" y="163378"/>
                    <a:pt x="3925152" y="120316"/>
                    <a:pt x="3818712" y="102093"/>
                  </a:cubicBezTo>
                  <a:cubicBezTo>
                    <a:pt x="3343240" y="20666"/>
                    <a:pt x="3101528" y="116781"/>
                    <a:pt x="2735663" y="262272"/>
                  </a:cubicBezTo>
                  <a:cubicBezTo>
                    <a:pt x="2435040" y="381800"/>
                    <a:pt x="2060925" y="530580"/>
                    <a:pt x="1408808" y="655597"/>
                  </a:cubicBezTo>
                  <a:cubicBezTo>
                    <a:pt x="1200237" y="695580"/>
                    <a:pt x="999143" y="765362"/>
                    <a:pt x="794002" y="868899"/>
                  </a:cubicBezTo>
                  <a:cubicBezTo>
                    <a:pt x="425691" y="1054814"/>
                    <a:pt x="196451" y="1186479"/>
                    <a:pt x="2797" y="1323368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任意多边形: 形状 1390"/>
            <p:cNvSpPr/>
            <p:nvPr>
              <p:custDataLst>
                <p:tags r:id="rId11"/>
              </p:custDataLst>
            </p:nvPr>
          </p:nvSpPr>
          <p:spPr>
            <a:xfrm>
              <a:off x="1582901" y="3247659"/>
              <a:ext cx="10608447" cy="1378815"/>
            </a:xfrm>
            <a:custGeom>
              <a:avLst/>
              <a:gdLst>
                <a:gd name="connsiteX0" fmla="*/ 2199 w 10608447"/>
                <a:gd name="connsiteY0" fmla="*/ 1378816 h 1378815"/>
                <a:gd name="connsiteX1" fmla="*/ 0 w 10608447"/>
                <a:gd name="connsiteY1" fmla="*/ 1374576 h 1378815"/>
                <a:gd name="connsiteX2" fmla="*/ 428277 w 10608447"/>
                <a:gd name="connsiteY2" fmla="*/ 1178776 h 1378815"/>
                <a:gd name="connsiteX3" fmla="*/ 844891 w 10608447"/>
                <a:gd name="connsiteY3" fmla="*/ 994673 h 1378815"/>
                <a:gd name="connsiteX4" fmla="*/ 1484395 w 10608447"/>
                <a:gd name="connsiteY4" fmla="*/ 787387 h 1378815"/>
                <a:gd name="connsiteX5" fmla="*/ 2933574 w 10608447"/>
                <a:gd name="connsiteY5" fmla="*/ 295854 h 1378815"/>
                <a:gd name="connsiteX6" fmla="*/ 3378772 w 10608447"/>
                <a:gd name="connsiteY6" fmla="*/ 108181 h 1378815"/>
                <a:gd name="connsiteX7" fmla="*/ 3619675 w 10608447"/>
                <a:gd name="connsiteY7" fmla="*/ 72789 h 1378815"/>
                <a:gd name="connsiteX8" fmla="*/ 3913577 w 10608447"/>
                <a:gd name="connsiteY8" fmla="*/ 91804 h 1378815"/>
                <a:gd name="connsiteX9" fmla="*/ 4285705 w 10608447"/>
                <a:gd name="connsiteY9" fmla="*/ 233936 h 1378815"/>
                <a:gd name="connsiteX10" fmla="*/ 4719330 w 10608447"/>
                <a:gd name="connsiteY10" fmla="*/ 512446 h 1378815"/>
                <a:gd name="connsiteX11" fmla="*/ 4783307 w 10608447"/>
                <a:gd name="connsiteY11" fmla="*/ 556265 h 1378815"/>
                <a:gd name="connsiteX12" fmla="*/ 4813017 w 10608447"/>
                <a:gd name="connsiteY12" fmla="*/ 576564 h 1378815"/>
                <a:gd name="connsiteX13" fmla="*/ 5303899 w 10608447"/>
                <a:gd name="connsiteY13" fmla="*/ 903044 h 1378815"/>
                <a:gd name="connsiteX14" fmla="*/ 5827323 w 10608447"/>
                <a:gd name="connsiteY14" fmla="*/ 1200342 h 1378815"/>
                <a:gd name="connsiteX15" fmla="*/ 6200083 w 10608447"/>
                <a:gd name="connsiteY15" fmla="*/ 1328999 h 1378815"/>
                <a:gd name="connsiteX16" fmla="*/ 6404732 w 10608447"/>
                <a:gd name="connsiteY16" fmla="*/ 1324091 h 1378815"/>
                <a:gd name="connsiteX17" fmla="*/ 6932782 w 10608447"/>
                <a:gd name="connsiteY17" fmla="*/ 1082063 h 1378815"/>
                <a:gd name="connsiteX18" fmla="*/ 7000734 w 10608447"/>
                <a:gd name="connsiteY18" fmla="*/ 1040215 h 1378815"/>
                <a:gd name="connsiteX19" fmla="*/ 7566182 w 10608447"/>
                <a:gd name="connsiteY19" fmla="*/ 635950 h 1378815"/>
                <a:gd name="connsiteX20" fmla="*/ 8047160 w 10608447"/>
                <a:gd name="connsiteY20" fmla="*/ 284139 h 1378815"/>
                <a:gd name="connsiteX21" fmla="*/ 8134462 w 10608447"/>
                <a:gd name="connsiteY21" fmla="*/ 224507 h 1378815"/>
                <a:gd name="connsiteX22" fmla="*/ 8709021 w 10608447"/>
                <a:gd name="connsiteY22" fmla="*/ 5839 h 1378815"/>
                <a:gd name="connsiteX23" fmla="*/ 8913881 w 10608447"/>
                <a:gd name="connsiteY23" fmla="*/ 76922 h 1378815"/>
                <a:gd name="connsiteX24" fmla="*/ 9043153 w 10608447"/>
                <a:gd name="connsiteY24" fmla="*/ 128076 h 1378815"/>
                <a:gd name="connsiteX25" fmla="*/ 9139075 w 10608447"/>
                <a:gd name="connsiteY25" fmla="*/ 154919 h 1378815"/>
                <a:gd name="connsiteX26" fmla="*/ 9985953 w 10608447"/>
                <a:gd name="connsiteY26" fmla="*/ 464847 h 1378815"/>
                <a:gd name="connsiteX27" fmla="*/ 10392048 w 10608447"/>
                <a:gd name="connsiteY27" fmla="*/ 759980 h 1378815"/>
                <a:gd name="connsiteX28" fmla="*/ 10608447 w 10608447"/>
                <a:gd name="connsiteY28" fmla="*/ 1177369 h 1378815"/>
                <a:gd name="connsiteX29" fmla="*/ 10603733 w 10608447"/>
                <a:gd name="connsiteY29" fmla="*/ 1178107 h 1378815"/>
                <a:gd name="connsiteX30" fmla="*/ 9983702 w 10608447"/>
                <a:gd name="connsiteY30" fmla="*/ 469068 h 1378815"/>
                <a:gd name="connsiteX31" fmla="*/ 9137791 w 10608447"/>
                <a:gd name="connsiteY31" fmla="*/ 159527 h 1378815"/>
                <a:gd name="connsiteX32" fmla="*/ 9041799 w 10608447"/>
                <a:gd name="connsiteY32" fmla="*/ 132667 h 1378815"/>
                <a:gd name="connsiteX33" fmla="*/ 8911928 w 10608447"/>
                <a:gd name="connsiteY33" fmla="*/ 81302 h 1378815"/>
                <a:gd name="connsiteX34" fmla="*/ 8708194 w 10608447"/>
                <a:gd name="connsiteY34" fmla="*/ 10571 h 1378815"/>
                <a:gd name="connsiteX35" fmla="*/ 8137188 w 10608447"/>
                <a:gd name="connsiteY35" fmla="*/ 228447 h 1378815"/>
                <a:gd name="connsiteX36" fmla="*/ 8049763 w 10608447"/>
                <a:gd name="connsiteY36" fmla="*/ 288167 h 1378815"/>
                <a:gd name="connsiteX37" fmla="*/ 7569102 w 10608447"/>
                <a:gd name="connsiteY37" fmla="*/ 639767 h 1378815"/>
                <a:gd name="connsiteX38" fmla="*/ 7003215 w 10608447"/>
                <a:gd name="connsiteY38" fmla="*/ 1044331 h 1378815"/>
                <a:gd name="connsiteX39" fmla="*/ 6935298 w 10608447"/>
                <a:gd name="connsiteY39" fmla="*/ 1086144 h 1378815"/>
                <a:gd name="connsiteX40" fmla="*/ 6405593 w 10608447"/>
                <a:gd name="connsiteY40" fmla="*/ 1328823 h 1378815"/>
                <a:gd name="connsiteX41" fmla="*/ 6199415 w 10608447"/>
                <a:gd name="connsiteY41" fmla="*/ 1333766 h 1378815"/>
                <a:gd name="connsiteX42" fmla="*/ 5825317 w 10608447"/>
                <a:gd name="connsiteY42" fmla="*/ 1204705 h 1378815"/>
                <a:gd name="connsiteX43" fmla="*/ 5301383 w 10608447"/>
                <a:gd name="connsiteY43" fmla="*/ 907108 h 1378815"/>
                <a:gd name="connsiteX44" fmla="*/ 4810343 w 10608447"/>
                <a:gd name="connsiteY44" fmla="*/ 580522 h 1378815"/>
                <a:gd name="connsiteX45" fmla="*/ 4780633 w 10608447"/>
                <a:gd name="connsiteY45" fmla="*/ 560240 h 1378815"/>
                <a:gd name="connsiteX46" fmla="*/ 4716638 w 10608447"/>
                <a:gd name="connsiteY46" fmla="*/ 516404 h 1378815"/>
                <a:gd name="connsiteX47" fmla="*/ 4283383 w 10608447"/>
                <a:gd name="connsiteY47" fmla="*/ 238122 h 1378815"/>
                <a:gd name="connsiteX48" fmla="*/ 3912874 w 10608447"/>
                <a:gd name="connsiteY48" fmla="*/ 96536 h 1378815"/>
                <a:gd name="connsiteX49" fmla="*/ 2935737 w 10608447"/>
                <a:gd name="connsiteY49" fmla="*/ 300129 h 1378815"/>
                <a:gd name="connsiteX50" fmla="*/ 2380879 w 10608447"/>
                <a:gd name="connsiteY50" fmla="*/ 549351 h 1378815"/>
                <a:gd name="connsiteX51" fmla="*/ 1485292 w 10608447"/>
                <a:gd name="connsiteY51" fmla="*/ 792101 h 1378815"/>
                <a:gd name="connsiteX52" fmla="*/ 846896 w 10608447"/>
                <a:gd name="connsiteY52" fmla="*/ 999036 h 1378815"/>
                <a:gd name="connsiteX53" fmla="*/ 430194 w 10608447"/>
                <a:gd name="connsiteY53" fmla="*/ 1183174 h 1378815"/>
                <a:gd name="connsiteX54" fmla="*/ 2199 w 10608447"/>
                <a:gd name="connsiteY54" fmla="*/ 1378816 h 1378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0608447" h="1378815">
                  <a:moveTo>
                    <a:pt x="2199" y="1378816"/>
                  </a:moveTo>
                  <a:lnTo>
                    <a:pt x="0" y="1374576"/>
                  </a:lnTo>
                  <a:cubicBezTo>
                    <a:pt x="123063" y="1310951"/>
                    <a:pt x="257754" y="1252621"/>
                    <a:pt x="428277" y="1178776"/>
                  </a:cubicBezTo>
                  <a:cubicBezTo>
                    <a:pt x="548473" y="1126726"/>
                    <a:pt x="684694" y="1067745"/>
                    <a:pt x="844891" y="994673"/>
                  </a:cubicBezTo>
                  <a:cubicBezTo>
                    <a:pt x="1062662" y="895357"/>
                    <a:pt x="1271849" y="827563"/>
                    <a:pt x="1484395" y="787387"/>
                  </a:cubicBezTo>
                  <a:cubicBezTo>
                    <a:pt x="2239398" y="644710"/>
                    <a:pt x="2624297" y="451266"/>
                    <a:pt x="2933574" y="295854"/>
                  </a:cubicBezTo>
                  <a:cubicBezTo>
                    <a:pt x="3092152" y="216152"/>
                    <a:pt x="3229112" y="147337"/>
                    <a:pt x="3378772" y="108181"/>
                  </a:cubicBezTo>
                  <a:cubicBezTo>
                    <a:pt x="3457543" y="87565"/>
                    <a:pt x="3536349" y="75990"/>
                    <a:pt x="3619675" y="72789"/>
                  </a:cubicBezTo>
                  <a:cubicBezTo>
                    <a:pt x="3709932" y="69306"/>
                    <a:pt x="3806064" y="75533"/>
                    <a:pt x="3913577" y="91804"/>
                  </a:cubicBezTo>
                  <a:cubicBezTo>
                    <a:pt x="4024380" y="108585"/>
                    <a:pt x="4142624" y="153740"/>
                    <a:pt x="4285705" y="233936"/>
                  </a:cubicBezTo>
                  <a:cubicBezTo>
                    <a:pt x="4436756" y="318616"/>
                    <a:pt x="4580417" y="417159"/>
                    <a:pt x="4719330" y="512446"/>
                  </a:cubicBezTo>
                  <a:cubicBezTo>
                    <a:pt x="4740650" y="527082"/>
                    <a:pt x="4761969" y="541700"/>
                    <a:pt x="4783307" y="556265"/>
                  </a:cubicBezTo>
                  <a:lnTo>
                    <a:pt x="4813017" y="576564"/>
                  </a:lnTo>
                  <a:cubicBezTo>
                    <a:pt x="4970980" y="684464"/>
                    <a:pt x="5134326" y="796059"/>
                    <a:pt x="5303899" y="903044"/>
                  </a:cubicBezTo>
                  <a:cubicBezTo>
                    <a:pt x="5472662" y="1009537"/>
                    <a:pt x="5639685" y="1112389"/>
                    <a:pt x="5827323" y="1200342"/>
                  </a:cubicBezTo>
                  <a:cubicBezTo>
                    <a:pt x="5935662" y="1251126"/>
                    <a:pt x="6058462" y="1308700"/>
                    <a:pt x="6200083" y="1328999"/>
                  </a:cubicBezTo>
                  <a:cubicBezTo>
                    <a:pt x="6266294" y="1338498"/>
                    <a:pt x="6335161" y="1336844"/>
                    <a:pt x="6404732" y="1324091"/>
                  </a:cubicBezTo>
                  <a:cubicBezTo>
                    <a:pt x="6599230" y="1288910"/>
                    <a:pt x="6776438" y="1179005"/>
                    <a:pt x="6932782" y="1082063"/>
                  </a:cubicBezTo>
                  <a:cubicBezTo>
                    <a:pt x="6956407" y="1067410"/>
                    <a:pt x="6978711" y="1053584"/>
                    <a:pt x="7000734" y="1040215"/>
                  </a:cubicBezTo>
                  <a:cubicBezTo>
                    <a:pt x="7199032" y="919914"/>
                    <a:pt x="7385668" y="775566"/>
                    <a:pt x="7566182" y="635950"/>
                  </a:cubicBezTo>
                  <a:cubicBezTo>
                    <a:pt x="7720152" y="516862"/>
                    <a:pt x="7879346" y="393728"/>
                    <a:pt x="8047160" y="284139"/>
                  </a:cubicBezTo>
                  <a:cubicBezTo>
                    <a:pt x="8074690" y="266161"/>
                    <a:pt x="8103714" y="245932"/>
                    <a:pt x="8134462" y="224507"/>
                  </a:cubicBezTo>
                  <a:cubicBezTo>
                    <a:pt x="8297544" y="110855"/>
                    <a:pt x="8500503" y="-30591"/>
                    <a:pt x="8709021" y="5839"/>
                  </a:cubicBezTo>
                  <a:cubicBezTo>
                    <a:pt x="8784414" y="19014"/>
                    <a:pt x="8850238" y="48443"/>
                    <a:pt x="8913881" y="76922"/>
                  </a:cubicBezTo>
                  <a:cubicBezTo>
                    <a:pt x="8958086" y="96694"/>
                    <a:pt x="8999846" y="115375"/>
                    <a:pt x="9043153" y="128076"/>
                  </a:cubicBezTo>
                  <a:cubicBezTo>
                    <a:pt x="9069574" y="135815"/>
                    <a:pt x="9101783" y="144681"/>
                    <a:pt x="9139075" y="154919"/>
                  </a:cubicBezTo>
                  <a:cubicBezTo>
                    <a:pt x="9342069" y="210698"/>
                    <a:pt x="9681813" y="304069"/>
                    <a:pt x="9985953" y="464847"/>
                  </a:cubicBezTo>
                  <a:cubicBezTo>
                    <a:pt x="10154400" y="553907"/>
                    <a:pt x="10291044" y="653188"/>
                    <a:pt x="10392048" y="759980"/>
                  </a:cubicBezTo>
                  <a:cubicBezTo>
                    <a:pt x="10511910" y="886668"/>
                    <a:pt x="10584718" y="1027093"/>
                    <a:pt x="10608447" y="1177369"/>
                  </a:cubicBezTo>
                  <a:lnTo>
                    <a:pt x="10603733" y="1178107"/>
                  </a:lnTo>
                  <a:cubicBezTo>
                    <a:pt x="10560108" y="902059"/>
                    <a:pt x="10351502" y="663514"/>
                    <a:pt x="9983702" y="469068"/>
                  </a:cubicBezTo>
                  <a:cubicBezTo>
                    <a:pt x="9680019" y="308519"/>
                    <a:pt x="9340592" y="215254"/>
                    <a:pt x="9137791" y="159527"/>
                  </a:cubicBezTo>
                  <a:cubicBezTo>
                    <a:pt x="9100481" y="149272"/>
                    <a:pt x="9068255" y="140424"/>
                    <a:pt x="9041799" y="132667"/>
                  </a:cubicBezTo>
                  <a:cubicBezTo>
                    <a:pt x="8998174" y="119879"/>
                    <a:pt x="8956274" y="101145"/>
                    <a:pt x="8911928" y="81302"/>
                  </a:cubicBezTo>
                  <a:cubicBezTo>
                    <a:pt x="8848549" y="52946"/>
                    <a:pt x="8783007" y="23641"/>
                    <a:pt x="8708194" y="10571"/>
                  </a:cubicBezTo>
                  <a:cubicBezTo>
                    <a:pt x="8501629" y="-25507"/>
                    <a:pt x="8299549" y="115305"/>
                    <a:pt x="8137188" y="228447"/>
                  </a:cubicBezTo>
                  <a:cubicBezTo>
                    <a:pt x="8106422" y="249890"/>
                    <a:pt x="8077345" y="270154"/>
                    <a:pt x="8049763" y="288167"/>
                  </a:cubicBezTo>
                  <a:cubicBezTo>
                    <a:pt x="7882126" y="397668"/>
                    <a:pt x="7722984" y="520732"/>
                    <a:pt x="7569102" y="639767"/>
                  </a:cubicBezTo>
                  <a:cubicBezTo>
                    <a:pt x="7388500" y="779453"/>
                    <a:pt x="7201759" y="923889"/>
                    <a:pt x="7003215" y="1044331"/>
                  </a:cubicBezTo>
                  <a:cubicBezTo>
                    <a:pt x="6981209" y="1057683"/>
                    <a:pt x="6958921" y="1071509"/>
                    <a:pt x="6935298" y="1086144"/>
                  </a:cubicBezTo>
                  <a:cubicBezTo>
                    <a:pt x="6778583" y="1183332"/>
                    <a:pt x="6600972" y="1293466"/>
                    <a:pt x="6405593" y="1328823"/>
                  </a:cubicBezTo>
                  <a:cubicBezTo>
                    <a:pt x="6335513" y="1341664"/>
                    <a:pt x="6266136" y="1343336"/>
                    <a:pt x="6199415" y="1333766"/>
                  </a:cubicBezTo>
                  <a:cubicBezTo>
                    <a:pt x="6057108" y="1313361"/>
                    <a:pt x="5933957" y="1255629"/>
                    <a:pt x="5825317" y="1204705"/>
                  </a:cubicBezTo>
                  <a:cubicBezTo>
                    <a:pt x="5637432" y="1116629"/>
                    <a:pt x="5470270" y="1013689"/>
                    <a:pt x="5301383" y="907108"/>
                  </a:cubicBezTo>
                  <a:cubicBezTo>
                    <a:pt x="5131740" y="800069"/>
                    <a:pt x="4968359" y="688457"/>
                    <a:pt x="4810343" y="580522"/>
                  </a:cubicBezTo>
                  <a:lnTo>
                    <a:pt x="4780633" y="560240"/>
                  </a:lnTo>
                  <a:cubicBezTo>
                    <a:pt x="4759295" y="545675"/>
                    <a:pt x="4737976" y="531040"/>
                    <a:pt x="4716638" y="516404"/>
                  </a:cubicBezTo>
                  <a:cubicBezTo>
                    <a:pt x="4577796" y="421169"/>
                    <a:pt x="4434240" y="322697"/>
                    <a:pt x="4283383" y="238122"/>
                  </a:cubicBezTo>
                  <a:cubicBezTo>
                    <a:pt x="4140830" y="158208"/>
                    <a:pt x="4023096" y="113229"/>
                    <a:pt x="3912874" y="96536"/>
                  </a:cubicBezTo>
                  <a:cubicBezTo>
                    <a:pt x="3473304" y="29991"/>
                    <a:pt x="3259438" y="137451"/>
                    <a:pt x="2935737" y="300129"/>
                  </a:cubicBezTo>
                  <a:cubicBezTo>
                    <a:pt x="2783703" y="376542"/>
                    <a:pt x="2611385" y="463140"/>
                    <a:pt x="2380879" y="549351"/>
                  </a:cubicBezTo>
                  <a:cubicBezTo>
                    <a:pt x="2113644" y="649301"/>
                    <a:pt x="1820691" y="728705"/>
                    <a:pt x="1485292" y="792101"/>
                  </a:cubicBezTo>
                  <a:cubicBezTo>
                    <a:pt x="1273133" y="832190"/>
                    <a:pt x="1064315" y="899878"/>
                    <a:pt x="846896" y="999036"/>
                  </a:cubicBezTo>
                  <a:cubicBezTo>
                    <a:pt x="686647" y="1072107"/>
                    <a:pt x="550408" y="1131106"/>
                    <a:pt x="430194" y="1183174"/>
                  </a:cubicBezTo>
                  <a:cubicBezTo>
                    <a:pt x="259760" y="1256966"/>
                    <a:pt x="125121" y="1315261"/>
                    <a:pt x="2199" y="1378816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任意多边形: 形状 1391"/>
            <p:cNvSpPr/>
            <p:nvPr>
              <p:custDataLst>
                <p:tags r:id="rId12"/>
              </p:custDataLst>
            </p:nvPr>
          </p:nvSpPr>
          <p:spPr>
            <a:xfrm>
              <a:off x="1504096" y="3185348"/>
              <a:ext cx="10687217" cy="1450308"/>
            </a:xfrm>
            <a:custGeom>
              <a:avLst/>
              <a:gdLst>
                <a:gd name="connsiteX0" fmla="*/ 6403483 w 10687217"/>
                <a:gd name="connsiteY0" fmla="*/ 1450309 h 1450308"/>
                <a:gd name="connsiteX1" fmla="*/ 6312153 w 10687217"/>
                <a:gd name="connsiteY1" fmla="*/ 1443132 h 1450308"/>
                <a:gd name="connsiteX2" fmla="*/ 5931898 w 10687217"/>
                <a:gd name="connsiteY2" fmla="*/ 1297711 h 1450308"/>
                <a:gd name="connsiteX3" fmla="*/ 5407630 w 10687217"/>
                <a:gd name="connsiteY3" fmla="*/ 966850 h 1450308"/>
                <a:gd name="connsiteX4" fmla="*/ 4977031 w 10687217"/>
                <a:gd name="connsiteY4" fmla="*/ 652982 h 1450308"/>
                <a:gd name="connsiteX5" fmla="*/ 4887988 w 10687217"/>
                <a:gd name="connsiteY5" fmla="*/ 586719 h 1450308"/>
                <a:gd name="connsiteX6" fmla="*/ 4842780 w 10687217"/>
                <a:gd name="connsiteY6" fmla="*/ 553086 h 1450308"/>
                <a:gd name="connsiteX7" fmla="*/ 4387150 w 10687217"/>
                <a:gd name="connsiteY7" fmla="*/ 238848 h 1450308"/>
                <a:gd name="connsiteX8" fmla="*/ 4006983 w 10687217"/>
                <a:gd name="connsiteY8" fmla="*/ 91176 h 1450308"/>
                <a:gd name="connsiteX9" fmla="*/ 3107404 w 10687217"/>
                <a:gd name="connsiteY9" fmla="*/ 337408 h 1450308"/>
                <a:gd name="connsiteX10" fmla="*/ 2538666 w 10687217"/>
                <a:gd name="connsiteY10" fmla="*/ 644152 h 1450308"/>
                <a:gd name="connsiteX11" fmla="*/ 1561741 w 10687217"/>
                <a:gd name="connsiteY11" fmla="*/ 928820 h 1450308"/>
                <a:gd name="connsiteX12" fmla="*/ 899756 w 10687217"/>
                <a:gd name="connsiteY12" fmla="*/ 1129369 h 1450308"/>
                <a:gd name="connsiteX13" fmla="*/ 247745 w 10687217"/>
                <a:gd name="connsiteY13" fmla="*/ 1356058 h 1450308"/>
                <a:gd name="connsiteX14" fmla="*/ 1566 w 10687217"/>
                <a:gd name="connsiteY14" fmla="*/ 1434424 h 1450308"/>
                <a:gd name="connsiteX15" fmla="*/ 0 w 10687217"/>
                <a:gd name="connsiteY15" fmla="*/ 1429974 h 1450308"/>
                <a:gd name="connsiteX16" fmla="*/ 246373 w 10687217"/>
                <a:gd name="connsiteY16" fmla="*/ 1351538 h 1450308"/>
                <a:gd name="connsiteX17" fmla="*/ 897944 w 10687217"/>
                <a:gd name="connsiteY17" fmla="*/ 1124989 h 1450308"/>
                <a:gd name="connsiteX18" fmla="*/ 1560861 w 10687217"/>
                <a:gd name="connsiteY18" fmla="*/ 924158 h 1450308"/>
                <a:gd name="connsiteX19" fmla="*/ 3104905 w 10687217"/>
                <a:gd name="connsiteY19" fmla="*/ 333380 h 1450308"/>
                <a:gd name="connsiteX20" fmla="*/ 3507623 w 10687217"/>
                <a:gd name="connsiteY20" fmla="*/ 122786 h 1450308"/>
                <a:gd name="connsiteX21" fmla="*/ 4007582 w 10687217"/>
                <a:gd name="connsiteY21" fmla="*/ 86479 h 1450308"/>
                <a:gd name="connsiteX22" fmla="*/ 4389525 w 10687217"/>
                <a:gd name="connsiteY22" fmla="*/ 234767 h 1450308"/>
                <a:gd name="connsiteX23" fmla="*/ 4845577 w 10687217"/>
                <a:gd name="connsiteY23" fmla="*/ 549269 h 1450308"/>
                <a:gd name="connsiteX24" fmla="*/ 4890785 w 10687217"/>
                <a:gd name="connsiteY24" fmla="*/ 582902 h 1450308"/>
                <a:gd name="connsiteX25" fmla="*/ 4979828 w 10687217"/>
                <a:gd name="connsiteY25" fmla="*/ 649165 h 1450308"/>
                <a:gd name="connsiteX26" fmla="*/ 5410304 w 10687217"/>
                <a:gd name="connsiteY26" fmla="*/ 962945 h 1450308"/>
                <a:gd name="connsiteX27" fmla="*/ 5934062 w 10687217"/>
                <a:gd name="connsiteY27" fmla="*/ 1293489 h 1450308"/>
                <a:gd name="connsiteX28" fmla="*/ 6312874 w 10687217"/>
                <a:gd name="connsiteY28" fmla="*/ 1438435 h 1450308"/>
                <a:gd name="connsiteX29" fmla="*/ 6523468 w 10687217"/>
                <a:gd name="connsiteY29" fmla="*/ 1433668 h 1450308"/>
                <a:gd name="connsiteX30" fmla="*/ 7058959 w 10687217"/>
                <a:gd name="connsiteY30" fmla="*/ 1168262 h 1450308"/>
                <a:gd name="connsiteX31" fmla="*/ 7127123 w 10687217"/>
                <a:gd name="connsiteY31" fmla="*/ 1122650 h 1450308"/>
                <a:gd name="connsiteX32" fmla="*/ 7686871 w 10687217"/>
                <a:gd name="connsiteY32" fmla="*/ 689430 h 1450308"/>
                <a:gd name="connsiteX33" fmla="*/ 8174287 w 10687217"/>
                <a:gd name="connsiteY33" fmla="*/ 304619 h 1450308"/>
                <a:gd name="connsiteX34" fmla="*/ 8258968 w 10687217"/>
                <a:gd name="connsiteY34" fmla="*/ 242419 h 1450308"/>
                <a:gd name="connsiteX35" fmla="*/ 8533714 w 10687217"/>
                <a:gd name="connsiteY35" fmla="*/ 62345 h 1450308"/>
                <a:gd name="connsiteX36" fmla="*/ 8847793 w 10687217"/>
                <a:gd name="connsiteY36" fmla="*/ 7973 h 1450308"/>
                <a:gd name="connsiteX37" fmla="*/ 9055889 w 10687217"/>
                <a:gd name="connsiteY37" fmla="*/ 92090 h 1450308"/>
                <a:gd name="connsiteX38" fmla="*/ 9184212 w 10687217"/>
                <a:gd name="connsiteY38" fmla="*/ 151371 h 1450308"/>
                <a:gd name="connsiteX39" fmla="*/ 9322280 w 10687217"/>
                <a:gd name="connsiteY39" fmla="*/ 195365 h 1450308"/>
                <a:gd name="connsiteX40" fmla="*/ 10120891 w 10687217"/>
                <a:gd name="connsiteY40" fmla="*/ 513155 h 1450308"/>
                <a:gd name="connsiteX41" fmla="*/ 10489869 w 10687217"/>
                <a:gd name="connsiteY41" fmla="*/ 796979 h 1450308"/>
                <a:gd name="connsiteX42" fmla="*/ 10687217 w 10687217"/>
                <a:gd name="connsiteY42" fmla="*/ 1189441 h 1450308"/>
                <a:gd name="connsiteX43" fmla="*/ 10682574 w 10687217"/>
                <a:gd name="connsiteY43" fmla="*/ 1190197 h 1450308"/>
                <a:gd name="connsiteX44" fmla="*/ 10118586 w 10687217"/>
                <a:gd name="connsiteY44" fmla="*/ 517254 h 1450308"/>
                <a:gd name="connsiteX45" fmla="*/ 9320908 w 10687217"/>
                <a:gd name="connsiteY45" fmla="*/ 199868 h 1450308"/>
                <a:gd name="connsiteX46" fmla="*/ 9182681 w 10687217"/>
                <a:gd name="connsiteY46" fmla="*/ 155821 h 1450308"/>
                <a:gd name="connsiteX47" fmla="*/ 9053726 w 10687217"/>
                <a:gd name="connsiteY47" fmla="*/ 96259 h 1450308"/>
                <a:gd name="connsiteX48" fmla="*/ 8846843 w 10687217"/>
                <a:gd name="connsiteY48" fmla="*/ 12564 h 1450308"/>
                <a:gd name="connsiteX49" fmla="*/ 8261817 w 10687217"/>
                <a:gd name="connsiteY49" fmla="*/ 246166 h 1450308"/>
                <a:gd name="connsiteX50" fmla="*/ 8177013 w 10687217"/>
                <a:gd name="connsiteY50" fmla="*/ 308454 h 1450308"/>
                <a:gd name="connsiteX51" fmla="*/ 7689914 w 10687217"/>
                <a:gd name="connsiteY51" fmla="*/ 693018 h 1450308"/>
                <a:gd name="connsiteX52" fmla="*/ 7129726 w 10687217"/>
                <a:gd name="connsiteY52" fmla="*/ 1126555 h 1450308"/>
                <a:gd name="connsiteX53" fmla="*/ 7061598 w 10687217"/>
                <a:gd name="connsiteY53" fmla="*/ 1172149 h 1450308"/>
                <a:gd name="connsiteX54" fmla="*/ 6524382 w 10687217"/>
                <a:gd name="connsiteY54" fmla="*/ 1438259 h 1450308"/>
                <a:gd name="connsiteX55" fmla="*/ 6403483 w 10687217"/>
                <a:gd name="connsiteY55" fmla="*/ 1450309 h 14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0687217" h="1450308">
                  <a:moveTo>
                    <a:pt x="6403483" y="1450309"/>
                  </a:moveTo>
                  <a:cubicBezTo>
                    <a:pt x="6372647" y="1450309"/>
                    <a:pt x="6342145" y="1447917"/>
                    <a:pt x="6312153" y="1443132"/>
                  </a:cubicBezTo>
                  <a:cubicBezTo>
                    <a:pt x="6165624" y="1419772"/>
                    <a:pt x="6041452" y="1354933"/>
                    <a:pt x="5931898" y="1297711"/>
                  </a:cubicBezTo>
                  <a:cubicBezTo>
                    <a:pt x="5746529" y="1200910"/>
                    <a:pt x="5584802" y="1090600"/>
                    <a:pt x="5407630" y="966850"/>
                  </a:cubicBezTo>
                  <a:cubicBezTo>
                    <a:pt x="5259728" y="863541"/>
                    <a:pt x="5116014" y="756503"/>
                    <a:pt x="4977031" y="652982"/>
                  </a:cubicBezTo>
                  <a:cubicBezTo>
                    <a:pt x="4947338" y="630871"/>
                    <a:pt x="4917681" y="608777"/>
                    <a:pt x="4887988" y="586719"/>
                  </a:cubicBezTo>
                  <a:cubicBezTo>
                    <a:pt x="4872913" y="575531"/>
                    <a:pt x="4857855" y="564309"/>
                    <a:pt x="4842780" y="553086"/>
                  </a:cubicBezTo>
                  <a:cubicBezTo>
                    <a:pt x="4697728" y="445097"/>
                    <a:pt x="4547734" y="333433"/>
                    <a:pt x="4387150" y="238848"/>
                  </a:cubicBezTo>
                  <a:cubicBezTo>
                    <a:pt x="4241676" y="153182"/>
                    <a:pt x="4120882" y="106251"/>
                    <a:pt x="4006983" y="91176"/>
                  </a:cubicBezTo>
                  <a:cubicBezTo>
                    <a:pt x="3592920" y="36381"/>
                    <a:pt x="3389274" y="162646"/>
                    <a:pt x="3107404" y="337408"/>
                  </a:cubicBezTo>
                  <a:cubicBezTo>
                    <a:pt x="2954682" y="432098"/>
                    <a:pt x="2781592" y="539400"/>
                    <a:pt x="2538666" y="644152"/>
                  </a:cubicBezTo>
                  <a:cubicBezTo>
                    <a:pt x="2256760" y="765703"/>
                    <a:pt x="1937193" y="858827"/>
                    <a:pt x="1561741" y="928820"/>
                  </a:cubicBezTo>
                  <a:cubicBezTo>
                    <a:pt x="1346327" y="968979"/>
                    <a:pt x="1129787" y="1034574"/>
                    <a:pt x="899756" y="1129369"/>
                  </a:cubicBezTo>
                  <a:cubicBezTo>
                    <a:pt x="631430" y="1239943"/>
                    <a:pt x="427591" y="1301633"/>
                    <a:pt x="247745" y="1356058"/>
                  </a:cubicBezTo>
                  <a:cubicBezTo>
                    <a:pt x="160267" y="1382532"/>
                    <a:pt x="77645" y="1407546"/>
                    <a:pt x="1566" y="1434424"/>
                  </a:cubicBezTo>
                  <a:lnTo>
                    <a:pt x="0" y="1429974"/>
                  </a:lnTo>
                  <a:cubicBezTo>
                    <a:pt x="76167" y="1403061"/>
                    <a:pt x="158843" y="1378029"/>
                    <a:pt x="246373" y="1351538"/>
                  </a:cubicBezTo>
                  <a:cubicBezTo>
                    <a:pt x="426113" y="1297130"/>
                    <a:pt x="629829" y="1235476"/>
                    <a:pt x="897944" y="1124989"/>
                  </a:cubicBezTo>
                  <a:cubicBezTo>
                    <a:pt x="1128275" y="1030071"/>
                    <a:pt x="1345131" y="964388"/>
                    <a:pt x="1560861" y="924158"/>
                  </a:cubicBezTo>
                  <a:cubicBezTo>
                    <a:pt x="2406192" y="766565"/>
                    <a:pt x="2810035" y="516181"/>
                    <a:pt x="3104905" y="333380"/>
                  </a:cubicBezTo>
                  <a:cubicBezTo>
                    <a:pt x="3246984" y="245287"/>
                    <a:pt x="3369696" y="169208"/>
                    <a:pt x="3507623" y="122786"/>
                  </a:cubicBezTo>
                  <a:cubicBezTo>
                    <a:pt x="3656686" y="72618"/>
                    <a:pt x="3815563" y="61078"/>
                    <a:pt x="4007582" y="86479"/>
                  </a:cubicBezTo>
                  <a:cubicBezTo>
                    <a:pt x="4122131" y="101642"/>
                    <a:pt x="4243506" y="148750"/>
                    <a:pt x="4389525" y="234767"/>
                  </a:cubicBezTo>
                  <a:cubicBezTo>
                    <a:pt x="4550320" y="329475"/>
                    <a:pt x="4700420" y="441210"/>
                    <a:pt x="4845577" y="549269"/>
                  </a:cubicBezTo>
                  <a:cubicBezTo>
                    <a:pt x="4860652" y="560491"/>
                    <a:pt x="4875727" y="571714"/>
                    <a:pt x="4890785" y="582902"/>
                  </a:cubicBezTo>
                  <a:cubicBezTo>
                    <a:pt x="4920478" y="604943"/>
                    <a:pt x="4950135" y="627036"/>
                    <a:pt x="4979828" y="649165"/>
                  </a:cubicBezTo>
                  <a:cubicBezTo>
                    <a:pt x="5118776" y="752668"/>
                    <a:pt x="5262473" y="859689"/>
                    <a:pt x="5410304" y="962945"/>
                  </a:cubicBezTo>
                  <a:cubicBezTo>
                    <a:pt x="5587335" y="1086589"/>
                    <a:pt x="5748939" y="1196829"/>
                    <a:pt x="5934062" y="1293489"/>
                  </a:cubicBezTo>
                  <a:cubicBezTo>
                    <a:pt x="6043299" y="1350535"/>
                    <a:pt x="6167119" y="1415198"/>
                    <a:pt x="6312874" y="1438435"/>
                  </a:cubicBezTo>
                  <a:cubicBezTo>
                    <a:pt x="6381108" y="1449306"/>
                    <a:pt x="6451945" y="1447705"/>
                    <a:pt x="6523468" y="1433668"/>
                  </a:cubicBezTo>
                  <a:cubicBezTo>
                    <a:pt x="6722522" y="1395075"/>
                    <a:pt x="6909070" y="1269320"/>
                    <a:pt x="7058959" y="1168262"/>
                  </a:cubicBezTo>
                  <a:cubicBezTo>
                    <a:pt x="7082689" y="1152255"/>
                    <a:pt x="7105116" y="1137144"/>
                    <a:pt x="7127123" y="1122650"/>
                  </a:cubicBezTo>
                  <a:cubicBezTo>
                    <a:pt x="7324400" y="992691"/>
                    <a:pt x="7508678" y="838527"/>
                    <a:pt x="7686871" y="689430"/>
                  </a:cubicBezTo>
                  <a:cubicBezTo>
                    <a:pt x="7842442" y="559278"/>
                    <a:pt x="8003325" y="424675"/>
                    <a:pt x="8174287" y="304619"/>
                  </a:cubicBezTo>
                  <a:cubicBezTo>
                    <a:pt x="8200849" y="285974"/>
                    <a:pt x="8229081" y="264812"/>
                    <a:pt x="8258968" y="242419"/>
                  </a:cubicBezTo>
                  <a:cubicBezTo>
                    <a:pt x="8341028" y="180940"/>
                    <a:pt x="8434046" y="111247"/>
                    <a:pt x="8533714" y="62345"/>
                  </a:cubicBezTo>
                  <a:cubicBezTo>
                    <a:pt x="8649231" y="5668"/>
                    <a:pt x="8751978" y="-12116"/>
                    <a:pt x="8847793" y="7973"/>
                  </a:cubicBezTo>
                  <a:cubicBezTo>
                    <a:pt x="8925349" y="24244"/>
                    <a:pt x="8991719" y="58739"/>
                    <a:pt x="9055889" y="92090"/>
                  </a:cubicBezTo>
                  <a:cubicBezTo>
                    <a:pt x="9099654" y="114853"/>
                    <a:pt x="9141009" y="136331"/>
                    <a:pt x="9184212" y="151371"/>
                  </a:cubicBezTo>
                  <a:cubicBezTo>
                    <a:pt x="9219974" y="163825"/>
                    <a:pt x="9267380" y="178443"/>
                    <a:pt x="9322280" y="195365"/>
                  </a:cubicBezTo>
                  <a:cubicBezTo>
                    <a:pt x="9529655" y="259306"/>
                    <a:pt x="9843066" y="355949"/>
                    <a:pt x="10120891" y="513155"/>
                  </a:cubicBezTo>
                  <a:cubicBezTo>
                    <a:pt x="10273964" y="599771"/>
                    <a:pt x="10398117" y="695270"/>
                    <a:pt x="10489869" y="796979"/>
                  </a:cubicBezTo>
                  <a:cubicBezTo>
                    <a:pt x="10598051" y="916893"/>
                    <a:pt x="10664438" y="1048946"/>
                    <a:pt x="10687217" y="1189441"/>
                  </a:cubicBezTo>
                  <a:lnTo>
                    <a:pt x="10682574" y="1190197"/>
                  </a:lnTo>
                  <a:cubicBezTo>
                    <a:pt x="10640673" y="931722"/>
                    <a:pt x="10450924" y="705297"/>
                    <a:pt x="10118586" y="517254"/>
                  </a:cubicBezTo>
                  <a:cubicBezTo>
                    <a:pt x="9841201" y="360294"/>
                    <a:pt x="9528107" y="263757"/>
                    <a:pt x="9320908" y="199868"/>
                  </a:cubicBezTo>
                  <a:cubicBezTo>
                    <a:pt x="9265973" y="182928"/>
                    <a:pt x="9218513" y="168293"/>
                    <a:pt x="9182681" y="155821"/>
                  </a:cubicBezTo>
                  <a:cubicBezTo>
                    <a:pt x="9139145" y="140676"/>
                    <a:pt x="9097649" y="119092"/>
                    <a:pt x="9053726" y="96259"/>
                  </a:cubicBezTo>
                  <a:cubicBezTo>
                    <a:pt x="8989836" y="63048"/>
                    <a:pt x="8923766" y="28694"/>
                    <a:pt x="8846843" y="12564"/>
                  </a:cubicBezTo>
                  <a:cubicBezTo>
                    <a:pt x="8633400" y="-32204"/>
                    <a:pt x="8427362" y="122153"/>
                    <a:pt x="8261817" y="246166"/>
                  </a:cubicBezTo>
                  <a:cubicBezTo>
                    <a:pt x="8231896" y="268594"/>
                    <a:pt x="8203628" y="289755"/>
                    <a:pt x="8177013" y="308454"/>
                  </a:cubicBezTo>
                  <a:cubicBezTo>
                    <a:pt x="8006210" y="428404"/>
                    <a:pt x="7845414" y="562936"/>
                    <a:pt x="7689914" y="693018"/>
                  </a:cubicBezTo>
                  <a:cubicBezTo>
                    <a:pt x="7511616" y="842186"/>
                    <a:pt x="7327232" y="996438"/>
                    <a:pt x="7129726" y="1126555"/>
                  </a:cubicBezTo>
                  <a:cubicBezTo>
                    <a:pt x="7107738" y="1141050"/>
                    <a:pt x="7085327" y="1156142"/>
                    <a:pt x="7061598" y="1172149"/>
                  </a:cubicBezTo>
                  <a:cubicBezTo>
                    <a:pt x="6911357" y="1273436"/>
                    <a:pt x="6724369" y="1399490"/>
                    <a:pt x="6524382" y="1438259"/>
                  </a:cubicBezTo>
                  <a:cubicBezTo>
                    <a:pt x="6483749" y="1446316"/>
                    <a:pt x="6443325" y="1450309"/>
                    <a:pt x="6403483" y="1450309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任意多边形: 形状 1392"/>
            <p:cNvSpPr/>
            <p:nvPr>
              <p:custDataLst>
                <p:tags r:id="rId13"/>
              </p:custDataLst>
            </p:nvPr>
          </p:nvSpPr>
          <p:spPr>
            <a:xfrm>
              <a:off x="1425255" y="3123031"/>
              <a:ext cx="10766041" cy="1560771"/>
            </a:xfrm>
            <a:custGeom>
              <a:avLst/>
              <a:gdLst>
                <a:gd name="connsiteX0" fmla="*/ 6520653 w 10766041"/>
                <a:gd name="connsiteY0" fmla="*/ 1560771 h 1560771"/>
                <a:gd name="connsiteX1" fmla="*/ 6424908 w 10766041"/>
                <a:gd name="connsiteY1" fmla="*/ 1552539 h 1560771"/>
                <a:gd name="connsiteX2" fmla="*/ 6038515 w 10766041"/>
                <a:gd name="connsiteY2" fmla="*/ 1390759 h 1560771"/>
                <a:gd name="connsiteX3" fmla="*/ 5513930 w 10766041"/>
                <a:gd name="connsiteY3" fmla="*/ 1026634 h 1560771"/>
                <a:gd name="connsiteX4" fmla="*/ 5132760 w 10766041"/>
                <a:gd name="connsiteY4" fmla="*/ 724007 h 1560771"/>
                <a:gd name="connsiteX5" fmla="*/ 4995396 w 10766041"/>
                <a:gd name="connsiteY5" fmla="*/ 613257 h 1560771"/>
                <a:gd name="connsiteX6" fmla="*/ 4965052 w 10766041"/>
                <a:gd name="connsiteY6" fmla="*/ 588894 h 1560771"/>
                <a:gd name="connsiteX7" fmla="*/ 4490970 w 10766041"/>
                <a:gd name="connsiteY7" fmla="*/ 239634 h 1560771"/>
                <a:gd name="connsiteX8" fmla="*/ 4101128 w 10766041"/>
                <a:gd name="connsiteY8" fmla="*/ 85875 h 1560771"/>
                <a:gd name="connsiteX9" fmla="*/ 3262517 w 10766041"/>
                <a:gd name="connsiteY9" fmla="*/ 373533 h 1560771"/>
                <a:gd name="connsiteX10" fmla="*/ 2686673 w 10766041"/>
                <a:gd name="connsiteY10" fmla="*/ 739434 h 1560771"/>
                <a:gd name="connsiteX11" fmla="*/ 1638224 w 10766041"/>
                <a:gd name="connsiteY11" fmla="*/ 1065580 h 1560771"/>
                <a:gd name="connsiteX12" fmla="*/ 952651 w 10766041"/>
                <a:gd name="connsiteY12" fmla="*/ 1259744 h 1560771"/>
                <a:gd name="connsiteX13" fmla="*/ 189995 w 10766041"/>
                <a:gd name="connsiteY13" fmla="*/ 1455087 h 1560771"/>
                <a:gd name="connsiteX14" fmla="*/ 967 w 10766041"/>
                <a:gd name="connsiteY14" fmla="*/ 1490039 h 1560771"/>
                <a:gd name="connsiteX15" fmla="*/ 0 w 10766041"/>
                <a:gd name="connsiteY15" fmla="*/ 1485484 h 1560771"/>
                <a:gd name="connsiteX16" fmla="*/ 189186 w 10766041"/>
                <a:gd name="connsiteY16" fmla="*/ 1450496 h 1560771"/>
                <a:gd name="connsiteX17" fmla="*/ 951015 w 10766041"/>
                <a:gd name="connsiteY17" fmla="*/ 1255364 h 1560771"/>
                <a:gd name="connsiteX18" fmla="*/ 1637362 w 10766041"/>
                <a:gd name="connsiteY18" fmla="*/ 1060989 h 1560771"/>
                <a:gd name="connsiteX19" fmla="*/ 3259702 w 10766041"/>
                <a:gd name="connsiteY19" fmla="*/ 369804 h 1560771"/>
                <a:gd name="connsiteX20" fmla="*/ 4101638 w 10766041"/>
                <a:gd name="connsiteY20" fmla="*/ 81249 h 1560771"/>
                <a:gd name="connsiteX21" fmla="*/ 4493397 w 10766041"/>
                <a:gd name="connsiteY21" fmla="*/ 235659 h 1560771"/>
                <a:gd name="connsiteX22" fmla="*/ 4967954 w 10766041"/>
                <a:gd name="connsiteY22" fmla="*/ 585253 h 1560771"/>
                <a:gd name="connsiteX23" fmla="*/ 4998298 w 10766041"/>
                <a:gd name="connsiteY23" fmla="*/ 609616 h 1560771"/>
                <a:gd name="connsiteX24" fmla="*/ 5135663 w 10766041"/>
                <a:gd name="connsiteY24" fmla="*/ 720383 h 1560771"/>
                <a:gd name="connsiteX25" fmla="*/ 5516744 w 10766041"/>
                <a:gd name="connsiteY25" fmla="*/ 1022940 h 1560771"/>
                <a:gd name="connsiteX26" fmla="*/ 6040819 w 10766041"/>
                <a:gd name="connsiteY26" fmla="*/ 1386730 h 1560771"/>
                <a:gd name="connsiteX27" fmla="*/ 6425700 w 10766041"/>
                <a:gd name="connsiteY27" fmla="*/ 1547948 h 1560771"/>
                <a:gd name="connsiteX28" fmla="*/ 6642239 w 10766041"/>
                <a:gd name="connsiteY28" fmla="*/ 1543339 h 1560771"/>
                <a:gd name="connsiteX29" fmla="*/ 7186086 w 10766041"/>
                <a:gd name="connsiteY29" fmla="*/ 1253940 h 1560771"/>
                <a:gd name="connsiteX30" fmla="*/ 7253563 w 10766041"/>
                <a:gd name="connsiteY30" fmla="*/ 1205196 h 1560771"/>
                <a:gd name="connsiteX31" fmla="*/ 7808703 w 10766041"/>
                <a:gd name="connsiteY31" fmla="*/ 742846 h 1560771"/>
                <a:gd name="connsiteX32" fmla="*/ 8301502 w 10766041"/>
                <a:gd name="connsiteY32" fmla="*/ 325212 h 1560771"/>
                <a:gd name="connsiteX33" fmla="*/ 8383368 w 10766041"/>
                <a:gd name="connsiteY33" fmla="*/ 260901 h 1560771"/>
                <a:gd name="connsiteX34" fmla="*/ 8662952 w 10766041"/>
                <a:gd name="connsiteY34" fmla="*/ 65945 h 1560771"/>
                <a:gd name="connsiteX35" fmla="*/ 8986635 w 10766041"/>
                <a:gd name="connsiteY35" fmla="*/ 10236 h 1560771"/>
                <a:gd name="connsiteX36" fmla="*/ 9198231 w 10766041"/>
                <a:gd name="connsiteY36" fmla="*/ 107652 h 1560771"/>
                <a:gd name="connsiteX37" fmla="*/ 9325323 w 10766041"/>
                <a:gd name="connsiteY37" fmla="*/ 174830 h 1560771"/>
                <a:gd name="connsiteX38" fmla="*/ 9495125 w 10766041"/>
                <a:gd name="connsiteY38" fmla="*/ 235272 h 1560771"/>
                <a:gd name="connsiteX39" fmla="*/ 10246187 w 10766041"/>
                <a:gd name="connsiteY39" fmla="*/ 557337 h 1560771"/>
                <a:gd name="connsiteX40" fmla="*/ 10584190 w 10766041"/>
                <a:gd name="connsiteY40" fmla="*/ 830781 h 1560771"/>
                <a:gd name="connsiteX41" fmla="*/ 10766041 w 10766041"/>
                <a:gd name="connsiteY41" fmla="*/ 1201696 h 1560771"/>
                <a:gd name="connsiteX42" fmla="*/ 10761450 w 10766041"/>
                <a:gd name="connsiteY42" fmla="*/ 1202470 h 1560771"/>
                <a:gd name="connsiteX43" fmla="*/ 10243795 w 10766041"/>
                <a:gd name="connsiteY43" fmla="*/ 561330 h 1560771"/>
                <a:gd name="connsiteX44" fmla="*/ 9493629 w 10766041"/>
                <a:gd name="connsiteY44" fmla="*/ 239669 h 1560771"/>
                <a:gd name="connsiteX45" fmla="*/ 9323582 w 10766041"/>
                <a:gd name="connsiteY45" fmla="*/ 179140 h 1560771"/>
                <a:gd name="connsiteX46" fmla="*/ 9195857 w 10766041"/>
                <a:gd name="connsiteY46" fmla="*/ 111645 h 1560771"/>
                <a:gd name="connsiteX47" fmla="*/ 8985527 w 10766041"/>
                <a:gd name="connsiteY47" fmla="*/ 14739 h 1560771"/>
                <a:gd name="connsiteX48" fmla="*/ 8386270 w 10766041"/>
                <a:gd name="connsiteY48" fmla="*/ 264507 h 1560771"/>
                <a:gd name="connsiteX49" fmla="*/ 8304281 w 10766041"/>
                <a:gd name="connsiteY49" fmla="*/ 328906 h 1560771"/>
                <a:gd name="connsiteX50" fmla="*/ 7811798 w 10766041"/>
                <a:gd name="connsiteY50" fmla="*/ 746277 h 1560771"/>
                <a:gd name="connsiteX51" fmla="*/ 7256255 w 10766041"/>
                <a:gd name="connsiteY51" fmla="*/ 1208960 h 1560771"/>
                <a:gd name="connsiteX52" fmla="*/ 7188830 w 10766041"/>
                <a:gd name="connsiteY52" fmla="*/ 1257669 h 1560771"/>
                <a:gd name="connsiteX53" fmla="*/ 6643206 w 10766041"/>
                <a:gd name="connsiteY53" fmla="*/ 1547860 h 1560771"/>
                <a:gd name="connsiteX54" fmla="*/ 6520653 w 10766041"/>
                <a:gd name="connsiteY54" fmla="*/ 1560771 h 156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0766041" h="1560771">
                  <a:moveTo>
                    <a:pt x="6520653" y="1560771"/>
                  </a:moveTo>
                  <a:cubicBezTo>
                    <a:pt x="6488339" y="1560771"/>
                    <a:pt x="6456360" y="1558027"/>
                    <a:pt x="6424908" y="1552539"/>
                  </a:cubicBezTo>
                  <a:cubicBezTo>
                    <a:pt x="6274016" y="1526206"/>
                    <a:pt x="6143425" y="1451112"/>
                    <a:pt x="6038515" y="1390759"/>
                  </a:cubicBezTo>
                  <a:cubicBezTo>
                    <a:pt x="5840428" y="1276842"/>
                    <a:pt x="5666967" y="1143911"/>
                    <a:pt x="5513930" y="1026634"/>
                  </a:cubicBezTo>
                  <a:cubicBezTo>
                    <a:pt x="5383601" y="926756"/>
                    <a:pt x="5256087" y="823692"/>
                    <a:pt x="5132760" y="724007"/>
                  </a:cubicBezTo>
                  <a:cubicBezTo>
                    <a:pt x="5087781" y="687647"/>
                    <a:pt x="5041254" y="650039"/>
                    <a:pt x="4995396" y="613257"/>
                  </a:cubicBezTo>
                  <a:cubicBezTo>
                    <a:pt x="4985281" y="605148"/>
                    <a:pt x="4975184" y="597021"/>
                    <a:pt x="4965052" y="588894"/>
                  </a:cubicBezTo>
                  <a:cubicBezTo>
                    <a:pt x="4815128" y="468452"/>
                    <a:pt x="4660085" y="343893"/>
                    <a:pt x="4490970" y="239634"/>
                  </a:cubicBezTo>
                  <a:cubicBezTo>
                    <a:pt x="4342523" y="148128"/>
                    <a:pt x="4218650" y="99261"/>
                    <a:pt x="4101128" y="85875"/>
                  </a:cubicBezTo>
                  <a:cubicBezTo>
                    <a:pt x="3706326" y="40896"/>
                    <a:pt x="3520165" y="180424"/>
                    <a:pt x="3262517" y="373533"/>
                  </a:cubicBezTo>
                  <a:cubicBezTo>
                    <a:pt x="3111010" y="487080"/>
                    <a:pt x="2939291" y="615772"/>
                    <a:pt x="2686673" y="739434"/>
                  </a:cubicBezTo>
                  <a:cubicBezTo>
                    <a:pt x="2393280" y="883043"/>
                    <a:pt x="2050318" y="989730"/>
                    <a:pt x="1638224" y="1065580"/>
                  </a:cubicBezTo>
                  <a:cubicBezTo>
                    <a:pt x="1420031" y="1105739"/>
                    <a:pt x="1195770" y="1169259"/>
                    <a:pt x="952651" y="1259744"/>
                  </a:cubicBezTo>
                  <a:cubicBezTo>
                    <a:pt x="634121" y="1378305"/>
                    <a:pt x="387871" y="1420874"/>
                    <a:pt x="189995" y="1455087"/>
                  </a:cubicBezTo>
                  <a:cubicBezTo>
                    <a:pt x="123503" y="1466592"/>
                    <a:pt x="60705" y="1477445"/>
                    <a:pt x="967" y="1490039"/>
                  </a:cubicBezTo>
                  <a:lnTo>
                    <a:pt x="0" y="1485484"/>
                  </a:lnTo>
                  <a:cubicBezTo>
                    <a:pt x="59825" y="1472872"/>
                    <a:pt x="122659" y="1462000"/>
                    <a:pt x="189186" y="1450496"/>
                  </a:cubicBezTo>
                  <a:cubicBezTo>
                    <a:pt x="386869" y="1416318"/>
                    <a:pt x="632890" y="1373784"/>
                    <a:pt x="951015" y="1255364"/>
                  </a:cubicBezTo>
                  <a:cubicBezTo>
                    <a:pt x="1194397" y="1164773"/>
                    <a:pt x="1418905" y="1101201"/>
                    <a:pt x="1637362" y="1060989"/>
                  </a:cubicBezTo>
                  <a:cubicBezTo>
                    <a:pt x="2565369" y="890185"/>
                    <a:pt x="2966679" y="589404"/>
                    <a:pt x="3259702" y="369804"/>
                  </a:cubicBezTo>
                  <a:cubicBezTo>
                    <a:pt x="3518213" y="176062"/>
                    <a:pt x="3705007" y="36059"/>
                    <a:pt x="4101638" y="81249"/>
                  </a:cubicBezTo>
                  <a:cubicBezTo>
                    <a:pt x="4219864" y="94723"/>
                    <a:pt x="4344335" y="143783"/>
                    <a:pt x="4493397" y="235659"/>
                  </a:cubicBezTo>
                  <a:cubicBezTo>
                    <a:pt x="4662776" y="340076"/>
                    <a:pt x="4817925" y="464705"/>
                    <a:pt x="4967954" y="585253"/>
                  </a:cubicBezTo>
                  <a:cubicBezTo>
                    <a:pt x="4978069" y="593380"/>
                    <a:pt x="4988183" y="601506"/>
                    <a:pt x="4998298" y="609616"/>
                  </a:cubicBezTo>
                  <a:cubicBezTo>
                    <a:pt x="5044157" y="646415"/>
                    <a:pt x="5090684" y="684024"/>
                    <a:pt x="5135663" y="720383"/>
                  </a:cubicBezTo>
                  <a:cubicBezTo>
                    <a:pt x="5258972" y="820051"/>
                    <a:pt x="5386468" y="923097"/>
                    <a:pt x="5516744" y="1022940"/>
                  </a:cubicBezTo>
                  <a:cubicBezTo>
                    <a:pt x="5669676" y="1140129"/>
                    <a:pt x="5842996" y="1272972"/>
                    <a:pt x="6040819" y="1386730"/>
                  </a:cubicBezTo>
                  <a:cubicBezTo>
                    <a:pt x="6145429" y="1446890"/>
                    <a:pt x="6275617" y="1521755"/>
                    <a:pt x="6425700" y="1547948"/>
                  </a:cubicBezTo>
                  <a:cubicBezTo>
                    <a:pt x="6495939" y="1560208"/>
                    <a:pt x="6568781" y="1558643"/>
                    <a:pt x="6642239" y="1543339"/>
                  </a:cubicBezTo>
                  <a:cubicBezTo>
                    <a:pt x="6846271" y="1501280"/>
                    <a:pt x="7034684" y="1364127"/>
                    <a:pt x="7186086" y="1253940"/>
                  </a:cubicBezTo>
                  <a:cubicBezTo>
                    <a:pt x="7209622" y="1236806"/>
                    <a:pt x="7231839" y="1220641"/>
                    <a:pt x="7253563" y="1205196"/>
                  </a:cubicBezTo>
                  <a:cubicBezTo>
                    <a:pt x="7450120" y="1065457"/>
                    <a:pt x="7632410" y="901460"/>
                    <a:pt x="7808703" y="742846"/>
                  </a:cubicBezTo>
                  <a:cubicBezTo>
                    <a:pt x="7965575" y="601718"/>
                    <a:pt x="8127777" y="455769"/>
                    <a:pt x="8301502" y="325212"/>
                  </a:cubicBezTo>
                  <a:cubicBezTo>
                    <a:pt x="8327043" y="306021"/>
                    <a:pt x="8354396" y="284103"/>
                    <a:pt x="8383368" y="260901"/>
                  </a:cubicBezTo>
                  <a:cubicBezTo>
                    <a:pt x="8466483" y="194321"/>
                    <a:pt x="8560680" y="118875"/>
                    <a:pt x="8662952" y="65945"/>
                  </a:cubicBezTo>
                  <a:cubicBezTo>
                    <a:pt x="8781829" y="4413"/>
                    <a:pt x="8887706" y="-13811"/>
                    <a:pt x="8986635" y="10236"/>
                  </a:cubicBezTo>
                  <a:cubicBezTo>
                    <a:pt x="9066514" y="29656"/>
                    <a:pt x="9133480" y="69305"/>
                    <a:pt x="9198231" y="107652"/>
                  </a:cubicBezTo>
                  <a:cubicBezTo>
                    <a:pt x="9241469" y="133264"/>
                    <a:pt x="9282315" y="157433"/>
                    <a:pt x="9325323" y="174830"/>
                  </a:cubicBezTo>
                  <a:cubicBezTo>
                    <a:pt x="9367453" y="191858"/>
                    <a:pt x="9426609" y="211981"/>
                    <a:pt x="9495125" y="235272"/>
                  </a:cubicBezTo>
                  <a:cubicBezTo>
                    <a:pt x="9692508" y="302397"/>
                    <a:pt x="9990791" y="403824"/>
                    <a:pt x="10246187" y="557337"/>
                  </a:cubicBezTo>
                  <a:cubicBezTo>
                    <a:pt x="10386366" y="641595"/>
                    <a:pt x="10500090" y="733594"/>
                    <a:pt x="10584190" y="830781"/>
                  </a:cubicBezTo>
                  <a:cubicBezTo>
                    <a:pt x="10682873" y="944803"/>
                    <a:pt x="10744053" y="1069591"/>
                    <a:pt x="10766041" y="1201696"/>
                  </a:cubicBezTo>
                  <a:lnTo>
                    <a:pt x="10761450" y="1202470"/>
                  </a:lnTo>
                  <a:cubicBezTo>
                    <a:pt x="10720957" y="959175"/>
                    <a:pt x="10546792" y="743462"/>
                    <a:pt x="10243795" y="561330"/>
                  </a:cubicBezTo>
                  <a:cubicBezTo>
                    <a:pt x="9988820" y="408063"/>
                    <a:pt x="9690820" y="306724"/>
                    <a:pt x="9493629" y="239669"/>
                  </a:cubicBezTo>
                  <a:cubicBezTo>
                    <a:pt x="9425062" y="216344"/>
                    <a:pt x="9365834" y="196203"/>
                    <a:pt x="9323582" y="179140"/>
                  </a:cubicBezTo>
                  <a:cubicBezTo>
                    <a:pt x="9280239" y="161620"/>
                    <a:pt x="9239253" y="137345"/>
                    <a:pt x="9195857" y="111645"/>
                  </a:cubicBezTo>
                  <a:cubicBezTo>
                    <a:pt x="9131387" y="73474"/>
                    <a:pt x="9064737" y="34001"/>
                    <a:pt x="8985527" y="14739"/>
                  </a:cubicBezTo>
                  <a:cubicBezTo>
                    <a:pt x="8765029" y="-38877"/>
                    <a:pt x="8546115" y="136483"/>
                    <a:pt x="8386270" y="264507"/>
                  </a:cubicBezTo>
                  <a:cubicBezTo>
                    <a:pt x="8357281" y="287726"/>
                    <a:pt x="8329893" y="309662"/>
                    <a:pt x="8304281" y="328906"/>
                  </a:cubicBezTo>
                  <a:cubicBezTo>
                    <a:pt x="8130715" y="459357"/>
                    <a:pt x="7968583" y="605218"/>
                    <a:pt x="7811798" y="746277"/>
                  </a:cubicBezTo>
                  <a:cubicBezTo>
                    <a:pt x="7635418" y="904961"/>
                    <a:pt x="7453022" y="1069063"/>
                    <a:pt x="7256255" y="1208960"/>
                  </a:cubicBezTo>
                  <a:cubicBezTo>
                    <a:pt x="7234565" y="1224387"/>
                    <a:pt x="7212349" y="1240553"/>
                    <a:pt x="7188830" y="1257669"/>
                  </a:cubicBezTo>
                  <a:cubicBezTo>
                    <a:pt x="7037076" y="1368137"/>
                    <a:pt x="6848206" y="1505607"/>
                    <a:pt x="6643206" y="1547860"/>
                  </a:cubicBezTo>
                  <a:cubicBezTo>
                    <a:pt x="6602045" y="1556479"/>
                    <a:pt x="6561094" y="1560771"/>
                    <a:pt x="6520653" y="156077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任意多边形: 形状 1393"/>
            <p:cNvSpPr/>
            <p:nvPr>
              <p:custDataLst>
                <p:tags r:id="rId14"/>
              </p:custDataLst>
            </p:nvPr>
          </p:nvSpPr>
          <p:spPr>
            <a:xfrm>
              <a:off x="1346397" y="3060537"/>
              <a:ext cx="10844846" cy="1671410"/>
            </a:xfrm>
            <a:custGeom>
              <a:avLst/>
              <a:gdLst>
                <a:gd name="connsiteX0" fmla="*/ 6637630 w 10844846"/>
                <a:gd name="connsiteY0" fmla="*/ 1671410 h 1671410"/>
                <a:gd name="connsiteX1" fmla="*/ 6537698 w 10844846"/>
                <a:gd name="connsiteY1" fmla="*/ 1662105 h 1671410"/>
                <a:gd name="connsiteX2" fmla="*/ 6145166 w 10844846"/>
                <a:gd name="connsiteY2" fmla="*/ 1483966 h 1671410"/>
                <a:gd name="connsiteX3" fmla="*/ 5620247 w 10844846"/>
                <a:gd name="connsiteY3" fmla="*/ 1086560 h 1671410"/>
                <a:gd name="connsiteX4" fmla="*/ 5279430 w 10844846"/>
                <a:gd name="connsiteY4" fmla="*/ 793484 h 1671410"/>
                <a:gd name="connsiteX5" fmla="*/ 5102804 w 10844846"/>
                <a:gd name="connsiteY5" fmla="*/ 639919 h 1671410"/>
                <a:gd name="connsiteX6" fmla="*/ 5084492 w 10844846"/>
                <a:gd name="connsiteY6" fmla="*/ 624123 h 1671410"/>
                <a:gd name="connsiteX7" fmla="*/ 4594789 w 10844846"/>
                <a:gd name="connsiteY7" fmla="*/ 240543 h 1671410"/>
                <a:gd name="connsiteX8" fmla="*/ 4195255 w 10844846"/>
                <a:gd name="connsiteY8" fmla="*/ 80698 h 1671410"/>
                <a:gd name="connsiteX9" fmla="*/ 3407005 w 10844846"/>
                <a:gd name="connsiteY9" fmla="*/ 408533 h 1671410"/>
                <a:gd name="connsiteX10" fmla="*/ 2828453 w 10844846"/>
                <a:gd name="connsiteY10" fmla="*/ 834928 h 1671410"/>
                <a:gd name="connsiteX11" fmla="*/ 1714673 w 10844846"/>
                <a:gd name="connsiteY11" fmla="*/ 1202482 h 1671410"/>
                <a:gd name="connsiteX12" fmla="*/ 1005528 w 10844846"/>
                <a:gd name="connsiteY12" fmla="*/ 1390261 h 1671410"/>
                <a:gd name="connsiteX13" fmla="*/ 535896 w 10844846"/>
                <a:gd name="connsiteY13" fmla="*/ 1502647 h 1671410"/>
                <a:gd name="connsiteX14" fmla="*/ 162976 w 10844846"/>
                <a:gd name="connsiteY14" fmla="*/ 1535313 h 1671410"/>
                <a:gd name="connsiteX15" fmla="*/ 387 w 10844846"/>
                <a:gd name="connsiteY15" fmla="*/ 1545761 h 1671410"/>
                <a:gd name="connsiteX16" fmla="*/ 0 w 10844846"/>
                <a:gd name="connsiteY16" fmla="*/ 1541188 h 1671410"/>
                <a:gd name="connsiteX17" fmla="*/ 162730 w 10844846"/>
                <a:gd name="connsiteY17" fmla="*/ 1530721 h 1671410"/>
                <a:gd name="connsiteX18" fmla="*/ 1004085 w 10844846"/>
                <a:gd name="connsiteY18" fmla="*/ 1385916 h 1671410"/>
                <a:gd name="connsiteX19" fmla="*/ 1713881 w 10844846"/>
                <a:gd name="connsiteY19" fmla="*/ 1197979 h 1671410"/>
                <a:gd name="connsiteX20" fmla="*/ 3403980 w 10844846"/>
                <a:gd name="connsiteY20" fmla="*/ 405120 h 1671410"/>
                <a:gd name="connsiteX21" fmla="*/ 3745535 w 10844846"/>
                <a:gd name="connsiteY21" fmla="*/ 147718 h 1671410"/>
                <a:gd name="connsiteX22" fmla="*/ 4195713 w 10844846"/>
                <a:gd name="connsiteY22" fmla="*/ 76142 h 1671410"/>
                <a:gd name="connsiteX23" fmla="*/ 4597287 w 10844846"/>
                <a:gd name="connsiteY23" fmla="*/ 236691 h 1671410"/>
                <a:gd name="connsiteX24" fmla="*/ 5087500 w 10844846"/>
                <a:gd name="connsiteY24" fmla="*/ 620657 h 1671410"/>
                <a:gd name="connsiteX25" fmla="*/ 5105811 w 10844846"/>
                <a:gd name="connsiteY25" fmla="*/ 636454 h 1671410"/>
                <a:gd name="connsiteX26" fmla="*/ 5282455 w 10844846"/>
                <a:gd name="connsiteY26" fmla="*/ 790037 h 1671410"/>
                <a:gd name="connsiteX27" fmla="*/ 5623185 w 10844846"/>
                <a:gd name="connsiteY27" fmla="*/ 1083060 h 1671410"/>
                <a:gd name="connsiteX28" fmla="*/ 6147594 w 10844846"/>
                <a:gd name="connsiteY28" fmla="*/ 1480096 h 1671410"/>
                <a:gd name="connsiteX29" fmla="*/ 6538543 w 10844846"/>
                <a:gd name="connsiteY29" fmla="*/ 1657602 h 1671410"/>
                <a:gd name="connsiteX30" fmla="*/ 6761028 w 10844846"/>
                <a:gd name="connsiteY30" fmla="*/ 1653134 h 1671410"/>
                <a:gd name="connsiteX31" fmla="*/ 7313881 w 10844846"/>
                <a:gd name="connsiteY31" fmla="*/ 1339125 h 1671410"/>
                <a:gd name="connsiteX32" fmla="*/ 7380004 w 10844846"/>
                <a:gd name="connsiteY32" fmla="*/ 1287849 h 1671410"/>
                <a:gd name="connsiteX33" fmla="*/ 7931362 w 10844846"/>
                <a:gd name="connsiteY33" fmla="*/ 796193 h 1671410"/>
                <a:gd name="connsiteX34" fmla="*/ 8428699 w 10844846"/>
                <a:gd name="connsiteY34" fmla="*/ 345911 h 1671410"/>
                <a:gd name="connsiteX35" fmla="*/ 8507609 w 10844846"/>
                <a:gd name="connsiteY35" fmla="*/ 279911 h 1671410"/>
                <a:gd name="connsiteX36" fmla="*/ 8792014 w 10844846"/>
                <a:gd name="connsiteY36" fmla="*/ 69810 h 1671410"/>
                <a:gd name="connsiteX37" fmla="*/ 9125442 w 10844846"/>
                <a:gd name="connsiteY37" fmla="*/ 12605 h 1671410"/>
                <a:gd name="connsiteX38" fmla="*/ 9340820 w 10844846"/>
                <a:gd name="connsiteY38" fmla="*/ 123619 h 1671410"/>
                <a:gd name="connsiteX39" fmla="*/ 9466417 w 10844846"/>
                <a:gd name="connsiteY39" fmla="*/ 198414 h 1671410"/>
                <a:gd name="connsiteX40" fmla="*/ 9660088 w 10844846"/>
                <a:gd name="connsiteY40" fmla="*/ 274563 h 1671410"/>
                <a:gd name="connsiteX41" fmla="*/ 10365118 w 10844846"/>
                <a:gd name="connsiteY41" fmla="*/ 598722 h 1671410"/>
                <a:gd name="connsiteX42" fmla="*/ 10676206 w 10844846"/>
                <a:gd name="connsiteY42" fmla="*/ 862457 h 1671410"/>
                <a:gd name="connsiteX43" fmla="*/ 10844846 w 10844846"/>
                <a:gd name="connsiteY43" fmla="*/ 1214074 h 1671410"/>
                <a:gd name="connsiteX44" fmla="*/ 10840326 w 10844846"/>
                <a:gd name="connsiteY44" fmla="*/ 1214848 h 1671410"/>
                <a:gd name="connsiteX45" fmla="*/ 10362672 w 10844846"/>
                <a:gd name="connsiteY45" fmla="*/ 602592 h 1671410"/>
                <a:gd name="connsiteX46" fmla="*/ 9658505 w 10844846"/>
                <a:gd name="connsiteY46" fmla="*/ 278873 h 1671410"/>
                <a:gd name="connsiteX47" fmla="*/ 9464499 w 10844846"/>
                <a:gd name="connsiteY47" fmla="*/ 202601 h 1671410"/>
                <a:gd name="connsiteX48" fmla="*/ 9338287 w 10844846"/>
                <a:gd name="connsiteY48" fmla="*/ 127471 h 1671410"/>
                <a:gd name="connsiteX49" fmla="*/ 9124228 w 10844846"/>
                <a:gd name="connsiteY49" fmla="*/ 17056 h 1671410"/>
                <a:gd name="connsiteX50" fmla="*/ 8510582 w 10844846"/>
                <a:gd name="connsiteY50" fmla="*/ 283429 h 1671410"/>
                <a:gd name="connsiteX51" fmla="*/ 8431566 w 10844846"/>
                <a:gd name="connsiteY51" fmla="*/ 349534 h 1671410"/>
                <a:gd name="connsiteX52" fmla="*/ 7934546 w 10844846"/>
                <a:gd name="connsiteY52" fmla="*/ 799553 h 1671410"/>
                <a:gd name="connsiteX53" fmla="*/ 7382783 w 10844846"/>
                <a:gd name="connsiteY53" fmla="*/ 1291543 h 1671410"/>
                <a:gd name="connsiteX54" fmla="*/ 7316713 w 10844846"/>
                <a:gd name="connsiteY54" fmla="*/ 1342784 h 1671410"/>
                <a:gd name="connsiteX55" fmla="*/ 6762013 w 10844846"/>
                <a:gd name="connsiteY55" fmla="*/ 1657654 h 1671410"/>
                <a:gd name="connsiteX56" fmla="*/ 6637630 w 10844846"/>
                <a:gd name="connsiteY56" fmla="*/ 1671410 h 167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10844846" h="1671410">
                  <a:moveTo>
                    <a:pt x="6637630" y="1671410"/>
                  </a:moveTo>
                  <a:cubicBezTo>
                    <a:pt x="6603909" y="1671410"/>
                    <a:pt x="6570540" y="1668314"/>
                    <a:pt x="6537698" y="1662105"/>
                  </a:cubicBezTo>
                  <a:cubicBezTo>
                    <a:pt x="6382304" y="1632764"/>
                    <a:pt x="6250814" y="1550265"/>
                    <a:pt x="6145166" y="1483966"/>
                  </a:cubicBezTo>
                  <a:cubicBezTo>
                    <a:pt x="5948732" y="1360727"/>
                    <a:pt x="5774217" y="1215077"/>
                    <a:pt x="5620247" y="1086560"/>
                  </a:cubicBezTo>
                  <a:cubicBezTo>
                    <a:pt x="5504149" y="989672"/>
                    <a:pt x="5389916" y="889933"/>
                    <a:pt x="5279430" y="793484"/>
                  </a:cubicBezTo>
                  <a:cubicBezTo>
                    <a:pt x="5221645" y="743035"/>
                    <a:pt x="5161890" y="690861"/>
                    <a:pt x="5102804" y="639919"/>
                  </a:cubicBezTo>
                  <a:lnTo>
                    <a:pt x="5084492" y="624123"/>
                  </a:lnTo>
                  <a:cubicBezTo>
                    <a:pt x="4930662" y="491437"/>
                    <a:pt x="4771591" y="354231"/>
                    <a:pt x="4594789" y="240543"/>
                  </a:cubicBezTo>
                  <a:cubicBezTo>
                    <a:pt x="4443299" y="143127"/>
                    <a:pt x="4316331" y="92343"/>
                    <a:pt x="4195255" y="80698"/>
                  </a:cubicBezTo>
                  <a:cubicBezTo>
                    <a:pt x="3815686" y="44215"/>
                    <a:pt x="3644266" y="197024"/>
                    <a:pt x="3407005" y="408533"/>
                  </a:cubicBezTo>
                  <a:cubicBezTo>
                    <a:pt x="3257961" y="541412"/>
                    <a:pt x="3089021" y="692005"/>
                    <a:pt x="2828453" y="834928"/>
                  </a:cubicBezTo>
                  <a:cubicBezTo>
                    <a:pt x="2525596" y="1001053"/>
                    <a:pt x="2161279" y="1121266"/>
                    <a:pt x="1714673" y="1202482"/>
                  </a:cubicBezTo>
                  <a:cubicBezTo>
                    <a:pt x="1491343" y="1243098"/>
                    <a:pt x="1266009" y="1302748"/>
                    <a:pt x="1005528" y="1390261"/>
                  </a:cubicBezTo>
                  <a:cubicBezTo>
                    <a:pt x="848462" y="1443015"/>
                    <a:pt x="694844" y="1479779"/>
                    <a:pt x="535896" y="1502647"/>
                  </a:cubicBezTo>
                  <a:cubicBezTo>
                    <a:pt x="397300" y="1522577"/>
                    <a:pt x="272812" y="1529349"/>
                    <a:pt x="162976" y="1535313"/>
                  </a:cubicBezTo>
                  <a:cubicBezTo>
                    <a:pt x="106071" y="1538409"/>
                    <a:pt x="52314" y="1541328"/>
                    <a:pt x="387" y="1545761"/>
                  </a:cubicBezTo>
                  <a:lnTo>
                    <a:pt x="0" y="1541188"/>
                  </a:lnTo>
                  <a:cubicBezTo>
                    <a:pt x="51998" y="1536737"/>
                    <a:pt x="105790" y="1533817"/>
                    <a:pt x="162730" y="1530721"/>
                  </a:cubicBezTo>
                  <a:cubicBezTo>
                    <a:pt x="380747" y="1518883"/>
                    <a:pt x="652081" y="1504142"/>
                    <a:pt x="1004085" y="1385916"/>
                  </a:cubicBezTo>
                  <a:cubicBezTo>
                    <a:pt x="1264795" y="1298350"/>
                    <a:pt x="1490323" y="1238631"/>
                    <a:pt x="1713881" y="1197979"/>
                  </a:cubicBezTo>
                  <a:cubicBezTo>
                    <a:pt x="2719743" y="1015072"/>
                    <a:pt x="3115214" y="662540"/>
                    <a:pt x="3403980" y="405120"/>
                  </a:cubicBezTo>
                  <a:cubicBezTo>
                    <a:pt x="3522540" y="299437"/>
                    <a:pt x="3624934" y="208159"/>
                    <a:pt x="3745535" y="147718"/>
                  </a:cubicBezTo>
                  <a:cubicBezTo>
                    <a:pt x="3876743" y="81982"/>
                    <a:pt x="4019789" y="59238"/>
                    <a:pt x="4195713" y="76142"/>
                  </a:cubicBezTo>
                  <a:cubicBezTo>
                    <a:pt x="4317544" y="87857"/>
                    <a:pt x="4445146" y="138870"/>
                    <a:pt x="4597287" y="236691"/>
                  </a:cubicBezTo>
                  <a:cubicBezTo>
                    <a:pt x="4774371" y="350555"/>
                    <a:pt x="4933565" y="487866"/>
                    <a:pt x="5087500" y="620657"/>
                  </a:cubicBezTo>
                  <a:lnTo>
                    <a:pt x="5105811" y="636454"/>
                  </a:lnTo>
                  <a:cubicBezTo>
                    <a:pt x="5164916" y="687413"/>
                    <a:pt x="5224671" y="739587"/>
                    <a:pt x="5282455" y="790037"/>
                  </a:cubicBezTo>
                  <a:cubicBezTo>
                    <a:pt x="5392907" y="886468"/>
                    <a:pt x="5507139" y="986189"/>
                    <a:pt x="5623185" y="1083060"/>
                  </a:cubicBezTo>
                  <a:cubicBezTo>
                    <a:pt x="5777049" y="1211471"/>
                    <a:pt x="5951424" y="1357015"/>
                    <a:pt x="6147594" y="1480096"/>
                  </a:cubicBezTo>
                  <a:cubicBezTo>
                    <a:pt x="6252926" y="1546183"/>
                    <a:pt x="6384010" y="1628419"/>
                    <a:pt x="6538543" y="1657602"/>
                  </a:cubicBezTo>
                  <a:cubicBezTo>
                    <a:pt x="6610787" y="1671235"/>
                    <a:pt x="6685635" y="1669739"/>
                    <a:pt x="6761028" y="1653134"/>
                  </a:cubicBezTo>
                  <a:cubicBezTo>
                    <a:pt x="6970356" y="1607521"/>
                    <a:pt x="7160826" y="1458706"/>
                    <a:pt x="7313881" y="1339125"/>
                  </a:cubicBezTo>
                  <a:cubicBezTo>
                    <a:pt x="7336960" y="1321095"/>
                    <a:pt x="7358772" y="1304050"/>
                    <a:pt x="7380004" y="1287849"/>
                  </a:cubicBezTo>
                  <a:cubicBezTo>
                    <a:pt x="7576050" y="1138224"/>
                    <a:pt x="7756688" y="964359"/>
                    <a:pt x="7931362" y="796193"/>
                  </a:cubicBezTo>
                  <a:cubicBezTo>
                    <a:pt x="8089272" y="644193"/>
                    <a:pt x="8252547" y="487004"/>
                    <a:pt x="8428699" y="345911"/>
                  </a:cubicBezTo>
                  <a:cubicBezTo>
                    <a:pt x="8453220" y="326280"/>
                    <a:pt x="8479641" y="303746"/>
                    <a:pt x="8507609" y="279911"/>
                  </a:cubicBezTo>
                  <a:cubicBezTo>
                    <a:pt x="8591763" y="208194"/>
                    <a:pt x="8687139" y="126891"/>
                    <a:pt x="8792014" y="69810"/>
                  </a:cubicBezTo>
                  <a:cubicBezTo>
                    <a:pt x="8914303" y="3247"/>
                    <a:pt x="9023364" y="-15469"/>
                    <a:pt x="9125442" y="12605"/>
                  </a:cubicBezTo>
                  <a:cubicBezTo>
                    <a:pt x="9207783" y="35244"/>
                    <a:pt x="9275419" y="80170"/>
                    <a:pt x="9340820" y="123619"/>
                  </a:cubicBezTo>
                  <a:cubicBezTo>
                    <a:pt x="9383442" y="151922"/>
                    <a:pt x="9423690" y="178660"/>
                    <a:pt x="9466417" y="198414"/>
                  </a:cubicBezTo>
                  <a:cubicBezTo>
                    <a:pt x="9512962" y="219927"/>
                    <a:pt x="9581142" y="245240"/>
                    <a:pt x="9660088" y="274563"/>
                  </a:cubicBezTo>
                  <a:cubicBezTo>
                    <a:pt x="9858193" y="348127"/>
                    <a:pt x="10129492" y="448886"/>
                    <a:pt x="10365118" y="598722"/>
                  </a:cubicBezTo>
                  <a:cubicBezTo>
                    <a:pt x="10494039" y="680711"/>
                    <a:pt x="10598702" y="769438"/>
                    <a:pt x="10676206" y="862457"/>
                  </a:cubicBezTo>
                  <a:cubicBezTo>
                    <a:pt x="10766780" y="971166"/>
                    <a:pt x="10823527" y="1089463"/>
                    <a:pt x="10844846" y="1214074"/>
                  </a:cubicBezTo>
                  <a:lnTo>
                    <a:pt x="10840326" y="1214848"/>
                  </a:lnTo>
                  <a:cubicBezTo>
                    <a:pt x="10801029" y="985151"/>
                    <a:pt x="10640321" y="779166"/>
                    <a:pt x="10362672" y="602592"/>
                  </a:cubicBezTo>
                  <a:cubicBezTo>
                    <a:pt x="10127469" y="453002"/>
                    <a:pt x="9856417" y="352349"/>
                    <a:pt x="9658505" y="278873"/>
                  </a:cubicBezTo>
                  <a:cubicBezTo>
                    <a:pt x="9579472" y="249515"/>
                    <a:pt x="9511203" y="224167"/>
                    <a:pt x="9464499" y="202601"/>
                  </a:cubicBezTo>
                  <a:cubicBezTo>
                    <a:pt x="9421456" y="182706"/>
                    <a:pt x="9381050" y="155880"/>
                    <a:pt x="9338287" y="127471"/>
                  </a:cubicBezTo>
                  <a:cubicBezTo>
                    <a:pt x="9273185" y="84234"/>
                    <a:pt x="9205866" y="39501"/>
                    <a:pt x="9124228" y="17056"/>
                  </a:cubicBezTo>
                  <a:cubicBezTo>
                    <a:pt x="8896554" y="-45567"/>
                    <a:pt x="8673471" y="144587"/>
                    <a:pt x="8510582" y="283429"/>
                  </a:cubicBezTo>
                  <a:cubicBezTo>
                    <a:pt x="8482578" y="307299"/>
                    <a:pt x="8456122" y="329851"/>
                    <a:pt x="8431566" y="349534"/>
                  </a:cubicBezTo>
                  <a:cubicBezTo>
                    <a:pt x="8255590" y="490505"/>
                    <a:pt x="8092385" y="647606"/>
                    <a:pt x="7934546" y="799553"/>
                  </a:cubicBezTo>
                  <a:cubicBezTo>
                    <a:pt x="7759766" y="967789"/>
                    <a:pt x="7579058" y="1141759"/>
                    <a:pt x="7382783" y="1291543"/>
                  </a:cubicBezTo>
                  <a:cubicBezTo>
                    <a:pt x="7361586" y="1307726"/>
                    <a:pt x="7339774" y="1324754"/>
                    <a:pt x="7316713" y="1342784"/>
                  </a:cubicBezTo>
                  <a:cubicBezTo>
                    <a:pt x="7163288" y="1462646"/>
                    <a:pt x="6972361" y="1611831"/>
                    <a:pt x="6762013" y="1657654"/>
                  </a:cubicBezTo>
                  <a:cubicBezTo>
                    <a:pt x="6720288" y="1666820"/>
                    <a:pt x="6678704" y="1671410"/>
                    <a:pt x="6637630" y="1671410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任意多边形: 形状 1394"/>
            <p:cNvSpPr/>
            <p:nvPr>
              <p:custDataLst>
                <p:tags r:id="rId15"/>
              </p:custDataLst>
            </p:nvPr>
          </p:nvSpPr>
          <p:spPr>
            <a:xfrm>
              <a:off x="1267380" y="2998087"/>
              <a:ext cx="10923775" cy="1782023"/>
            </a:xfrm>
            <a:custGeom>
              <a:avLst/>
              <a:gdLst>
                <a:gd name="connsiteX0" fmla="*/ 6754607 w 10923775"/>
                <a:gd name="connsiteY0" fmla="*/ 1782023 h 1782023"/>
                <a:gd name="connsiteX1" fmla="*/ 6650665 w 10923775"/>
                <a:gd name="connsiteY1" fmla="*/ 1771645 h 1782023"/>
                <a:gd name="connsiteX2" fmla="*/ 6251993 w 10923775"/>
                <a:gd name="connsiteY2" fmla="*/ 1577164 h 1782023"/>
                <a:gd name="connsiteX3" fmla="*/ 5726757 w 10923775"/>
                <a:gd name="connsiteY3" fmla="*/ 1146495 h 1782023"/>
                <a:gd name="connsiteX4" fmla="*/ 5419345 w 10923775"/>
                <a:gd name="connsiteY4" fmla="*/ 861581 h 1782023"/>
                <a:gd name="connsiteX5" fmla="*/ 5210405 w 10923775"/>
                <a:gd name="connsiteY5" fmla="*/ 666590 h 1782023"/>
                <a:gd name="connsiteX6" fmla="*/ 5201908 w 10923775"/>
                <a:gd name="connsiteY6" fmla="*/ 658762 h 1782023"/>
                <a:gd name="connsiteX7" fmla="*/ 4698784 w 10923775"/>
                <a:gd name="connsiteY7" fmla="*/ 241462 h 1782023"/>
                <a:gd name="connsiteX8" fmla="*/ 4289576 w 10923775"/>
                <a:gd name="connsiteY8" fmla="*/ 75530 h 1782023"/>
                <a:gd name="connsiteX9" fmla="*/ 3544458 w 10923775"/>
                <a:gd name="connsiteY9" fmla="*/ 442293 h 1782023"/>
                <a:gd name="connsiteX10" fmla="*/ 2966239 w 10923775"/>
                <a:gd name="connsiteY10" fmla="*/ 930307 h 1782023"/>
                <a:gd name="connsiteX11" fmla="*/ 1791315 w 10923775"/>
                <a:gd name="connsiteY11" fmla="*/ 1339375 h 1782023"/>
                <a:gd name="connsiteX12" fmla="*/ 1058599 w 10923775"/>
                <a:gd name="connsiteY12" fmla="*/ 1520751 h 1782023"/>
                <a:gd name="connsiteX13" fmla="*/ 551657 w 10923775"/>
                <a:gd name="connsiteY13" fmla="*/ 1612239 h 1782023"/>
                <a:gd name="connsiteX14" fmla="*/ 148148 w 10923775"/>
                <a:gd name="connsiteY14" fmla="*/ 1607912 h 1782023"/>
                <a:gd name="connsiteX15" fmla="*/ 0 w 10923775"/>
                <a:gd name="connsiteY15" fmla="*/ 1601403 h 1782023"/>
                <a:gd name="connsiteX16" fmla="*/ 123 w 10923775"/>
                <a:gd name="connsiteY16" fmla="*/ 1596883 h 1782023"/>
                <a:gd name="connsiteX17" fmla="*/ 148394 w 10923775"/>
                <a:gd name="connsiteY17" fmla="*/ 1603391 h 1782023"/>
                <a:gd name="connsiteX18" fmla="*/ 1057297 w 10923775"/>
                <a:gd name="connsiteY18" fmla="*/ 1516424 h 1782023"/>
                <a:gd name="connsiteX19" fmla="*/ 1790523 w 10923775"/>
                <a:gd name="connsiteY19" fmla="*/ 1334925 h 1782023"/>
                <a:gd name="connsiteX20" fmla="*/ 3541186 w 10923775"/>
                <a:gd name="connsiteY20" fmla="*/ 439161 h 1782023"/>
                <a:gd name="connsiteX21" fmla="*/ 3858801 w 10923775"/>
                <a:gd name="connsiteY21" fmla="*/ 158592 h 1782023"/>
                <a:gd name="connsiteX22" fmla="*/ 4289927 w 10923775"/>
                <a:gd name="connsiteY22" fmla="*/ 71009 h 1782023"/>
                <a:gd name="connsiteX23" fmla="*/ 4701300 w 10923775"/>
                <a:gd name="connsiteY23" fmla="*/ 237697 h 1782023"/>
                <a:gd name="connsiteX24" fmla="*/ 5204969 w 10923775"/>
                <a:gd name="connsiteY24" fmla="*/ 655437 h 1782023"/>
                <a:gd name="connsiteX25" fmla="*/ 5213466 w 10923775"/>
                <a:gd name="connsiteY25" fmla="*/ 663265 h 1782023"/>
                <a:gd name="connsiteX26" fmla="*/ 5422441 w 10923775"/>
                <a:gd name="connsiteY26" fmla="*/ 858274 h 1782023"/>
                <a:gd name="connsiteX27" fmla="*/ 5729783 w 10923775"/>
                <a:gd name="connsiteY27" fmla="*/ 1143135 h 1782023"/>
                <a:gd name="connsiteX28" fmla="*/ 6254526 w 10923775"/>
                <a:gd name="connsiteY28" fmla="*/ 1573417 h 1782023"/>
                <a:gd name="connsiteX29" fmla="*/ 6651562 w 10923775"/>
                <a:gd name="connsiteY29" fmla="*/ 1767212 h 1782023"/>
                <a:gd name="connsiteX30" fmla="*/ 6879993 w 10923775"/>
                <a:gd name="connsiteY30" fmla="*/ 1762902 h 1782023"/>
                <a:gd name="connsiteX31" fmla="*/ 7442345 w 10923775"/>
                <a:gd name="connsiteY31" fmla="*/ 1423739 h 1782023"/>
                <a:gd name="connsiteX32" fmla="*/ 7506621 w 10923775"/>
                <a:gd name="connsiteY32" fmla="*/ 1370493 h 1782023"/>
                <a:gd name="connsiteX33" fmla="*/ 8054865 w 10923775"/>
                <a:gd name="connsiteY33" fmla="*/ 849408 h 1782023"/>
                <a:gd name="connsiteX34" fmla="*/ 8556071 w 10923775"/>
                <a:gd name="connsiteY34" fmla="*/ 366618 h 1782023"/>
                <a:gd name="connsiteX35" fmla="*/ 8631922 w 10923775"/>
                <a:gd name="connsiteY35" fmla="*/ 299334 h 1782023"/>
                <a:gd name="connsiteX36" fmla="*/ 9264407 w 10923775"/>
                <a:gd name="connsiteY36" fmla="*/ 14983 h 1782023"/>
                <a:gd name="connsiteX37" fmla="*/ 9483867 w 10923775"/>
                <a:gd name="connsiteY37" fmla="*/ 139929 h 1782023"/>
                <a:gd name="connsiteX38" fmla="*/ 9607651 w 10923775"/>
                <a:gd name="connsiteY38" fmla="*/ 221971 h 1782023"/>
                <a:gd name="connsiteX39" fmla="*/ 9819002 w 10923775"/>
                <a:gd name="connsiteY39" fmla="*/ 313073 h 1782023"/>
                <a:gd name="connsiteX40" fmla="*/ 10923775 w 10923775"/>
                <a:gd name="connsiteY40" fmla="*/ 1226408 h 1782023"/>
                <a:gd name="connsiteX41" fmla="*/ 10919325 w 10923775"/>
                <a:gd name="connsiteY41" fmla="*/ 1227200 h 1782023"/>
                <a:gd name="connsiteX42" fmla="*/ 9817313 w 10923775"/>
                <a:gd name="connsiteY42" fmla="*/ 317259 h 1782023"/>
                <a:gd name="connsiteX43" fmla="*/ 9605558 w 10923775"/>
                <a:gd name="connsiteY43" fmla="*/ 225964 h 1782023"/>
                <a:gd name="connsiteX44" fmla="*/ 9481175 w 10923775"/>
                <a:gd name="connsiteY44" fmla="*/ 143553 h 1782023"/>
                <a:gd name="connsiteX45" fmla="*/ 9263071 w 10923775"/>
                <a:gd name="connsiteY45" fmla="*/ 19293 h 1782023"/>
                <a:gd name="connsiteX46" fmla="*/ 8634930 w 10923775"/>
                <a:gd name="connsiteY46" fmla="*/ 302677 h 1782023"/>
                <a:gd name="connsiteX47" fmla="*/ 8558974 w 10923775"/>
                <a:gd name="connsiteY47" fmla="*/ 370048 h 1782023"/>
                <a:gd name="connsiteX48" fmla="*/ 8058084 w 10923775"/>
                <a:gd name="connsiteY48" fmla="*/ 852557 h 1782023"/>
                <a:gd name="connsiteX49" fmla="*/ 7509453 w 10923775"/>
                <a:gd name="connsiteY49" fmla="*/ 1373993 h 1782023"/>
                <a:gd name="connsiteX50" fmla="*/ 7445212 w 10923775"/>
                <a:gd name="connsiteY50" fmla="*/ 1427204 h 1782023"/>
                <a:gd name="connsiteX51" fmla="*/ 6880978 w 10923775"/>
                <a:gd name="connsiteY51" fmla="*/ 1767300 h 1782023"/>
                <a:gd name="connsiteX52" fmla="*/ 6754607 w 10923775"/>
                <a:gd name="connsiteY52" fmla="*/ 1782023 h 178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0923775" h="1782023">
                  <a:moveTo>
                    <a:pt x="6754607" y="1782023"/>
                  </a:moveTo>
                  <a:cubicBezTo>
                    <a:pt x="6719550" y="1782023"/>
                    <a:pt x="6684844" y="1778575"/>
                    <a:pt x="6650665" y="1771645"/>
                  </a:cubicBezTo>
                  <a:cubicBezTo>
                    <a:pt x="6490679" y="1739261"/>
                    <a:pt x="6358328" y="1649373"/>
                    <a:pt x="6251993" y="1577164"/>
                  </a:cubicBezTo>
                  <a:cubicBezTo>
                    <a:pt x="6056738" y="1444549"/>
                    <a:pt x="5888995" y="1293024"/>
                    <a:pt x="5726757" y="1146495"/>
                  </a:cubicBezTo>
                  <a:cubicBezTo>
                    <a:pt x="5622340" y="1052174"/>
                    <a:pt x="5519154" y="955286"/>
                    <a:pt x="5419345" y="861581"/>
                  </a:cubicBezTo>
                  <a:cubicBezTo>
                    <a:pt x="5351076" y="797481"/>
                    <a:pt x="5280485" y="731200"/>
                    <a:pt x="5210405" y="666590"/>
                  </a:cubicBezTo>
                  <a:lnTo>
                    <a:pt x="5201908" y="658762"/>
                  </a:lnTo>
                  <a:cubicBezTo>
                    <a:pt x="5044931" y="514027"/>
                    <a:pt x="4882605" y="364384"/>
                    <a:pt x="4698784" y="241462"/>
                  </a:cubicBezTo>
                  <a:cubicBezTo>
                    <a:pt x="4544199" y="138082"/>
                    <a:pt x="4414169" y="85363"/>
                    <a:pt x="4289576" y="75530"/>
                  </a:cubicBezTo>
                  <a:cubicBezTo>
                    <a:pt x="3922461" y="46558"/>
                    <a:pt x="3763917" y="212560"/>
                    <a:pt x="3544458" y="442293"/>
                  </a:cubicBezTo>
                  <a:cubicBezTo>
                    <a:pt x="3398720" y="594855"/>
                    <a:pt x="3233545" y="767770"/>
                    <a:pt x="2966239" y="930307"/>
                  </a:cubicBezTo>
                  <a:cubicBezTo>
                    <a:pt x="2655327" y="1119353"/>
                    <a:pt x="2271009" y="1253164"/>
                    <a:pt x="1791315" y="1339375"/>
                  </a:cubicBezTo>
                  <a:cubicBezTo>
                    <a:pt x="1567070" y="1379675"/>
                    <a:pt x="1334242" y="1437319"/>
                    <a:pt x="1058599" y="1520751"/>
                  </a:cubicBezTo>
                  <a:cubicBezTo>
                    <a:pt x="889307" y="1571992"/>
                    <a:pt x="723499" y="1601914"/>
                    <a:pt x="551657" y="1612239"/>
                  </a:cubicBezTo>
                  <a:cubicBezTo>
                    <a:pt x="401838" y="1621246"/>
                    <a:pt x="267060" y="1614157"/>
                    <a:pt x="148148" y="1607912"/>
                  </a:cubicBezTo>
                  <a:cubicBezTo>
                    <a:pt x="96449" y="1605203"/>
                    <a:pt x="47600" y="1602635"/>
                    <a:pt x="0" y="1601403"/>
                  </a:cubicBezTo>
                  <a:lnTo>
                    <a:pt x="123" y="1596883"/>
                  </a:lnTo>
                  <a:cubicBezTo>
                    <a:pt x="47793" y="1598097"/>
                    <a:pt x="96660" y="1600665"/>
                    <a:pt x="148394" y="1603391"/>
                  </a:cubicBezTo>
                  <a:cubicBezTo>
                    <a:pt x="384371" y="1615793"/>
                    <a:pt x="678027" y="1631220"/>
                    <a:pt x="1057297" y="1516424"/>
                  </a:cubicBezTo>
                  <a:cubicBezTo>
                    <a:pt x="1333116" y="1432939"/>
                    <a:pt x="1566103" y="1375277"/>
                    <a:pt x="1790523" y="1334925"/>
                  </a:cubicBezTo>
                  <a:cubicBezTo>
                    <a:pt x="2871074" y="1140690"/>
                    <a:pt x="3258383" y="735228"/>
                    <a:pt x="3541186" y="439161"/>
                  </a:cubicBezTo>
                  <a:cubicBezTo>
                    <a:pt x="3650582" y="324630"/>
                    <a:pt x="3745060" y="225736"/>
                    <a:pt x="3858801" y="158592"/>
                  </a:cubicBezTo>
                  <a:cubicBezTo>
                    <a:pt x="3982779" y="85416"/>
                    <a:pt x="4119774" y="57588"/>
                    <a:pt x="4289927" y="71009"/>
                  </a:cubicBezTo>
                  <a:cubicBezTo>
                    <a:pt x="4415330" y="80895"/>
                    <a:pt x="4546046" y="133860"/>
                    <a:pt x="4701300" y="237697"/>
                  </a:cubicBezTo>
                  <a:cubicBezTo>
                    <a:pt x="4885402" y="360813"/>
                    <a:pt x="5047868" y="510597"/>
                    <a:pt x="5204969" y="655437"/>
                  </a:cubicBezTo>
                  <a:lnTo>
                    <a:pt x="5213466" y="663265"/>
                  </a:lnTo>
                  <a:cubicBezTo>
                    <a:pt x="5283564" y="727875"/>
                    <a:pt x="5354155" y="794174"/>
                    <a:pt x="5422441" y="858274"/>
                  </a:cubicBezTo>
                  <a:cubicBezTo>
                    <a:pt x="5522215" y="951961"/>
                    <a:pt x="5625401" y="1048850"/>
                    <a:pt x="5729783" y="1143135"/>
                  </a:cubicBezTo>
                  <a:cubicBezTo>
                    <a:pt x="5891897" y="1289576"/>
                    <a:pt x="6059535" y="1440995"/>
                    <a:pt x="6254526" y="1573417"/>
                  </a:cubicBezTo>
                  <a:cubicBezTo>
                    <a:pt x="6360527" y="1645415"/>
                    <a:pt x="6492456" y="1735004"/>
                    <a:pt x="6651562" y="1767212"/>
                  </a:cubicBezTo>
                  <a:cubicBezTo>
                    <a:pt x="6725829" y="1782234"/>
                    <a:pt x="6802682" y="1780792"/>
                    <a:pt x="6879993" y="1762902"/>
                  </a:cubicBezTo>
                  <a:cubicBezTo>
                    <a:pt x="7094861" y="1713684"/>
                    <a:pt x="7287530" y="1552907"/>
                    <a:pt x="7442345" y="1423739"/>
                  </a:cubicBezTo>
                  <a:cubicBezTo>
                    <a:pt x="7464825" y="1404988"/>
                    <a:pt x="7486039" y="1387274"/>
                    <a:pt x="7506621" y="1370493"/>
                  </a:cubicBezTo>
                  <a:cubicBezTo>
                    <a:pt x="7702333" y="1210894"/>
                    <a:pt x="7881563" y="1027125"/>
                    <a:pt x="8054865" y="849408"/>
                  </a:cubicBezTo>
                  <a:cubicBezTo>
                    <a:pt x="8213619" y="686608"/>
                    <a:pt x="8377792" y="518266"/>
                    <a:pt x="8556071" y="366618"/>
                  </a:cubicBezTo>
                  <a:cubicBezTo>
                    <a:pt x="8579538" y="346653"/>
                    <a:pt x="8604991" y="323662"/>
                    <a:pt x="8631922" y="299334"/>
                  </a:cubicBezTo>
                  <a:cubicBezTo>
                    <a:pt x="8798662" y="148724"/>
                    <a:pt x="9027005" y="-57525"/>
                    <a:pt x="9264407" y="14983"/>
                  </a:cubicBezTo>
                  <a:cubicBezTo>
                    <a:pt x="9349352" y="40930"/>
                    <a:pt x="9417744" y="91256"/>
                    <a:pt x="9483867" y="139929"/>
                  </a:cubicBezTo>
                  <a:cubicBezTo>
                    <a:pt x="9525767" y="170765"/>
                    <a:pt x="9565363" y="199895"/>
                    <a:pt x="9607651" y="221971"/>
                  </a:cubicBezTo>
                  <a:cubicBezTo>
                    <a:pt x="9657221" y="247847"/>
                    <a:pt x="9732193" y="278067"/>
                    <a:pt x="9819002" y="313073"/>
                  </a:cubicBezTo>
                  <a:cubicBezTo>
                    <a:pt x="10199045" y="466321"/>
                    <a:pt x="10835136" y="722809"/>
                    <a:pt x="10923775" y="1226408"/>
                  </a:cubicBezTo>
                  <a:lnTo>
                    <a:pt x="10919325" y="1227200"/>
                  </a:lnTo>
                  <a:cubicBezTo>
                    <a:pt x="10831108" y="726063"/>
                    <a:pt x="10196494" y="470156"/>
                    <a:pt x="9817313" y="317259"/>
                  </a:cubicBezTo>
                  <a:cubicBezTo>
                    <a:pt x="9730398" y="282201"/>
                    <a:pt x="9655322" y="251946"/>
                    <a:pt x="9605558" y="225964"/>
                  </a:cubicBezTo>
                  <a:cubicBezTo>
                    <a:pt x="9562954" y="203730"/>
                    <a:pt x="9523235" y="174494"/>
                    <a:pt x="9481175" y="143553"/>
                  </a:cubicBezTo>
                  <a:cubicBezTo>
                    <a:pt x="9415352" y="95108"/>
                    <a:pt x="9347276" y="45010"/>
                    <a:pt x="9263071" y="19293"/>
                  </a:cubicBezTo>
                  <a:cubicBezTo>
                    <a:pt x="9028113" y="-52476"/>
                    <a:pt x="8800861" y="152805"/>
                    <a:pt x="8634930" y="302677"/>
                  </a:cubicBezTo>
                  <a:cubicBezTo>
                    <a:pt x="8607963" y="327039"/>
                    <a:pt x="8582492" y="350048"/>
                    <a:pt x="8558974" y="370048"/>
                  </a:cubicBezTo>
                  <a:cubicBezTo>
                    <a:pt x="8380852" y="521573"/>
                    <a:pt x="8216768" y="689844"/>
                    <a:pt x="8058084" y="852557"/>
                  </a:cubicBezTo>
                  <a:cubicBezTo>
                    <a:pt x="7884676" y="1030362"/>
                    <a:pt x="7705376" y="1214236"/>
                    <a:pt x="7509453" y="1373993"/>
                  </a:cubicBezTo>
                  <a:cubicBezTo>
                    <a:pt x="7488889" y="1390757"/>
                    <a:pt x="7467675" y="1408471"/>
                    <a:pt x="7445212" y="1427204"/>
                  </a:cubicBezTo>
                  <a:cubicBezTo>
                    <a:pt x="7290028" y="1556688"/>
                    <a:pt x="7096884" y="1717836"/>
                    <a:pt x="6880978" y="1767300"/>
                  </a:cubicBezTo>
                  <a:cubicBezTo>
                    <a:pt x="6838637" y="1777116"/>
                    <a:pt x="6796385" y="1782023"/>
                    <a:pt x="6754607" y="1782023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任意多边形: 形状 1395"/>
            <p:cNvSpPr/>
            <p:nvPr>
              <p:custDataLst>
                <p:tags r:id="rId16"/>
              </p:custDataLst>
            </p:nvPr>
          </p:nvSpPr>
          <p:spPr>
            <a:xfrm>
              <a:off x="1188029" y="2935363"/>
              <a:ext cx="11003126" cy="1892928"/>
            </a:xfrm>
            <a:custGeom>
              <a:avLst/>
              <a:gdLst>
                <a:gd name="connsiteX0" fmla="*/ 6871796 w 11003126"/>
                <a:gd name="connsiteY0" fmla="*/ 1892928 h 1892928"/>
                <a:gd name="connsiteX1" fmla="*/ 6763948 w 11003126"/>
                <a:gd name="connsiteY1" fmla="*/ 1881477 h 1892928"/>
                <a:gd name="connsiteX2" fmla="*/ 6359155 w 11003126"/>
                <a:gd name="connsiteY2" fmla="*/ 1670637 h 1892928"/>
                <a:gd name="connsiteX3" fmla="*/ 5835625 w 11003126"/>
                <a:gd name="connsiteY3" fmla="*/ 1208656 h 1892928"/>
                <a:gd name="connsiteX4" fmla="*/ 5833602 w 11003126"/>
                <a:gd name="connsiteY4" fmla="*/ 1206686 h 1892928"/>
                <a:gd name="connsiteX5" fmla="*/ 5553983 w 11003126"/>
                <a:gd name="connsiteY5" fmla="*/ 928597 h 1892928"/>
                <a:gd name="connsiteX6" fmla="*/ 5318358 w 11003126"/>
                <a:gd name="connsiteY6" fmla="*/ 693518 h 1892928"/>
                <a:gd name="connsiteX7" fmla="*/ 5318006 w 11003126"/>
                <a:gd name="connsiteY7" fmla="*/ 693166 h 1892928"/>
                <a:gd name="connsiteX8" fmla="*/ 4803131 w 11003126"/>
                <a:gd name="connsiteY8" fmla="*/ 242619 h 1892928"/>
                <a:gd name="connsiteX9" fmla="*/ 4384230 w 11003126"/>
                <a:gd name="connsiteY9" fmla="*/ 70584 h 1892928"/>
                <a:gd name="connsiteX10" fmla="*/ 3677055 w 11003126"/>
                <a:gd name="connsiteY10" fmla="*/ 475113 h 1892928"/>
                <a:gd name="connsiteX11" fmla="*/ 3101440 w 11003126"/>
                <a:gd name="connsiteY11" fmla="*/ 1025697 h 1892928"/>
                <a:gd name="connsiteX12" fmla="*/ 1868308 w 11003126"/>
                <a:gd name="connsiteY12" fmla="*/ 1476508 h 1892928"/>
                <a:gd name="connsiteX13" fmla="*/ 1112021 w 11003126"/>
                <a:gd name="connsiteY13" fmla="*/ 1651481 h 1892928"/>
                <a:gd name="connsiteX14" fmla="*/ 571534 w 11003126"/>
                <a:gd name="connsiteY14" fmla="*/ 1719943 h 1892928"/>
                <a:gd name="connsiteX15" fmla="*/ 139581 w 11003126"/>
                <a:gd name="connsiteY15" fmla="*/ 1676952 h 1892928"/>
                <a:gd name="connsiteX16" fmla="*/ 0 w 11003126"/>
                <a:gd name="connsiteY16" fmla="*/ 1657268 h 1892928"/>
                <a:gd name="connsiteX17" fmla="*/ 545 w 11003126"/>
                <a:gd name="connsiteY17" fmla="*/ 1652835 h 1892928"/>
                <a:gd name="connsiteX18" fmla="*/ 140232 w 11003126"/>
                <a:gd name="connsiteY18" fmla="*/ 1672519 h 1892928"/>
                <a:gd name="connsiteX19" fmla="*/ 1110842 w 11003126"/>
                <a:gd name="connsiteY19" fmla="*/ 1647153 h 1892928"/>
                <a:gd name="connsiteX20" fmla="*/ 1867517 w 11003126"/>
                <a:gd name="connsiteY20" fmla="*/ 1472092 h 1892928"/>
                <a:gd name="connsiteX21" fmla="*/ 3673590 w 11003126"/>
                <a:gd name="connsiteY21" fmla="*/ 472264 h 1892928"/>
                <a:gd name="connsiteX22" fmla="*/ 3969938 w 11003126"/>
                <a:gd name="connsiteY22" fmla="*/ 168880 h 1892928"/>
                <a:gd name="connsiteX23" fmla="*/ 4384476 w 11003126"/>
                <a:gd name="connsiteY23" fmla="*/ 66116 h 1892928"/>
                <a:gd name="connsiteX24" fmla="*/ 4805647 w 11003126"/>
                <a:gd name="connsiteY24" fmla="*/ 238925 h 1892928"/>
                <a:gd name="connsiteX25" fmla="*/ 5321102 w 11003126"/>
                <a:gd name="connsiteY25" fmla="*/ 689964 h 1892928"/>
                <a:gd name="connsiteX26" fmla="*/ 5321454 w 11003126"/>
                <a:gd name="connsiteY26" fmla="*/ 690299 h 1892928"/>
                <a:gd name="connsiteX27" fmla="*/ 5557114 w 11003126"/>
                <a:gd name="connsiteY27" fmla="*/ 925413 h 1892928"/>
                <a:gd name="connsiteX28" fmla="*/ 5836681 w 11003126"/>
                <a:gd name="connsiteY28" fmla="*/ 1203450 h 1892928"/>
                <a:gd name="connsiteX29" fmla="*/ 5838704 w 11003126"/>
                <a:gd name="connsiteY29" fmla="*/ 1205420 h 1892928"/>
                <a:gd name="connsiteX30" fmla="*/ 6361758 w 11003126"/>
                <a:gd name="connsiteY30" fmla="*/ 1666995 h 1892928"/>
                <a:gd name="connsiteX31" fmla="*/ 6764863 w 11003126"/>
                <a:gd name="connsiteY31" fmla="*/ 1877079 h 1892928"/>
                <a:gd name="connsiteX32" fmla="*/ 6999257 w 11003126"/>
                <a:gd name="connsiteY32" fmla="*/ 1872910 h 1892928"/>
                <a:gd name="connsiteX33" fmla="*/ 7571495 w 11003126"/>
                <a:gd name="connsiteY33" fmla="*/ 1508047 h 1892928"/>
                <a:gd name="connsiteX34" fmla="*/ 7633572 w 11003126"/>
                <a:gd name="connsiteY34" fmla="*/ 1453358 h 1892928"/>
                <a:gd name="connsiteX35" fmla="*/ 8179248 w 11003126"/>
                <a:gd name="connsiteY35" fmla="*/ 902704 h 1892928"/>
                <a:gd name="connsiteX36" fmla="*/ 8683779 w 11003126"/>
                <a:gd name="connsiteY36" fmla="*/ 387513 h 1892928"/>
                <a:gd name="connsiteX37" fmla="*/ 8756498 w 11003126"/>
                <a:gd name="connsiteY37" fmla="*/ 319349 h 1892928"/>
                <a:gd name="connsiteX38" fmla="*/ 9050489 w 11003126"/>
                <a:gd name="connsiteY38" fmla="*/ 78271 h 1892928"/>
                <a:gd name="connsiteX39" fmla="*/ 9403707 w 11003126"/>
                <a:gd name="connsiteY39" fmla="*/ 17548 h 1892928"/>
                <a:gd name="connsiteX40" fmla="*/ 9627617 w 11003126"/>
                <a:gd name="connsiteY40" fmla="*/ 156848 h 1892928"/>
                <a:gd name="connsiteX41" fmla="*/ 9749255 w 11003126"/>
                <a:gd name="connsiteY41" fmla="*/ 245733 h 1892928"/>
                <a:gd name="connsiteX42" fmla="*/ 9973323 w 11003126"/>
                <a:gd name="connsiteY42" fmla="*/ 351135 h 1892928"/>
                <a:gd name="connsiteX43" fmla="*/ 10591191 w 11003126"/>
                <a:gd name="connsiteY43" fmla="*/ 675522 h 1892928"/>
                <a:gd name="connsiteX44" fmla="*/ 10856474 w 11003126"/>
                <a:gd name="connsiteY44" fmla="*/ 921368 h 1892928"/>
                <a:gd name="connsiteX45" fmla="*/ 11003126 w 11003126"/>
                <a:gd name="connsiteY45" fmla="*/ 1238947 h 1892928"/>
                <a:gd name="connsiteX46" fmla="*/ 10998746 w 11003126"/>
                <a:gd name="connsiteY46" fmla="*/ 1239739 h 1892928"/>
                <a:gd name="connsiteX47" fmla="*/ 10588622 w 11003126"/>
                <a:gd name="connsiteY47" fmla="*/ 679146 h 1892928"/>
                <a:gd name="connsiteX48" fmla="*/ 9971564 w 11003126"/>
                <a:gd name="connsiteY48" fmla="*/ 355199 h 1892928"/>
                <a:gd name="connsiteX49" fmla="*/ 9747021 w 11003126"/>
                <a:gd name="connsiteY49" fmla="*/ 249568 h 1892928"/>
                <a:gd name="connsiteX50" fmla="*/ 9624820 w 11003126"/>
                <a:gd name="connsiteY50" fmla="*/ 160296 h 1892928"/>
                <a:gd name="connsiteX51" fmla="*/ 9402300 w 11003126"/>
                <a:gd name="connsiteY51" fmla="*/ 21752 h 1892928"/>
                <a:gd name="connsiteX52" fmla="*/ 9052776 w 11003126"/>
                <a:gd name="connsiteY52" fmla="*/ 82070 h 1892928"/>
                <a:gd name="connsiteX53" fmla="*/ 8759576 w 11003126"/>
                <a:gd name="connsiteY53" fmla="*/ 322551 h 1892928"/>
                <a:gd name="connsiteX54" fmla="*/ 8686752 w 11003126"/>
                <a:gd name="connsiteY54" fmla="*/ 390802 h 1892928"/>
                <a:gd name="connsiteX55" fmla="*/ 8182519 w 11003126"/>
                <a:gd name="connsiteY55" fmla="*/ 905695 h 1892928"/>
                <a:gd name="connsiteX56" fmla="*/ 7636491 w 11003126"/>
                <a:gd name="connsiteY56" fmla="*/ 1456701 h 1892928"/>
                <a:gd name="connsiteX57" fmla="*/ 7574449 w 11003126"/>
                <a:gd name="connsiteY57" fmla="*/ 1511354 h 1892928"/>
                <a:gd name="connsiteX58" fmla="*/ 7000312 w 11003126"/>
                <a:gd name="connsiteY58" fmla="*/ 1877220 h 1892928"/>
                <a:gd name="connsiteX59" fmla="*/ 6871796 w 11003126"/>
                <a:gd name="connsiteY59" fmla="*/ 1892928 h 1892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11003126" h="1892928">
                  <a:moveTo>
                    <a:pt x="6871796" y="1892928"/>
                  </a:moveTo>
                  <a:cubicBezTo>
                    <a:pt x="6835436" y="1892928"/>
                    <a:pt x="6799428" y="1889111"/>
                    <a:pt x="6763948" y="1881477"/>
                  </a:cubicBezTo>
                  <a:cubicBezTo>
                    <a:pt x="6599301" y="1846032"/>
                    <a:pt x="6460493" y="1744658"/>
                    <a:pt x="6359155" y="1670637"/>
                  </a:cubicBezTo>
                  <a:cubicBezTo>
                    <a:pt x="6164621" y="1528558"/>
                    <a:pt x="5997370" y="1365933"/>
                    <a:pt x="5835625" y="1208656"/>
                  </a:cubicBezTo>
                  <a:lnTo>
                    <a:pt x="5833602" y="1206686"/>
                  </a:lnTo>
                  <a:cubicBezTo>
                    <a:pt x="5738842" y="1114547"/>
                    <a:pt x="5644856" y="1020015"/>
                    <a:pt x="5553983" y="928597"/>
                  </a:cubicBezTo>
                  <a:cubicBezTo>
                    <a:pt x="5477113" y="851270"/>
                    <a:pt x="5397621" y="771320"/>
                    <a:pt x="5318358" y="693518"/>
                  </a:cubicBezTo>
                  <a:lnTo>
                    <a:pt x="5318006" y="693166"/>
                  </a:lnTo>
                  <a:cubicBezTo>
                    <a:pt x="5158442" y="536557"/>
                    <a:pt x="4993443" y="374619"/>
                    <a:pt x="4803131" y="242619"/>
                  </a:cubicBezTo>
                  <a:cubicBezTo>
                    <a:pt x="4645414" y="133224"/>
                    <a:pt x="4512289" y="78552"/>
                    <a:pt x="4384230" y="70584"/>
                  </a:cubicBezTo>
                  <a:cubicBezTo>
                    <a:pt x="4027599" y="48402"/>
                    <a:pt x="3880560" y="227386"/>
                    <a:pt x="3677055" y="475113"/>
                  </a:cubicBezTo>
                  <a:cubicBezTo>
                    <a:pt x="3535293" y="647676"/>
                    <a:pt x="3374621" y="843248"/>
                    <a:pt x="3101440" y="1025697"/>
                  </a:cubicBezTo>
                  <a:cubicBezTo>
                    <a:pt x="2783456" y="1238050"/>
                    <a:pt x="2380105" y="1385529"/>
                    <a:pt x="1868308" y="1476508"/>
                  </a:cubicBezTo>
                  <a:cubicBezTo>
                    <a:pt x="1645120" y="1516192"/>
                    <a:pt x="1404798" y="1571795"/>
                    <a:pt x="1112021" y="1651481"/>
                  </a:cubicBezTo>
                  <a:cubicBezTo>
                    <a:pt x="931982" y="1700488"/>
                    <a:pt x="755197" y="1722898"/>
                    <a:pt x="571534" y="1719943"/>
                  </a:cubicBezTo>
                  <a:cubicBezTo>
                    <a:pt x="411390" y="1717392"/>
                    <a:pt x="266989" y="1695914"/>
                    <a:pt x="139581" y="1676952"/>
                  </a:cubicBezTo>
                  <a:cubicBezTo>
                    <a:pt x="90961" y="1669722"/>
                    <a:pt x="45032" y="1662897"/>
                    <a:pt x="0" y="1657268"/>
                  </a:cubicBezTo>
                  <a:lnTo>
                    <a:pt x="545" y="1652835"/>
                  </a:lnTo>
                  <a:cubicBezTo>
                    <a:pt x="45630" y="1658464"/>
                    <a:pt x="91576" y="1665289"/>
                    <a:pt x="140232" y="1672519"/>
                  </a:cubicBezTo>
                  <a:cubicBezTo>
                    <a:pt x="393008" y="1710110"/>
                    <a:pt x="707597" y="1756900"/>
                    <a:pt x="1110842" y="1647153"/>
                  </a:cubicBezTo>
                  <a:cubicBezTo>
                    <a:pt x="1403760" y="1567433"/>
                    <a:pt x="1644187" y="1511794"/>
                    <a:pt x="1867517" y="1472092"/>
                  </a:cubicBezTo>
                  <a:cubicBezTo>
                    <a:pt x="3020629" y="1267092"/>
                    <a:pt x="3398017" y="807698"/>
                    <a:pt x="3673590" y="472264"/>
                  </a:cubicBezTo>
                  <a:cubicBezTo>
                    <a:pt x="3774859" y="348989"/>
                    <a:pt x="3862319" y="242531"/>
                    <a:pt x="3969938" y="168880"/>
                  </a:cubicBezTo>
                  <a:cubicBezTo>
                    <a:pt x="4087407" y="88491"/>
                    <a:pt x="4219143" y="55825"/>
                    <a:pt x="4384476" y="66116"/>
                  </a:cubicBezTo>
                  <a:cubicBezTo>
                    <a:pt x="4513397" y="74137"/>
                    <a:pt x="4647226" y="129055"/>
                    <a:pt x="4805647" y="238925"/>
                  </a:cubicBezTo>
                  <a:cubicBezTo>
                    <a:pt x="4996275" y="371136"/>
                    <a:pt x="5161398" y="533215"/>
                    <a:pt x="5321102" y="689964"/>
                  </a:cubicBezTo>
                  <a:lnTo>
                    <a:pt x="5321454" y="690299"/>
                  </a:lnTo>
                  <a:cubicBezTo>
                    <a:pt x="5400734" y="768119"/>
                    <a:pt x="5480244" y="848086"/>
                    <a:pt x="5557114" y="925413"/>
                  </a:cubicBezTo>
                  <a:cubicBezTo>
                    <a:pt x="5647987" y="1016814"/>
                    <a:pt x="5741956" y="1111328"/>
                    <a:pt x="5836681" y="1203450"/>
                  </a:cubicBezTo>
                  <a:lnTo>
                    <a:pt x="5838704" y="1205420"/>
                  </a:lnTo>
                  <a:cubicBezTo>
                    <a:pt x="6000343" y="1362591"/>
                    <a:pt x="6167470" y="1525093"/>
                    <a:pt x="6361758" y="1666995"/>
                  </a:cubicBezTo>
                  <a:cubicBezTo>
                    <a:pt x="6462781" y="1740770"/>
                    <a:pt x="6601147" y="1841828"/>
                    <a:pt x="6764863" y="1877079"/>
                  </a:cubicBezTo>
                  <a:cubicBezTo>
                    <a:pt x="6841135" y="1893509"/>
                    <a:pt x="6919994" y="1892102"/>
                    <a:pt x="6999257" y="1872910"/>
                  </a:cubicBezTo>
                  <a:cubicBezTo>
                    <a:pt x="7219894" y="1819998"/>
                    <a:pt x="7414833" y="1647030"/>
                    <a:pt x="7571495" y="1508047"/>
                  </a:cubicBezTo>
                  <a:cubicBezTo>
                    <a:pt x="7593218" y="1488768"/>
                    <a:pt x="7613729" y="1470579"/>
                    <a:pt x="7633572" y="1453358"/>
                  </a:cubicBezTo>
                  <a:cubicBezTo>
                    <a:pt x="7829072" y="1283698"/>
                    <a:pt x="8007089" y="1090008"/>
                    <a:pt x="8179248" y="902704"/>
                  </a:cubicBezTo>
                  <a:cubicBezTo>
                    <a:pt x="8338723" y="729191"/>
                    <a:pt x="8503617" y="549785"/>
                    <a:pt x="8683779" y="387513"/>
                  </a:cubicBezTo>
                  <a:cubicBezTo>
                    <a:pt x="8706207" y="367318"/>
                    <a:pt x="8730640" y="344011"/>
                    <a:pt x="8756498" y="319349"/>
                  </a:cubicBezTo>
                  <a:cubicBezTo>
                    <a:pt x="8838399" y="241247"/>
                    <a:pt x="8940319" y="144042"/>
                    <a:pt x="9050489" y="78271"/>
                  </a:cubicBezTo>
                  <a:cubicBezTo>
                    <a:pt x="9179691" y="1136"/>
                    <a:pt x="9295243" y="-18741"/>
                    <a:pt x="9403707" y="17548"/>
                  </a:cubicBezTo>
                  <a:cubicBezTo>
                    <a:pt x="9491448" y="46889"/>
                    <a:pt x="9560667" y="102792"/>
                    <a:pt x="9627617" y="156848"/>
                  </a:cubicBezTo>
                  <a:cubicBezTo>
                    <a:pt x="9668708" y="190041"/>
                    <a:pt x="9707531" y="221387"/>
                    <a:pt x="9749255" y="245733"/>
                  </a:cubicBezTo>
                  <a:cubicBezTo>
                    <a:pt x="9800848" y="275848"/>
                    <a:pt x="9880780" y="310747"/>
                    <a:pt x="9973323" y="351135"/>
                  </a:cubicBezTo>
                  <a:cubicBezTo>
                    <a:pt x="10158886" y="432122"/>
                    <a:pt x="10389814" y="532916"/>
                    <a:pt x="10591191" y="675522"/>
                  </a:cubicBezTo>
                  <a:cubicBezTo>
                    <a:pt x="10700851" y="753167"/>
                    <a:pt x="10790105" y="835895"/>
                    <a:pt x="10856474" y="921368"/>
                  </a:cubicBezTo>
                  <a:cubicBezTo>
                    <a:pt x="10933573" y="1020649"/>
                    <a:pt x="10982914" y="1127511"/>
                    <a:pt x="11003126" y="1238947"/>
                  </a:cubicBezTo>
                  <a:lnTo>
                    <a:pt x="10998746" y="1239739"/>
                  </a:lnTo>
                  <a:cubicBezTo>
                    <a:pt x="10960926" y="1031168"/>
                    <a:pt x="10826781" y="847786"/>
                    <a:pt x="10588622" y="679146"/>
                  </a:cubicBezTo>
                  <a:cubicBezTo>
                    <a:pt x="10387615" y="536803"/>
                    <a:pt x="10156934" y="436115"/>
                    <a:pt x="9971564" y="355199"/>
                  </a:cubicBezTo>
                  <a:cubicBezTo>
                    <a:pt x="9878880" y="314741"/>
                    <a:pt x="9798843" y="279806"/>
                    <a:pt x="9747021" y="249568"/>
                  </a:cubicBezTo>
                  <a:cubicBezTo>
                    <a:pt x="9704997" y="225046"/>
                    <a:pt x="9666052" y="193595"/>
                    <a:pt x="9624820" y="160296"/>
                  </a:cubicBezTo>
                  <a:cubicBezTo>
                    <a:pt x="9558186" y="106486"/>
                    <a:pt x="9489284" y="50847"/>
                    <a:pt x="9402300" y="21752"/>
                  </a:cubicBezTo>
                  <a:cubicBezTo>
                    <a:pt x="9295138" y="-14097"/>
                    <a:pt x="9180799" y="5639"/>
                    <a:pt x="9052776" y="82070"/>
                  </a:cubicBezTo>
                  <a:cubicBezTo>
                    <a:pt x="8943028" y="147595"/>
                    <a:pt x="8841302" y="244607"/>
                    <a:pt x="8759576" y="322551"/>
                  </a:cubicBezTo>
                  <a:cubicBezTo>
                    <a:pt x="8733683" y="347248"/>
                    <a:pt x="8709233" y="370573"/>
                    <a:pt x="8686752" y="390802"/>
                  </a:cubicBezTo>
                  <a:cubicBezTo>
                    <a:pt x="8506747" y="552916"/>
                    <a:pt x="8341907" y="732252"/>
                    <a:pt x="8182519" y="905695"/>
                  </a:cubicBezTo>
                  <a:cubicBezTo>
                    <a:pt x="8010273" y="1093104"/>
                    <a:pt x="7832169" y="1286881"/>
                    <a:pt x="7636491" y="1456701"/>
                  </a:cubicBezTo>
                  <a:cubicBezTo>
                    <a:pt x="7616667" y="1473904"/>
                    <a:pt x="7596157" y="1492093"/>
                    <a:pt x="7574449" y="1511354"/>
                  </a:cubicBezTo>
                  <a:cubicBezTo>
                    <a:pt x="7417437" y="1650671"/>
                    <a:pt x="7222023" y="1824044"/>
                    <a:pt x="7000312" y="1877220"/>
                  </a:cubicBezTo>
                  <a:cubicBezTo>
                    <a:pt x="6957268" y="1887704"/>
                    <a:pt x="6914294" y="1892928"/>
                    <a:pt x="6871796" y="1892928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任意多边形: 形状 1396"/>
            <p:cNvSpPr/>
            <p:nvPr>
              <p:custDataLst>
                <p:tags r:id="rId17"/>
              </p:custDataLst>
            </p:nvPr>
          </p:nvSpPr>
          <p:spPr>
            <a:xfrm>
              <a:off x="1108713" y="2872705"/>
              <a:ext cx="11082389" cy="2003749"/>
            </a:xfrm>
            <a:custGeom>
              <a:avLst/>
              <a:gdLst>
                <a:gd name="connsiteX0" fmla="*/ 6988861 w 11082389"/>
                <a:gd name="connsiteY0" fmla="*/ 2003749 h 2003749"/>
                <a:gd name="connsiteX1" fmla="*/ 6877213 w 11082389"/>
                <a:gd name="connsiteY1" fmla="*/ 1991207 h 2003749"/>
                <a:gd name="connsiteX2" fmla="*/ 6466281 w 11082389"/>
                <a:gd name="connsiteY2" fmla="*/ 1764008 h 2003749"/>
                <a:gd name="connsiteX3" fmla="*/ 5945250 w 11082389"/>
                <a:gd name="connsiteY3" fmla="*/ 1271842 h 2003749"/>
                <a:gd name="connsiteX4" fmla="*/ 5940412 w 11082389"/>
                <a:gd name="connsiteY4" fmla="*/ 1266794 h 2003749"/>
                <a:gd name="connsiteX5" fmla="*/ 5684153 w 11082389"/>
                <a:gd name="connsiteY5" fmla="*/ 994439 h 2003749"/>
                <a:gd name="connsiteX6" fmla="*/ 5426241 w 11082389"/>
                <a:gd name="connsiteY6" fmla="*/ 720379 h 2003749"/>
                <a:gd name="connsiteX7" fmla="*/ 4907408 w 11082389"/>
                <a:gd name="connsiteY7" fmla="*/ 243728 h 2003749"/>
                <a:gd name="connsiteX8" fmla="*/ 4478814 w 11082389"/>
                <a:gd name="connsiteY8" fmla="*/ 65606 h 2003749"/>
                <a:gd name="connsiteX9" fmla="*/ 3805660 w 11082389"/>
                <a:gd name="connsiteY9" fmla="*/ 506794 h 2003749"/>
                <a:gd name="connsiteX10" fmla="*/ 1945249 w 11082389"/>
                <a:gd name="connsiteY10" fmla="*/ 1613591 h 2003749"/>
                <a:gd name="connsiteX11" fmla="*/ 1165408 w 11082389"/>
                <a:gd name="connsiteY11" fmla="*/ 1782161 h 2003749"/>
                <a:gd name="connsiteX12" fmla="*/ 593522 w 11082389"/>
                <a:gd name="connsiteY12" fmla="*/ 1826384 h 2003749"/>
                <a:gd name="connsiteX13" fmla="*/ 134339 w 11082389"/>
                <a:gd name="connsiteY13" fmla="*/ 1743779 h 2003749"/>
                <a:gd name="connsiteX14" fmla="*/ 0 w 11082389"/>
                <a:gd name="connsiteY14" fmla="*/ 1713083 h 2003749"/>
                <a:gd name="connsiteX15" fmla="*/ 915 w 11082389"/>
                <a:gd name="connsiteY15" fmla="*/ 1708773 h 2003749"/>
                <a:gd name="connsiteX16" fmla="*/ 135342 w 11082389"/>
                <a:gd name="connsiteY16" fmla="*/ 1739486 h 2003749"/>
                <a:gd name="connsiteX17" fmla="*/ 1164353 w 11082389"/>
                <a:gd name="connsiteY17" fmla="*/ 1777869 h 2003749"/>
                <a:gd name="connsiteX18" fmla="*/ 1944475 w 11082389"/>
                <a:gd name="connsiteY18" fmla="*/ 1609246 h 2003749"/>
                <a:gd name="connsiteX19" fmla="*/ 3802071 w 11082389"/>
                <a:gd name="connsiteY19" fmla="*/ 504226 h 2003749"/>
                <a:gd name="connsiteX20" fmla="*/ 4079193 w 11082389"/>
                <a:gd name="connsiteY20" fmla="*/ 178432 h 2003749"/>
                <a:gd name="connsiteX21" fmla="*/ 4479008 w 11082389"/>
                <a:gd name="connsiteY21" fmla="*/ 61191 h 2003749"/>
                <a:gd name="connsiteX22" fmla="*/ 4909976 w 11082389"/>
                <a:gd name="connsiteY22" fmla="*/ 240139 h 2003749"/>
                <a:gd name="connsiteX23" fmla="*/ 5429407 w 11082389"/>
                <a:gd name="connsiteY23" fmla="*/ 717318 h 2003749"/>
                <a:gd name="connsiteX24" fmla="*/ 5687372 w 11082389"/>
                <a:gd name="connsiteY24" fmla="*/ 991431 h 2003749"/>
                <a:gd name="connsiteX25" fmla="*/ 5943578 w 11082389"/>
                <a:gd name="connsiteY25" fmla="*/ 1263733 h 2003749"/>
                <a:gd name="connsiteX26" fmla="*/ 5948416 w 11082389"/>
                <a:gd name="connsiteY26" fmla="*/ 1268781 h 2003749"/>
                <a:gd name="connsiteX27" fmla="*/ 6468990 w 11082389"/>
                <a:gd name="connsiteY27" fmla="*/ 1760525 h 2003749"/>
                <a:gd name="connsiteX28" fmla="*/ 6878181 w 11082389"/>
                <a:gd name="connsiteY28" fmla="*/ 1986897 h 2003749"/>
                <a:gd name="connsiteX29" fmla="*/ 7118521 w 11082389"/>
                <a:gd name="connsiteY29" fmla="*/ 1982887 h 2003749"/>
                <a:gd name="connsiteX30" fmla="*/ 7700890 w 11082389"/>
                <a:gd name="connsiteY30" fmla="*/ 1591849 h 2003749"/>
                <a:gd name="connsiteX31" fmla="*/ 7760505 w 11082389"/>
                <a:gd name="connsiteY31" fmla="*/ 1536193 h 2003749"/>
                <a:gd name="connsiteX32" fmla="*/ 8304069 w 11082389"/>
                <a:gd name="connsiteY32" fmla="*/ 955828 h 2003749"/>
                <a:gd name="connsiteX33" fmla="*/ 8811469 w 11082389"/>
                <a:gd name="connsiteY33" fmla="*/ 408411 h 2003749"/>
                <a:gd name="connsiteX34" fmla="*/ 8880986 w 11082389"/>
                <a:gd name="connsiteY34" fmla="*/ 339755 h 2003749"/>
                <a:gd name="connsiteX35" fmla="*/ 9179727 w 11082389"/>
                <a:gd name="connsiteY35" fmla="*/ 82845 h 2003749"/>
                <a:gd name="connsiteX36" fmla="*/ 9542988 w 11082389"/>
                <a:gd name="connsiteY36" fmla="*/ 20099 h 2003749"/>
                <a:gd name="connsiteX37" fmla="*/ 9771719 w 11082389"/>
                <a:gd name="connsiteY37" fmla="*/ 174280 h 2003749"/>
                <a:gd name="connsiteX38" fmla="*/ 9890806 w 11082389"/>
                <a:gd name="connsiteY38" fmla="*/ 269516 h 2003749"/>
                <a:gd name="connsiteX39" fmla="*/ 10123511 w 11082389"/>
                <a:gd name="connsiteY39" fmla="*/ 388639 h 2003749"/>
                <a:gd name="connsiteX40" fmla="*/ 10700041 w 11082389"/>
                <a:gd name="connsiteY40" fmla="*/ 711865 h 2003749"/>
                <a:gd name="connsiteX41" fmla="*/ 10945218 w 11082389"/>
                <a:gd name="connsiteY41" fmla="*/ 949337 h 2003749"/>
                <a:gd name="connsiteX42" fmla="*/ 11082389 w 11082389"/>
                <a:gd name="connsiteY42" fmla="*/ 1251507 h 2003749"/>
                <a:gd name="connsiteX43" fmla="*/ 11078061 w 11082389"/>
                <a:gd name="connsiteY43" fmla="*/ 1252317 h 2003749"/>
                <a:gd name="connsiteX44" fmla="*/ 10121629 w 11082389"/>
                <a:gd name="connsiteY44" fmla="*/ 392614 h 2003749"/>
                <a:gd name="connsiteX45" fmla="*/ 9888397 w 11082389"/>
                <a:gd name="connsiteY45" fmla="*/ 273192 h 2003749"/>
                <a:gd name="connsiteX46" fmla="*/ 9768798 w 11082389"/>
                <a:gd name="connsiteY46" fmla="*/ 177570 h 2003749"/>
                <a:gd name="connsiteX47" fmla="*/ 9541476 w 11082389"/>
                <a:gd name="connsiteY47" fmla="*/ 24233 h 2003749"/>
                <a:gd name="connsiteX48" fmla="*/ 9182031 w 11082389"/>
                <a:gd name="connsiteY48" fmla="*/ 86574 h 2003749"/>
                <a:gd name="connsiteX49" fmla="*/ 8884082 w 11082389"/>
                <a:gd name="connsiteY49" fmla="*/ 342851 h 2003749"/>
                <a:gd name="connsiteX50" fmla="*/ 8814476 w 11082389"/>
                <a:gd name="connsiteY50" fmla="*/ 411594 h 2003749"/>
                <a:gd name="connsiteX51" fmla="*/ 8307359 w 11082389"/>
                <a:gd name="connsiteY51" fmla="*/ 958713 h 2003749"/>
                <a:gd name="connsiteX52" fmla="*/ 7763442 w 11082389"/>
                <a:gd name="connsiteY52" fmla="*/ 1539429 h 2003749"/>
                <a:gd name="connsiteX53" fmla="*/ 7703863 w 11082389"/>
                <a:gd name="connsiteY53" fmla="*/ 1595051 h 2003749"/>
                <a:gd name="connsiteX54" fmla="*/ 7438984 w 11082389"/>
                <a:gd name="connsiteY54" fmla="*/ 1824396 h 2003749"/>
                <a:gd name="connsiteX55" fmla="*/ 7119558 w 11082389"/>
                <a:gd name="connsiteY55" fmla="*/ 1987161 h 2003749"/>
                <a:gd name="connsiteX56" fmla="*/ 6988861 w 11082389"/>
                <a:gd name="connsiteY56" fmla="*/ 2003749 h 2003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11082389" h="2003749">
                  <a:moveTo>
                    <a:pt x="6988861" y="2003749"/>
                  </a:moveTo>
                  <a:cubicBezTo>
                    <a:pt x="6951234" y="2003749"/>
                    <a:pt x="6913960" y="1999580"/>
                    <a:pt x="6877213" y="1991207"/>
                  </a:cubicBezTo>
                  <a:cubicBezTo>
                    <a:pt x="6707852" y="1952666"/>
                    <a:pt x="6568236" y="1843623"/>
                    <a:pt x="6466281" y="1764008"/>
                  </a:cubicBezTo>
                  <a:cubicBezTo>
                    <a:pt x="6272011" y="1612289"/>
                    <a:pt x="6105886" y="1439216"/>
                    <a:pt x="5945250" y="1271842"/>
                  </a:cubicBezTo>
                  <a:lnTo>
                    <a:pt x="5940412" y="1266794"/>
                  </a:lnTo>
                  <a:cubicBezTo>
                    <a:pt x="5853726" y="1176484"/>
                    <a:pt x="5767532" y="1083940"/>
                    <a:pt x="5684153" y="994439"/>
                  </a:cubicBezTo>
                  <a:cubicBezTo>
                    <a:pt x="5600141" y="904235"/>
                    <a:pt x="5513261" y="810988"/>
                    <a:pt x="5426241" y="720379"/>
                  </a:cubicBezTo>
                  <a:cubicBezTo>
                    <a:pt x="5275068" y="562996"/>
                    <a:pt x="5103736" y="384628"/>
                    <a:pt x="4907408" y="243728"/>
                  </a:cubicBezTo>
                  <a:cubicBezTo>
                    <a:pt x="4746507" y="128246"/>
                    <a:pt x="4610321" y="71640"/>
                    <a:pt x="4478814" y="65606"/>
                  </a:cubicBezTo>
                  <a:cubicBezTo>
                    <a:pt x="4131208" y="49634"/>
                    <a:pt x="3994635" y="241388"/>
                    <a:pt x="3805660" y="506794"/>
                  </a:cubicBezTo>
                  <a:cubicBezTo>
                    <a:pt x="3537897" y="882863"/>
                    <a:pt x="3171169" y="1397896"/>
                    <a:pt x="1945249" y="1613591"/>
                  </a:cubicBezTo>
                  <a:cubicBezTo>
                    <a:pt x="1661989" y="1663425"/>
                    <a:pt x="1379696" y="1729847"/>
                    <a:pt x="1165408" y="1782161"/>
                  </a:cubicBezTo>
                  <a:cubicBezTo>
                    <a:pt x="975483" y="1828512"/>
                    <a:pt x="788408" y="1842989"/>
                    <a:pt x="593522" y="1826384"/>
                  </a:cubicBezTo>
                  <a:cubicBezTo>
                    <a:pt x="423598" y="1811907"/>
                    <a:pt x="269909" y="1775723"/>
                    <a:pt x="134339" y="1743779"/>
                  </a:cubicBezTo>
                  <a:cubicBezTo>
                    <a:pt x="87601" y="1732767"/>
                    <a:pt x="43449" y="1722371"/>
                    <a:pt x="0" y="1713083"/>
                  </a:cubicBezTo>
                  <a:lnTo>
                    <a:pt x="915" y="1708773"/>
                  </a:lnTo>
                  <a:cubicBezTo>
                    <a:pt x="44416" y="1718061"/>
                    <a:pt x="88586" y="1728475"/>
                    <a:pt x="135342" y="1739486"/>
                  </a:cubicBezTo>
                  <a:cubicBezTo>
                    <a:pt x="404301" y="1802847"/>
                    <a:pt x="739031" y="1881688"/>
                    <a:pt x="1164353" y="1777869"/>
                  </a:cubicBezTo>
                  <a:cubicBezTo>
                    <a:pt x="1378711" y="1725555"/>
                    <a:pt x="1661092" y="1659098"/>
                    <a:pt x="1944475" y="1609246"/>
                  </a:cubicBezTo>
                  <a:cubicBezTo>
                    <a:pt x="3168619" y="1393868"/>
                    <a:pt x="3534748" y="879679"/>
                    <a:pt x="3802071" y="504226"/>
                  </a:cubicBezTo>
                  <a:cubicBezTo>
                    <a:pt x="3895987" y="372315"/>
                    <a:pt x="3977115" y="258398"/>
                    <a:pt x="4079193" y="178432"/>
                  </a:cubicBezTo>
                  <a:cubicBezTo>
                    <a:pt x="4190752" y="91042"/>
                    <a:pt x="4317790" y="53803"/>
                    <a:pt x="4479008" y="61191"/>
                  </a:cubicBezTo>
                  <a:cubicBezTo>
                    <a:pt x="4611394" y="67277"/>
                    <a:pt x="4748336" y="124130"/>
                    <a:pt x="4909976" y="240139"/>
                  </a:cubicBezTo>
                  <a:cubicBezTo>
                    <a:pt x="5106638" y="381286"/>
                    <a:pt x="5278111" y="559812"/>
                    <a:pt x="5429407" y="717318"/>
                  </a:cubicBezTo>
                  <a:cubicBezTo>
                    <a:pt x="5516463" y="807944"/>
                    <a:pt x="5603342" y="901227"/>
                    <a:pt x="5687372" y="991431"/>
                  </a:cubicBezTo>
                  <a:cubicBezTo>
                    <a:pt x="5770733" y="1080914"/>
                    <a:pt x="5856927" y="1173458"/>
                    <a:pt x="5943578" y="1263733"/>
                  </a:cubicBezTo>
                  <a:lnTo>
                    <a:pt x="5948416" y="1268781"/>
                  </a:lnTo>
                  <a:cubicBezTo>
                    <a:pt x="6108965" y="1436050"/>
                    <a:pt x="6274966" y="1609000"/>
                    <a:pt x="6468990" y="1760525"/>
                  </a:cubicBezTo>
                  <a:cubicBezTo>
                    <a:pt x="6570611" y="1839893"/>
                    <a:pt x="6709787" y="1948568"/>
                    <a:pt x="6878181" y="1986897"/>
                  </a:cubicBezTo>
                  <a:cubicBezTo>
                    <a:pt x="6956476" y="2004716"/>
                    <a:pt x="7037341" y="2003362"/>
                    <a:pt x="7118521" y="1982887"/>
                  </a:cubicBezTo>
                  <a:cubicBezTo>
                    <a:pt x="7345104" y="1926228"/>
                    <a:pt x="7542382" y="1740823"/>
                    <a:pt x="7700890" y="1591849"/>
                  </a:cubicBezTo>
                  <a:cubicBezTo>
                    <a:pt x="7721770" y="1572236"/>
                    <a:pt x="7741472" y="1553713"/>
                    <a:pt x="7760505" y="1536193"/>
                  </a:cubicBezTo>
                  <a:cubicBezTo>
                    <a:pt x="7955883" y="1356400"/>
                    <a:pt x="8132897" y="1152754"/>
                    <a:pt x="8304069" y="955828"/>
                  </a:cubicBezTo>
                  <a:cubicBezTo>
                    <a:pt x="8464143" y="771690"/>
                    <a:pt x="8629653" y="581273"/>
                    <a:pt x="8811469" y="408411"/>
                  </a:cubicBezTo>
                  <a:cubicBezTo>
                    <a:pt x="8832841" y="388093"/>
                    <a:pt x="8856237" y="364610"/>
                    <a:pt x="8880986" y="339755"/>
                  </a:cubicBezTo>
                  <a:cubicBezTo>
                    <a:pt x="8963803" y="256622"/>
                    <a:pt x="9066865" y="153172"/>
                    <a:pt x="9179727" y="82845"/>
                  </a:cubicBezTo>
                  <a:cubicBezTo>
                    <a:pt x="9312447" y="152"/>
                    <a:pt x="9431271" y="-20376"/>
                    <a:pt x="9542988" y="20099"/>
                  </a:cubicBezTo>
                  <a:cubicBezTo>
                    <a:pt x="9633703" y="52958"/>
                    <a:pt x="9703871" y="114631"/>
                    <a:pt x="9771719" y="174280"/>
                  </a:cubicBezTo>
                  <a:cubicBezTo>
                    <a:pt x="9811895" y="209585"/>
                    <a:pt x="9849838" y="242936"/>
                    <a:pt x="9890806" y="269516"/>
                  </a:cubicBezTo>
                  <a:cubicBezTo>
                    <a:pt x="9943666" y="303800"/>
                    <a:pt x="10027010" y="343115"/>
                    <a:pt x="10123511" y="388639"/>
                  </a:cubicBezTo>
                  <a:cubicBezTo>
                    <a:pt x="10297446" y="470699"/>
                    <a:pt x="10513898" y="572812"/>
                    <a:pt x="10700041" y="711865"/>
                  </a:cubicBezTo>
                  <a:cubicBezTo>
                    <a:pt x="10801205" y="787434"/>
                    <a:pt x="10883686" y="867330"/>
                    <a:pt x="10945218" y="949337"/>
                  </a:cubicBezTo>
                  <a:cubicBezTo>
                    <a:pt x="11016495" y="1044344"/>
                    <a:pt x="11062653" y="1145999"/>
                    <a:pt x="11082389" y="1251507"/>
                  </a:cubicBezTo>
                  <a:lnTo>
                    <a:pt x="11078061" y="1252317"/>
                  </a:lnTo>
                  <a:cubicBezTo>
                    <a:pt x="10994261" y="804303"/>
                    <a:pt x="10469130" y="556558"/>
                    <a:pt x="10121629" y="392614"/>
                  </a:cubicBezTo>
                  <a:cubicBezTo>
                    <a:pt x="10024987" y="347020"/>
                    <a:pt x="9941520" y="307634"/>
                    <a:pt x="9888397" y="273192"/>
                  </a:cubicBezTo>
                  <a:cubicBezTo>
                    <a:pt x="9847164" y="246454"/>
                    <a:pt x="9809098" y="212997"/>
                    <a:pt x="9768798" y="177570"/>
                  </a:cubicBezTo>
                  <a:cubicBezTo>
                    <a:pt x="9701251" y="118202"/>
                    <a:pt x="9631399" y="56811"/>
                    <a:pt x="9541476" y="24233"/>
                  </a:cubicBezTo>
                  <a:cubicBezTo>
                    <a:pt x="9431095" y="-15750"/>
                    <a:pt x="9313520" y="4637"/>
                    <a:pt x="9182031" y="86574"/>
                  </a:cubicBezTo>
                  <a:cubicBezTo>
                    <a:pt x="9069610" y="156620"/>
                    <a:pt x="8966740" y="259894"/>
                    <a:pt x="8884082" y="342851"/>
                  </a:cubicBezTo>
                  <a:cubicBezTo>
                    <a:pt x="8859297" y="367724"/>
                    <a:pt x="8835884" y="391225"/>
                    <a:pt x="8814476" y="411594"/>
                  </a:cubicBezTo>
                  <a:cubicBezTo>
                    <a:pt x="8632802" y="584316"/>
                    <a:pt x="8467362" y="774645"/>
                    <a:pt x="8307359" y="958713"/>
                  </a:cubicBezTo>
                  <a:cubicBezTo>
                    <a:pt x="8136098" y="1155745"/>
                    <a:pt x="7958996" y="1359478"/>
                    <a:pt x="7763442" y="1539429"/>
                  </a:cubicBezTo>
                  <a:cubicBezTo>
                    <a:pt x="7744427" y="1556932"/>
                    <a:pt x="7724726" y="1575437"/>
                    <a:pt x="7703863" y="1595051"/>
                  </a:cubicBezTo>
                  <a:cubicBezTo>
                    <a:pt x="7625709" y="1668509"/>
                    <a:pt x="7537122" y="1751747"/>
                    <a:pt x="7438984" y="1824396"/>
                  </a:cubicBezTo>
                  <a:cubicBezTo>
                    <a:pt x="7325174" y="1908620"/>
                    <a:pt x="7220687" y="1961866"/>
                    <a:pt x="7119558" y="1987161"/>
                  </a:cubicBezTo>
                  <a:cubicBezTo>
                    <a:pt x="7075828" y="1998226"/>
                    <a:pt x="7032116" y="2003749"/>
                    <a:pt x="6988861" y="2003749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任意多边形: 形状 1397"/>
            <p:cNvSpPr/>
            <p:nvPr>
              <p:custDataLst>
                <p:tags r:id="rId18"/>
              </p:custDataLst>
            </p:nvPr>
          </p:nvSpPr>
          <p:spPr>
            <a:xfrm>
              <a:off x="1029380" y="2810270"/>
              <a:ext cx="11161704" cy="2114364"/>
            </a:xfrm>
            <a:custGeom>
              <a:avLst/>
              <a:gdLst>
                <a:gd name="connsiteX0" fmla="*/ 7105838 w 11161704"/>
                <a:gd name="connsiteY0" fmla="*/ 2114364 h 2114364"/>
                <a:gd name="connsiteX1" fmla="*/ 6990497 w 11161704"/>
                <a:gd name="connsiteY1" fmla="*/ 2100749 h 2114364"/>
                <a:gd name="connsiteX2" fmla="*/ 6573442 w 11161704"/>
                <a:gd name="connsiteY2" fmla="*/ 1857208 h 2114364"/>
                <a:gd name="connsiteX3" fmla="*/ 6054135 w 11161704"/>
                <a:gd name="connsiteY3" fmla="*/ 1334400 h 2114364"/>
                <a:gd name="connsiteX4" fmla="*/ 6047239 w 11161704"/>
                <a:gd name="connsiteY4" fmla="*/ 1326730 h 2114364"/>
                <a:gd name="connsiteX5" fmla="*/ 5810752 w 11161704"/>
                <a:gd name="connsiteY5" fmla="*/ 1059055 h 2114364"/>
                <a:gd name="connsiteX6" fmla="*/ 5534159 w 11161704"/>
                <a:gd name="connsiteY6" fmla="*/ 747052 h 2114364"/>
                <a:gd name="connsiteX7" fmla="*/ 5011720 w 11161704"/>
                <a:gd name="connsiteY7" fmla="*/ 244631 h 2114364"/>
                <a:gd name="connsiteX8" fmla="*/ 4573416 w 11161704"/>
                <a:gd name="connsiteY8" fmla="*/ 60405 h 2114364"/>
                <a:gd name="connsiteX9" fmla="*/ 3931239 w 11161704"/>
                <a:gd name="connsiteY9" fmla="*/ 537249 h 2114364"/>
                <a:gd name="connsiteX10" fmla="*/ 2022190 w 11161704"/>
                <a:gd name="connsiteY10" fmla="*/ 1750468 h 2114364"/>
                <a:gd name="connsiteX11" fmla="*/ 1218778 w 11161704"/>
                <a:gd name="connsiteY11" fmla="*/ 1912618 h 2114364"/>
                <a:gd name="connsiteX12" fmla="*/ 616830 w 11161704"/>
                <a:gd name="connsiteY12" fmla="*/ 1931862 h 2114364"/>
                <a:gd name="connsiteX13" fmla="*/ 131155 w 11161704"/>
                <a:gd name="connsiteY13" fmla="*/ 1809027 h 2114364"/>
                <a:gd name="connsiteX14" fmla="*/ 0 w 11161704"/>
                <a:gd name="connsiteY14" fmla="*/ 1768692 h 2114364"/>
                <a:gd name="connsiteX15" fmla="*/ 1214 w 11161704"/>
                <a:gd name="connsiteY15" fmla="*/ 1764541 h 2114364"/>
                <a:gd name="connsiteX16" fmla="*/ 132457 w 11161704"/>
                <a:gd name="connsiteY16" fmla="*/ 1804912 h 2114364"/>
                <a:gd name="connsiteX17" fmla="*/ 1217846 w 11161704"/>
                <a:gd name="connsiteY17" fmla="*/ 1908414 h 2114364"/>
                <a:gd name="connsiteX18" fmla="*/ 2021434 w 11161704"/>
                <a:gd name="connsiteY18" fmla="*/ 1746212 h 2114364"/>
                <a:gd name="connsiteX19" fmla="*/ 3927544 w 11161704"/>
                <a:gd name="connsiteY19" fmla="*/ 534980 h 2114364"/>
                <a:gd name="connsiteX20" fmla="*/ 4186987 w 11161704"/>
                <a:gd name="connsiteY20" fmla="*/ 187180 h 2114364"/>
                <a:gd name="connsiteX21" fmla="*/ 4573522 w 11161704"/>
                <a:gd name="connsiteY21" fmla="*/ 56095 h 2114364"/>
                <a:gd name="connsiteX22" fmla="*/ 4806508 w 11161704"/>
                <a:gd name="connsiteY22" fmla="*/ 114795 h 2114364"/>
                <a:gd name="connsiteX23" fmla="*/ 5014270 w 11161704"/>
                <a:gd name="connsiteY23" fmla="*/ 241165 h 2114364"/>
                <a:gd name="connsiteX24" fmla="*/ 5537343 w 11161704"/>
                <a:gd name="connsiteY24" fmla="*/ 744149 h 2114364"/>
                <a:gd name="connsiteX25" fmla="*/ 5813989 w 11161704"/>
                <a:gd name="connsiteY25" fmla="*/ 1056223 h 2114364"/>
                <a:gd name="connsiteX26" fmla="*/ 6050441 w 11161704"/>
                <a:gd name="connsiteY26" fmla="*/ 1323845 h 2114364"/>
                <a:gd name="connsiteX27" fmla="*/ 6057336 w 11161704"/>
                <a:gd name="connsiteY27" fmla="*/ 1331515 h 2114364"/>
                <a:gd name="connsiteX28" fmla="*/ 6576187 w 11161704"/>
                <a:gd name="connsiteY28" fmla="*/ 1853883 h 2114364"/>
                <a:gd name="connsiteX29" fmla="*/ 6991481 w 11161704"/>
                <a:gd name="connsiteY29" fmla="*/ 2096545 h 2114364"/>
                <a:gd name="connsiteX30" fmla="*/ 7237784 w 11161704"/>
                <a:gd name="connsiteY30" fmla="*/ 2092675 h 2114364"/>
                <a:gd name="connsiteX31" fmla="*/ 7830515 w 11161704"/>
                <a:gd name="connsiteY31" fmla="*/ 1674970 h 2114364"/>
                <a:gd name="connsiteX32" fmla="*/ 7887438 w 11161704"/>
                <a:gd name="connsiteY32" fmla="*/ 1618839 h 2114364"/>
                <a:gd name="connsiteX33" fmla="*/ 8429279 w 11161704"/>
                <a:gd name="connsiteY33" fmla="*/ 1008623 h 2114364"/>
                <a:gd name="connsiteX34" fmla="*/ 8939176 w 11161704"/>
                <a:gd name="connsiteY34" fmla="*/ 429085 h 2114364"/>
                <a:gd name="connsiteX35" fmla="*/ 9005439 w 11161704"/>
                <a:gd name="connsiteY35" fmla="*/ 360341 h 2114364"/>
                <a:gd name="connsiteX36" fmla="*/ 9308876 w 11161704"/>
                <a:gd name="connsiteY36" fmla="*/ 87389 h 2114364"/>
                <a:gd name="connsiteX37" fmla="*/ 9490058 w 11161704"/>
                <a:gd name="connsiteY37" fmla="*/ 7774 h 2114364"/>
                <a:gd name="connsiteX38" fmla="*/ 9682270 w 11161704"/>
                <a:gd name="connsiteY38" fmla="*/ 22445 h 2114364"/>
                <a:gd name="connsiteX39" fmla="*/ 9916295 w 11161704"/>
                <a:gd name="connsiteY39" fmla="*/ 192105 h 2114364"/>
                <a:gd name="connsiteX40" fmla="*/ 10032375 w 11161704"/>
                <a:gd name="connsiteY40" fmla="*/ 293040 h 2114364"/>
                <a:gd name="connsiteX41" fmla="*/ 10270340 w 11161704"/>
                <a:gd name="connsiteY41" fmla="*/ 425426 h 2114364"/>
                <a:gd name="connsiteX42" fmla="*/ 10806868 w 11161704"/>
                <a:gd name="connsiteY42" fmla="*/ 746911 h 2114364"/>
                <a:gd name="connsiteX43" fmla="*/ 11033294 w 11161704"/>
                <a:gd name="connsiteY43" fmla="*/ 976274 h 2114364"/>
                <a:gd name="connsiteX44" fmla="*/ 11161705 w 11161704"/>
                <a:gd name="connsiteY44" fmla="*/ 1263809 h 2114364"/>
                <a:gd name="connsiteX45" fmla="*/ 11157448 w 11161704"/>
                <a:gd name="connsiteY45" fmla="*/ 1264636 h 2114364"/>
                <a:gd name="connsiteX46" fmla="*/ 10268369 w 11161704"/>
                <a:gd name="connsiteY46" fmla="*/ 429279 h 2114364"/>
                <a:gd name="connsiteX47" fmla="*/ 10029859 w 11161704"/>
                <a:gd name="connsiteY47" fmla="*/ 296558 h 2114364"/>
                <a:gd name="connsiteX48" fmla="*/ 9913322 w 11161704"/>
                <a:gd name="connsiteY48" fmla="*/ 195236 h 2114364"/>
                <a:gd name="connsiteX49" fmla="*/ 9680723 w 11161704"/>
                <a:gd name="connsiteY49" fmla="*/ 26473 h 2114364"/>
                <a:gd name="connsiteX50" fmla="*/ 9311251 w 11161704"/>
                <a:gd name="connsiteY50" fmla="*/ 91013 h 2114364"/>
                <a:gd name="connsiteX51" fmla="*/ 9008606 w 11161704"/>
                <a:gd name="connsiteY51" fmla="*/ 363314 h 2114364"/>
                <a:gd name="connsiteX52" fmla="*/ 8942271 w 11161704"/>
                <a:gd name="connsiteY52" fmla="*/ 432128 h 2114364"/>
                <a:gd name="connsiteX53" fmla="*/ 8432656 w 11161704"/>
                <a:gd name="connsiteY53" fmla="*/ 1011349 h 2114364"/>
                <a:gd name="connsiteX54" fmla="*/ 7890498 w 11161704"/>
                <a:gd name="connsiteY54" fmla="*/ 1621917 h 2114364"/>
                <a:gd name="connsiteX55" fmla="*/ 7833594 w 11161704"/>
                <a:gd name="connsiteY55" fmla="*/ 1678013 h 2114364"/>
                <a:gd name="connsiteX56" fmla="*/ 7565689 w 11161704"/>
                <a:gd name="connsiteY56" fmla="*/ 1922451 h 2114364"/>
                <a:gd name="connsiteX57" fmla="*/ 7238910 w 11161704"/>
                <a:gd name="connsiteY57" fmla="*/ 2096826 h 2114364"/>
                <a:gd name="connsiteX58" fmla="*/ 7105838 w 11161704"/>
                <a:gd name="connsiteY58" fmla="*/ 2114364 h 2114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1161704" h="2114364">
                  <a:moveTo>
                    <a:pt x="7105838" y="2114364"/>
                  </a:moveTo>
                  <a:cubicBezTo>
                    <a:pt x="7066981" y="2114364"/>
                    <a:pt x="7028457" y="2109826"/>
                    <a:pt x="6990497" y="2100749"/>
                  </a:cubicBezTo>
                  <a:cubicBezTo>
                    <a:pt x="6829702" y="2062278"/>
                    <a:pt x="6701467" y="1963596"/>
                    <a:pt x="6573442" y="1857208"/>
                  </a:cubicBezTo>
                  <a:cubicBezTo>
                    <a:pt x="6379137" y="1695727"/>
                    <a:pt x="6213910" y="1512046"/>
                    <a:pt x="6054135" y="1334400"/>
                  </a:cubicBezTo>
                  <a:lnTo>
                    <a:pt x="6047239" y="1326730"/>
                  </a:lnTo>
                  <a:cubicBezTo>
                    <a:pt x="5967361" y="1237933"/>
                    <a:pt x="5887746" y="1147008"/>
                    <a:pt x="5810752" y="1059055"/>
                  </a:cubicBezTo>
                  <a:cubicBezTo>
                    <a:pt x="5720812" y="956326"/>
                    <a:pt x="5627793" y="850097"/>
                    <a:pt x="5534159" y="747052"/>
                  </a:cubicBezTo>
                  <a:cubicBezTo>
                    <a:pt x="5383918" y="581683"/>
                    <a:pt x="5213642" y="394273"/>
                    <a:pt x="5011720" y="244631"/>
                  </a:cubicBezTo>
                  <a:cubicBezTo>
                    <a:pt x="4847600" y="123010"/>
                    <a:pt x="4708336" y="64469"/>
                    <a:pt x="4573416" y="60405"/>
                  </a:cubicBezTo>
                  <a:cubicBezTo>
                    <a:pt x="4233637" y="50203"/>
                    <a:pt x="4106792" y="254482"/>
                    <a:pt x="3931239" y="537249"/>
                  </a:cubicBezTo>
                  <a:cubicBezTo>
                    <a:pt x="3672534" y="953987"/>
                    <a:pt x="3318226" y="1524712"/>
                    <a:pt x="2022190" y="1750468"/>
                  </a:cubicBezTo>
                  <a:cubicBezTo>
                    <a:pt x="1747796" y="1798262"/>
                    <a:pt x="1463621" y="1859231"/>
                    <a:pt x="1218778" y="1912618"/>
                  </a:cubicBezTo>
                  <a:cubicBezTo>
                    <a:pt x="1019477" y="1956084"/>
                    <a:pt x="822586" y="1962382"/>
                    <a:pt x="616830" y="1931862"/>
                  </a:cubicBezTo>
                  <a:cubicBezTo>
                    <a:pt x="437424" y="1905248"/>
                    <a:pt x="274711" y="1854130"/>
                    <a:pt x="131155" y="1809027"/>
                  </a:cubicBezTo>
                  <a:cubicBezTo>
                    <a:pt x="85578" y="1794709"/>
                    <a:pt x="42516" y="1781182"/>
                    <a:pt x="0" y="1768692"/>
                  </a:cubicBezTo>
                  <a:lnTo>
                    <a:pt x="1214" y="1764541"/>
                  </a:lnTo>
                  <a:cubicBezTo>
                    <a:pt x="43765" y="1777048"/>
                    <a:pt x="86844" y="1790575"/>
                    <a:pt x="132457" y="1804912"/>
                  </a:cubicBezTo>
                  <a:cubicBezTo>
                    <a:pt x="432059" y="1899039"/>
                    <a:pt x="771626" y="2005725"/>
                    <a:pt x="1217846" y="1908414"/>
                  </a:cubicBezTo>
                  <a:cubicBezTo>
                    <a:pt x="1462723" y="1855009"/>
                    <a:pt x="1746951" y="1794040"/>
                    <a:pt x="2021434" y="1746212"/>
                  </a:cubicBezTo>
                  <a:cubicBezTo>
                    <a:pt x="3315552" y="1520789"/>
                    <a:pt x="3669280" y="951014"/>
                    <a:pt x="3927544" y="534980"/>
                  </a:cubicBezTo>
                  <a:cubicBezTo>
                    <a:pt x="4014706" y="394572"/>
                    <a:pt x="4089993" y="273303"/>
                    <a:pt x="4186987" y="187180"/>
                  </a:cubicBezTo>
                  <a:cubicBezTo>
                    <a:pt x="4293076" y="93000"/>
                    <a:pt x="4415893" y="51328"/>
                    <a:pt x="4573522" y="56095"/>
                  </a:cubicBezTo>
                  <a:cubicBezTo>
                    <a:pt x="4647771" y="58329"/>
                    <a:pt x="4726172" y="78084"/>
                    <a:pt x="4806508" y="114795"/>
                  </a:cubicBezTo>
                  <a:cubicBezTo>
                    <a:pt x="4871875" y="144664"/>
                    <a:pt x="4939827" y="186001"/>
                    <a:pt x="5014270" y="241165"/>
                  </a:cubicBezTo>
                  <a:cubicBezTo>
                    <a:pt x="5216526" y="391054"/>
                    <a:pt x="5386961" y="578640"/>
                    <a:pt x="5537343" y="744149"/>
                  </a:cubicBezTo>
                  <a:cubicBezTo>
                    <a:pt x="5630995" y="847230"/>
                    <a:pt x="5724031" y="953477"/>
                    <a:pt x="5813989" y="1056223"/>
                  </a:cubicBezTo>
                  <a:cubicBezTo>
                    <a:pt x="5890982" y="1144158"/>
                    <a:pt x="5970580" y="1235066"/>
                    <a:pt x="6050441" y="1323845"/>
                  </a:cubicBezTo>
                  <a:lnTo>
                    <a:pt x="6057336" y="1331515"/>
                  </a:lnTo>
                  <a:cubicBezTo>
                    <a:pt x="6217006" y="1509039"/>
                    <a:pt x="6382110" y="1692596"/>
                    <a:pt x="6576187" y="1853883"/>
                  </a:cubicBezTo>
                  <a:cubicBezTo>
                    <a:pt x="6703806" y="1959937"/>
                    <a:pt x="6831583" y="2058286"/>
                    <a:pt x="6991481" y="2096545"/>
                  </a:cubicBezTo>
                  <a:cubicBezTo>
                    <a:pt x="7071800" y="2115754"/>
                    <a:pt x="7154669" y="2114452"/>
                    <a:pt x="7237784" y="2092675"/>
                  </a:cubicBezTo>
                  <a:cubicBezTo>
                    <a:pt x="7470489" y="2032199"/>
                    <a:pt x="7678568" y="1825721"/>
                    <a:pt x="7830515" y="1674970"/>
                  </a:cubicBezTo>
                  <a:cubicBezTo>
                    <a:pt x="7850463" y="1655181"/>
                    <a:pt x="7869284" y="1636500"/>
                    <a:pt x="7887438" y="1618839"/>
                  </a:cubicBezTo>
                  <a:cubicBezTo>
                    <a:pt x="8082745" y="1428843"/>
                    <a:pt x="8258914" y="1215206"/>
                    <a:pt x="8429279" y="1008623"/>
                  </a:cubicBezTo>
                  <a:cubicBezTo>
                    <a:pt x="8589846" y="813913"/>
                    <a:pt x="8755882" y="612572"/>
                    <a:pt x="8939176" y="429085"/>
                  </a:cubicBezTo>
                  <a:cubicBezTo>
                    <a:pt x="8959493" y="408733"/>
                    <a:pt x="8981816" y="385232"/>
                    <a:pt x="9005439" y="360341"/>
                  </a:cubicBezTo>
                  <a:cubicBezTo>
                    <a:pt x="9089152" y="272142"/>
                    <a:pt x="9193324" y="162377"/>
                    <a:pt x="9308876" y="87389"/>
                  </a:cubicBezTo>
                  <a:cubicBezTo>
                    <a:pt x="9371604" y="46684"/>
                    <a:pt x="9432573" y="19894"/>
                    <a:pt x="9490058" y="7774"/>
                  </a:cubicBezTo>
                  <a:cubicBezTo>
                    <a:pt x="9556551" y="-6228"/>
                    <a:pt x="9621232" y="-1303"/>
                    <a:pt x="9682270" y="22445"/>
                  </a:cubicBezTo>
                  <a:cubicBezTo>
                    <a:pt x="9776168" y="58963"/>
                    <a:pt x="9847410" y="126651"/>
                    <a:pt x="9916295" y="192105"/>
                  </a:cubicBezTo>
                  <a:cubicBezTo>
                    <a:pt x="9955417" y="229292"/>
                    <a:pt x="9992374" y="264402"/>
                    <a:pt x="10032375" y="293040"/>
                  </a:cubicBezTo>
                  <a:cubicBezTo>
                    <a:pt x="10085938" y="331405"/>
                    <a:pt x="10171393" y="374977"/>
                    <a:pt x="10270340" y="425426"/>
                  </a:cubicBezTo>
                  <a:cubicBezTo>
                    <a:pt x="10432806" y="508278"/>
                    <a:pt x="10635009" y="611376"/>
                    <a:pt x="10806868" y="746911"/>
                  </a:cubicBezTo>
                  <a:cubicBezTo>
                    <a:pt x="10900098" y="820439"/>
                    <a:pt x="10976283" y="897609"/>
                    <a:pt x="11033294" y="976274"/>
                  </a:cubicBezTo>
                  <a:cubicBezTo>
                    <a:pt x="11099206" y="1067199"/>
                    <a:pt x="11142408" y="1163947"/>
                    <a:pt x="11161705" y="1263809"/>
                  </a:cubicBezTo>
                  <a:lnTo>
                    <a:pt x="11157448" y="1264636"/>
                  </a:lnTo>
                  <a:cubicBezTo>
                    <a:pt x="11075582" y="840862"/>
                    <a:pt x="10589819" y="593187"/>
                    <a:pt x="10268369" y="429279"/>
                  </a:cubicBezTo>
                  <a:cubicBezTo>
                    <a:pt x="10169282" y="378758"/>
                    <a:pt x="10083687" y="335116"/>
                    <a:pt x="10029859" y="296558"/>
                  </a:cubicBezTo>
                  <a:cubicBezTo>
                    <a:pt x="9989612" y="267745"/>
                    <a:pt x="9952549" y="232528"/>
                    <a:pt x="9913322" y="195236"/>
                  </a:cubicBezTo>
                  <a:cubicBezTo>
                    <a:pt x="9844736" y="130063"/>
                    <a:pt x="9773830" y="62674"/>
                    <a:pt x="9680723" y="26473"/>
                  </a:cubicBezTo>
                  <a:cubicBezTo>
                    <a:pt x="9567106" y="-17715"/>
                    <a:pt x="9446240" y="3394"/>
                    <a:pt x="9311251" y="91013"/>
                  </a:cubicBezTo>
                  <a:cubicBezTo>
                    <a:pt x="9196138" y="165720"/>
                    <a:pt x="9092161" y="275273"/>
                    <a:pt x="9008606" y="363314"/>
                  </a:cubicBezTo>
                  <a:cubicBezTo>
                    <a:pt x="8984964" y="388222"/>
                    <a:pt x="8962624" y="411758"/>
                    <a:pt x="8942271" y="432128"/>
                  </a:cubicBezTo>
                  <a:cubicBezTo>
                    <a:pt x="8759137" y="615457"/>
                    <a:pt x="8593170" y="816728"/>
                    <a:pt x="8432656" y="1011349"/>
                  </a:cubicBezTo>
                  <a:cubicBezTo>
                    <a:pt x="8262222" y="1218038"/>
                    <a:pt x="8085983" y="1431746"/>
                    <a:pt x="7890498" y="1621917"/>
                  </a:cubicBezTo>
                  <a:cubicBezTo>
                    <a:pt x="7872362" y="1639560"/>
                    <a:pt x="7853541" y="1658241"/>
                    <a:pt x="7833594" y="1678013"/>
                  </a:cubicBezTo>
                  <a:cubicBezTo>
                    <a:pt x="7754858" y="1756133"/>
                    <a:pt x="7665604" y="1844683"/>
                    <a:pt x="7565689" y="1922451"/>
                  </a:cubicBezTo>
                  <a:cubicBezTo>
                    <a:pt x="7449592" y="2012814"/>
                    <a:pt x="7342694" y="2069842"/>
                    <a:pt x="7238910" y="2096826"/>
                  </a:cubicBezTo>
                  <a:cubicBezTo>
                    <a:pt x="7194371" y="2108524"/>
                    <a:pt x="7149884" y="2114364"/>
                    <a:pt x="7105838" y="2114364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任意多边形: 形状 1398"/>
            <p:cNvSpPr/>
            <p:nvPr>
              <p:custDataLst>
                <p:tags r:id="rId19"/>
              </p:custDataLst>
            </p:nvPr>
          </p:nvSpPr>
          <p:spPr>
            <a:xfrm>
              <a:off x="950117" y="2747436"/>
              <a:ext cx="11240932" cy="2225361"/>
            </a:xfrm>
            <a:custGeom>
              <a:avLst/>
              <a:gdLst>
                <a:gd name="connsiteX0" fmla="*/ 7222674 w 11240932"/>
                <a:gd name="connsiteY0" fmla="*/ 2225361 h 2225361"/>
                <a:gd name="connsiteX1" fmla="*/ 7103692 w 11240932"/>
                <a:gd name="connsiteY1" fmla="*/ 2210656 h 2225361"/>
                <a:gd name="connsiteX2" fmla="*/ 6871831 w 11240932"/>
                <a:gd name="connsiteY2" fmla="*/ 2103142 h 2225361"/>
                <a:gd name="connsiteX3" fmla="*/ 6680516 w 11240932"/>
                <a:gd name="connsiteY3" fmla="*/ 1950756 h 2225361"/>
                <a:gd name="connsiteX4" fmla="*/ 6162299 w 11240932"/>
                <a:gd name="connsiteY4" fmla="*/ 1396847 h 2225361"/>
                <a:gd name="connsiteX5" fmla="*/ 6153996 w 11240932"/>
                <a:gd name="connsiteY5" fmla="*/ 1387032 h 2225361"/>
                <a:gd name="connsiteX6" fmla="*/ 5934326 w 11240932"/>
                <a:gd name="connsiteY6" fmla="*/ 1123103 h 2225361"/>
                <a:gd name="connsiteX7" fmla="*/ 5642006 w 11240932"/>
                <a:gd name="connsiteY7" fmla="*/ 774089 h 2225361"/>
                <a:gd name="connsiteX8" fmla="*/ 5115961 w 11240932"/>
                <a:gd name="connsiteY8" fmla="*/ 245898 h 2225361"/>
                <a:gd name="connsiteX9" fmla="*/ 4667966 w 11240932"/>
                <a:gd name="connsiteY9" fmla="*/ 55586 h 2225361"/>
                <a:gd name="connsiteX10" fmla="*/ 4054337 w 11240932"/>
                <a:gd name="connsiteY10" fmla="*/ 567119 h 2225361"/>
                <a:gd name="connsiteX11" fmla="*/ 3836355 w 11240932"/>
                <a:gd name="connsiteY11" fmla="*/ 932510 h 2225361"/>
                <a:gd name="connsiteX12" fmla="*/ 3495749 w 11240932"/>
                <a:gd name="connsiteY12" fmla="*/ 1309985 h 2225361"/>
                <a:gd name="connsiteX13" fmla="*/ 2945605 w 11240932"/>
                <a:gd name="connsiteY13" fmla="*/ 1646141 h 2225361"/>
                <a:gd name="connsiteX14" fmla="*/ 2099079 w 11240932"/>
                <a:gd name="connsiteY14" fmla="*/ 1887729 h 2225361"/>
                <a:gd name="connsiteX15" fmla="*/ 1387805 w 11240932"/>
                <a:gd name="connsiteY15" fmla="*/ 2020995 h 2225361"/>
                <a:gd name="connsiteX16" fmla="*/ 1272112 w 11240932"/>
                <a:gd name="connsiteY16" fmla="*/ 2043475 h 2225361"/>
                <a:gd name="connsiteX17" fmla="*/ 640964 w 11240932"/>
                <a:gd name="connsiteY17" fmla="*/ 2037213 h 2225361"/>
                <a:gd name="connsiteX18" fmla="*/ 129326 w 11240932"/>
                <a:gd name="connsiteY18" fmla="*/ 1873744 h 2225361"/>
                <a:gd name="connsiteX19" fmla="*/ 0 w 11240932"/>
                <a:gd name="connsiteY19" fmla="*/ 1824667 h 2225361"/>
                <a:gd name="connsiteX20" fmla="*/ 1478 w 11240932"/>
                <a:gd name="connsiteY20" fmla="*/ 1820656 h 2225361"/>
                <a:gd name="connsiteX21" fmla="*/ 130874 w 11240932"/>
                <a:gd name="connsiteY21" fmla="*/ 1869769 h 2225361"/>
                <a:gd name="connsiteX22" fmla="*/ 1271303 w 11240932"/>
                <a:gd name="connsiteY22" fmla="*/ 2039289 h 2225361"/>
                <a:gd name="connsiteX23" fmla="*/ 1386996 w 11240932"/>
                <a:gd name="connsiteY23" fmla="*/ 2016808 h 2225361"/>
                <a:gd name="connsiteX24" fmla="*/ 2098358 w 11240932"/>
                <a:gd name="connsiteY24" fmla="*/ 1883525 h 2225361"/>
                <a:gd name="connsiteX25" fmla="*/ 4050573 w 11240932"/>
                <a:gd name="connsiteY25" fmla="*/ 565096 h 2225361"/>
                <a:gd name="connsiteX26" fmla="*/ 4293586 w 11240932"/>
                <a:gd name="connsiteY26" fmla="*/ 195730 h 2225361"/>
                <a:gd name="connsiteX27" fmla="*/ 4668018 w 11240932"/>
                <a:gd name="connsiteY27" fmla="*/ 51312 h 2225361"/>
                <a:gd name="connsiteX28" fmla="*/ 4906950 w 11240932"/>
                <a:gd name="connsiteY28" fmla="*/ 110557 h 2225361"/>
                <a:gd name="connsiteX29" fmla="*/ 5118547 w 11240932"/>
                <a:gd name="connsiteY29" fmla="*/ 242504 h 2225361"/>
                <a:gd name="connsiteX30" fmla="*/ 5645243 w 11240932"/>
                <a:gd name="connsiteY30" fmla="*/ 771293 h 2225361"/>
                <a:gd name="connsiteX31" fmla="*/ 5937615 w 11240932"/>
                <a:gd name="connsiteY31" fmla="*/ 1120377 h 2225361"/>
                <a:gd name="connsiteX32" fmla="*/ 6157250 w 11240932"/>
                <a:gd name="connsiteY32" fmla="*/ 1384270 h 2225361"/>
                <a:gd name="connsiteX33" fmla="*/ 6165553 w 11240932"/>
                <a:gd name="connsiteY33" fmla="*/ 1394086 h 2225361"/>
                <a:gd name="connsiteX34" fmla="*/ 6683331 w 11240932"/>
                <a:gd name="connsiteY34" fmla="*/ 1947554 h 2225361"/>
                <a:gd name="connsiteX35" fmla="*/ 7104712 w 11240932"/>
                <a:gd name="connsiteY35" fmla="*/ 2206504 h 2225361"/>
                <a:gd name="connsiteX36" fmla="*/ 7356996 w 11240932"/>
                <a:gd name="connsiteY36" fmla="*/ 2202793 h 2225361"/>
                <a:gd name="connsiteX37" fmla="*/ 7960245 w 11240932"/>
                <a:gd name="connsiteY37" fmla="*/ 1757981 h 2225361"/>
                <a:gd name="connsiteX38" fmla="*/ 8014336 w 11240932"/>
                <a:gd name="connsiteY38" fmla="*/ 1701814 h 2225361"/>
                <a:gd name="connsiteX39" fmla="*/ 8554770 w 11240932"/>
                <a:gd name="connsiteY39" fmla="*/ 1061625 h 2225361"/>
                <a:gd name="connsiteX40" fmla="*/ 9066813 w 11240932"/>
                <a:gd name="connsiteY40" fmla="*/ 450107 h 2225361"/>
                <a:gd name="connsiteX41" fmla="*/ 9129769 w 11240932"/>
                <a:gd name="connsiteY41" fmla="*/ 381662 h 2225361"/>
                <a:gd name="connsiteX42" fmla="*/ 9821482 w 11240932"/>
                <a:gd name="connsiteY42" fmla="*/ 25155 h 2225361"/>
                <a:gd name="connsiteX43" fmla="*/ 10061329 w 11240932"/>
                <a:gd name="connsiteY43" fmla="*/ 211087 h 2225361"/>
                <a:gd name="connsiteX44" fmla="*/ 10173855 w 11240932"/>
                <a:gd name="connsiteY44" fmla="*/ 316964 h 2225361"/>
                <a:gd name="connsiteX45" fmla="*/ 10414195 w 11240932"/>
                <a:gd name="connsiteY45" fmla="*/ 462227 h 2225361"/>
                <a:gd name="connsiteX46" fmla="*/ 10911902 w 11240932"/>
                <a:gd name="connsiteY46" fmla="*/ 781478 h 2225361"/>
                <a:gd name="connsiteX47" fmla="*/ 11120701 w 11240932"/>
                <a:gd name="connsiteY47" fmla="*/ 1002960 h 2225361"/>
                <a:gd name="connsiteX48" fmla="*/ 11240932 w 11240932"/>
                <a:gd name="connsiteY48" fmla="*/ 1276510 h 2225361"/>
                <a:gd name="connsiteX49" fmla="*/ 11236746 w 11240932"/>
                <a:gd name="connsiteY49" fmla="*/ 1277355 h 2225361"/>
                <a:gd name="connsiteX50" fmla="*/ 10412137 w 11240932"/>
                <a:gd name="connsiteY50" fmla="*/ 465974 h 2225361"/>
                <a:gd name="connsiteX51" fmla="*/ 10171217 w 11240932"/>
                <a:gd name="connsiteY51" fmla="*/ 320324 h 2225361"/>
                <a:gd name="connsiteX52" fmla="*/ 10058268 w 11240932"/>
                <a:gd name="connsiteY52" fmla="*/ 214077 h 2225361"/>
                <a:gd name="connsiteX53" fmla="*/ 9819846 w 11240932"/>
                <a:gd name="connsiteY53" fmla="*/ 29113 h 2225361"/>
                <a:gd name="connsiteX54" fmla="*/ 9132935 w 11240932"/>
                <a:gd name="connsiteY54" fmla="*/ 384547 h 2225361"/>
                <a:gd name="connsiteX55" fmla="*/ 9069908 w 11240932"/>
                <a:gd name="connsiteY55" fmla="*/ 453062 h 2225361"/>
                <a:gd name="connsiteX56" fmla="*/ 8558129 w 11240932"/>
                <a:gd name="connsiteY56" fmla="*/ 1064281 h 2225361"/>
                <a:gd name="connsiteX57" fmla="*/ 8017397 w 11240932"/>
                <a:gd name="connsiteY57" fmla="*/ 1704805 h 2225361"/>
                <a:gd name="connsiteX58" fmla="*/ 7963341 w 11240932"/>
                <a:gd name="connsiteY58" fmla="*/ 1760936 h 2225361"/>
                <a:gd name="connsiteX59" fmla="*/ 7358104 w 11240932"/>
                <a:gd name="connsiteY59" fmla="*/ 2206927 h 2225361"/>
                <a:gd name="connsiteX60" fmla="*/ 7222674 w 11240932"/>
                <a:gd name="connsiteY60" fmla="*/ 2225361 h 2225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1240932" h="2225361">
                  <a:moveTo>
                    <a:pt x="7222674" y="2225361"/>
                  </a:moveTo>
                  <a:cubicBezTo>
                    <a:pt x="7182603" y="2225361"/>
                    <a:pt x="7142865" y="2220454"/>
                    <a:pt x="7103692" y="2210656"/>
                  </a:cubicBezTo>
                  <a:cubicBezTo>
                    <a:pt x="7027068" y="2191465"/>
                    <a:pt x="6951217" y="2156301"/>
                    <a:pt x="6871831" y="2103142"/>
                  </a:cubicBezTo>
                  <a:cubicBezTo>
                    <a:pt x="6801486" y="2056035"/>
                    <a:pt x="6738741" y="2002032"/>
                    <a:pt x="6680516" y="1950756"/>
                  </a:cubicBezTo>
                  <a:cubicBezTo>
                    <a:pt x="6485912" y="1779389"/>
                    <a:pt x="6321405" y="1584908"/>
                    <a:pt x="6162299" y="1396847"/>
                  </a:cubicBezTo>
                  <a:lnTo>
                    <a:pt x="6153996" y="1387032"/>
                  </a:lnTo>
                  <a:cubicBezTo>
                    <a:pt x="6079887" y="1299449"/>
                    <a:pt x="6005884" y="1209790"/>
                    <a:pt x="5934326" y="1123103"/>
                  </a:cubicBezTo>
                  <a:cubicBezTo>
                    <a:pt x="5839425" y="1008149"/>
                    <a:pt x="5741305" y="889272"/>
                    <a:pt x="5642006" y="774089"/>
                  </a:cubicBezTo>
                  <a:cubicBezTo>
                    <a:pt x="5499945" y="609266"/>
                    <a:pt x="5323125" y="404125"/>
                    <a:pt x="5115961" y="245898"/>
                  </a:cubicBezTo>
                  <a:cubicBezTo>
                    <a:pt x="4948605" y="118086"/>
                    <a:pt x="4806244" y="57609"/>
                    <a:pt x="4667966" y="55586"/>
                  </a:cubicBezTo>
                  <a:cubicBezTo>
                    <a:pt x="4335065" y="50661"/>
                    <a:pt x="4217331" y="267324"/>
                    <a:pt x="4054337" y="567119"/>
                  </a:cubicBezTo>
                  <a:cubicBezTo>
                    <a:pt x="3993526" y="678978"/>
                    <a:pt x="3924607" y="805752"/>
                    <a:pt x="3836355" y="932510"/>
                  </a:cubicBezTo>
                  <a:cubicBezTo>
                    <a:pt x="3735122" y="1077913"/>
                    <a:pt x="3623721" y="1201381"/>
                    <a:pt x="3495749" y="1309985"/>
                  </a:cubicBezTo>
                  <a:cubicBezTo>
                    <a:pt x="3338420" y="1443497"/>
                    <a:pt x="3158469" y="1553456"/>
                    <a:pt x="2945605" y="1646141"/>
                  </a:cubicBezTo>
                  <a:cubicBezTo>
                    <a:pt x="2704404" y="1751156"/>
                    <a:pt x="2419596" y="1832424"/>
                    <a:pt x="2099079" y="1887729"/>
                  </a:cubicBezTo>
                  <a:cubicBezTo>
                    <a:pt x="1868379" y="1927536"/>
                    <a:pt x="1634952" y="1972937"/>
                    <a:pt x="1387805" y="2020995"/>
                  </a:cubicBezTo>
                  <a:cubicBezTo>
                    <a:pt x="1349493" y="2028453"/>
                    <a:pt x="1310935" y="2035947"/>
                    <a:pt x="1272112" y="2043475"/>
                  </a:cubicBezTo>
                  <a:cubicBezTo>
                    <a:pt x="1063805" y="2083881"/>
                    <a:pt x="857363" y="2081840"/>
                    <a:pt x="640964" y="2037213"/>
                  </a:cubicBezTo>
                  <a:cubicBezTo>
                    <a:pt x="452305" y="1998321"/>
                    <a:pt x="280710" y="1932127"/>
                    <a:pt x="129326" y="1873744"/>
                  </a:cubicBezTo>
                  <a:cubicBezTo>
                    <a:pt x="84417" y="1856417"/>
                    <a:pt x="41989" y="1840059"/>
                    <a:pt x="0" y="1824667"/>
                  </a:cubicBezTo>
                  <a:lnTo>
                    <a:pt x="1478" y="1820656"/>
                  </a:lnTo>
                  <a:cubicBezTo>
                    <a:pt x="43501" y="1836066"/>
                    <a:pt x="85947" y="1852442"/>
                    <a:pt x="130874" y="1869769"/>
                  </a:cubicBezTo>
                  <a:cubicBezTo>
                    <a:pt x="446835" y="1991636"/>
                    <a:pt x="804943" y="2129757"/>
                    <a:pt x="1271303" y="2039289"/>
                  </a:cubicBezTo>
                  <a:cubicBezTo>
                    <a:pt x="1310126" y="2031760"/>
                    <a:pt x="1348684" y="2024267"/>
                    <a:pt x="1386996" y="2016808"/>
                  </a:cubicBezTo>
                  <a:cubicBezTo>
                    <a:pt x="1634161" y="1968733"/>
                    <a:pt x="1867622" y="1923332"/>
                    <a:pt x="2098358" y="1883525"/>
                  </a:cubicBezTo>
                  <a:cubicBezTo>
                    <a:pt x="3461659" y="1648304"/>
                    <a:pt x="3802054" y="1022239"/>
                    <a:pt x="4050573" y="565096"/>
                  </a:cubicBezTo>
                  <a:cubicBezTo>
                    <a:pt x="4131454" y="416316"/>
                    <a:pt x="4201306" y="287834"/>
                    <a:pt x="4293586" y="195730"/>
                  </a:cubicBezTo>
                  <a:cubicBezTo>
                    <a:pt x="4394573" y="94936"/>
                    <a:pt x="4513591" y="49060"/>
                    <a:pt x="4668018" y="51312"/>
                  </a:cubicBezTo>
                  <a:cubicBezTo>
                    <a:pt x="4744291" y="52438"/>
                    <a:pt x="4824679" y="72368"/>
                    <a:pt x="4906950" y="110557"/>
                  </a:cubicBezTo>
                  <a:cubicBezTo>
                    <a:pt x="4973566" y="141481"/>
                    <a:pt x="5042784" y="184648"/>
                    <a:pt x="5118547" y="242504"/>
                  </a:cubicBezTo>
                  <a:cubicBezTo>
                    <a:pt x="5326080" y="400994"/>
                    <a:pt x="5503041" y="606311"/>
                    <a:pt x="5645243" y="771293"/>
                  </a:cubicBezTo>
                  <a:cubicBezTo>
                    <a:pt x="5744559" y="886511"/>
                    <a:pt x="5842696" y="1005405"/>
                    <a:pt x="5937615" y="1120377"/>
                  </a:cubicBezTo>
                  <a:cubicBezTo>
                    <a:pt x="6009173" y="1207063"/>
                    <a:pt x="6083159" y="1296687"/>
                    <a:pt x="6157250" y="1384270"/>
                  </a:cubicBezTo>
                  <a:lnTo>
                    <a:pt x="6165553" y="1394086"/>
                  </a:lnTo>
                  <a:cubicBezTo>
                    <a:pt x="6324554" y="1582041"/>
                    <a:pt x="6488955" y="1776381"/>
                    <a:pt x="6683331" y="1947554"/>
                  </a:cubicBezTo>
                  <a:cubicBezTo>
                    <a:pt x="6811654" y="2060556"/>
                    <a:pt x="6940434" y="2165378"/>
                    <a:pt x="7104712" y="2206504"/>
                  </a:cubicBezTo>
                  <a:cubicBezTo>
                    <a:pt x="7187053" y="2227121"/>
                    <a:pt x="7271927" y="2225872"/>
                    <a:pt x="7356996" y="2202793"/>
                  </a:cubicBezTo>
                  <a:cubicBezTo>
                    <a:pt x="7595945" y="2138429"/>
                    <a:pt x="7806504" y="1918547"/>
                    <a:pt x="7960245" y="1757981"/>
                  </a:cubicBezTo>
                  <a:cubicBezTo>
                    <a:pt x="7979191" y="1738192"/>
                    <a:pt x="7997097" y="1719493"/>
                    <a:pt x="8014336" y="1701814"/>
                  </a:cubicBezTo>
                  <a:cubicBezTo>
                    <a:pt x="8209644" y="1501546"/>
                    <a:pt x="8385092" y="1277900"/>
                    <a:pt x="8554770" y="1061625"/>
                  </a:cubicBezTo>
                  <a:cubicBezTo>
                    <a:pt x="8715776" y="856413"/>
                    <a:pt x="8882253" y="644201"/>
                    <a:pt x="9066813" y="450107"/>
                  </a:cubicBezTo>
                  <a:cubicBezTo>
                    <a:pt x="9086092" y="429843"/>
                    <a:pt x="9107306" y="406430"/>
                    <a:pt x="9129769" y="381662"/>
                  </a:cubicBezTo>
                  <a:cubicBezTo>
                    <a:pt x="9298551" y="195484"/>
                    <a:pt x="9553614" y="-85842"/>
                    <a:pt x="9821482" y="25155"/>
                  </a:cubicBezTo>
                  <a:cubicBezTo>
                    <a:pt x="9918828" y="65508"/>
                    <a:pt x="9991266" y="139511"/>
                    <a:pt x="10061329" y="211087"/>
                  </a:cubicBezTo>
                  <a:cubicBezTo>
                    <a:pt x="10099254" y="249821"/>
                    <a:pt x="10135068" y="286427"/>
                    <a:pt x="10173855" y="316964"/>
                  </a:cubicBezTo>
                  <a:cubicBezTo>
                    <a:pt x="10227700" y="359357"/>
                    <a:pt x="10314123" y="407028"/>
                    <a:pt x="10414195" y="462227"/>
                  </a:cubicBezTo>
                  <a:cubicBezTo>
                    <a:pt x="10565404" y="545624"/>
                    <a:pt x="10753569" y="649425"/>
                    <a:pt x="10911902" y="781478"/>
                  </a:cubicBezTo>
                  <a:cubicBezTo>
                    <a:pt x="10998851" y="854003"/>
                    <a:pt x="11067155" y="926459"/>
                    <a:pt x="11120701" y="1002960"/>
                  </a:cubicBezTo>
                  <a:cubicBezTo>
                    <a:pt x="11181600" y="1089963"/>
                    <a:pt x="11222041" y="1182014"/>
                    <a:pt x="11240932" y="1276510"/>
                  </a:cubicBezTo>
                  <a:lnTo>
                    <a:pt x="11236746" y="1277355"/>
                  </a:lnTo>
                  <a:cubicBezTo>
                    <a:pt x="11156674" y="876660"/>
                    <a:pt x="10726357" y="639293"/>
                    <a:pt x="10412137" y="465974"/>
                  </a:cubicBezTo>
                  <a:cubicBezTo>
                    <a:pt x="10311906" y="410687"/>
                    <a:pt x="10225343" y="362928"/>
                    <a:pt x="10171217" y="320324"/>
                  </a:cubicBezTo>
                  <a:cubicBezTo>
                    <a:pt x="10132201" y="289611"/>
                    <a:pt x="10096299" y="252917"/>
                    <a:pt x="10058268" y="214077"/>
                  </a:cubicBezTo>
                  <a:cubicBezTo>
                    <a:pt x="9988522" y="142818"/>
                    <a:pt x="9916383" y="69113"/>
                    <a:pt x="9819846" y="29113"/>
                  </a:cubicBezTo>
                  <a:cubicBezTo>
                    <a:pt x="9554757" y="-80740"/>
                    <a:pt x="9300908" y="199266"/>
                    <a:pt x="9132935" y="384547"/>
                  </a:cubicBezTo>
                  <a:cubicBezTo>
                    <a:pt x="9110455" y="409350"/>
                    <a:pt x="9089223" y="432763"/>
                    <a:pt x="9069908" y="453062"/>
                  </a:cubicBezTo>
                  <a:cubicBezTo>
                    <a:pt x="8885489" y="647015"/>
                    <a:pt x="8719066" y="859140"/>
                    <a:pt x="8558129" y="1064281"/>
                  </a:cubicBezTo>
                  <a:cubicBezTo>
                    <a:pt x="8388381" y="1280644"/>
                    <a:pt x="8212863" y="1504378"/>
                    <a:pt x="8017397" y="1704805"/>
                  </a:cubicBezTo>
                  <a:cubicBezTo>
                    <a:pt x="8000175" y="1722466"/>
                    <a:pt x="7982286" y="1741147"/>
                    <a:pt x="7963341" y="1760936"/>
                  </a:cubicBezTo>
                  <a:cubicBezTo>
                    <a:pt x="7809248" y="1921855"/>
                    <a:pt x="7598215" y="2142246"/>
                    <a:pt x="7358104" y="2206927"/>
                  </a:cubicBezTo>
                  <a:cubicBezTo>
                    <a:pt x="7312825" y="2219222"/>
                    <a:pt x="7267548" y="2225361"/>
                    <a:pt x="7222674" y="222536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" name="任意多边形: 形状 1399"/>
            <p:cNvSpPr/>
            <p:nvPr>
              <p:custDataLst>
                <p:tags r:id="rId20"/>
              </p:custDataLst>
            </p:nvPr>
          </p:nvSpPr>
          <p:spPr>
            <a:xfrm>
              <a:off x="870889" y="2684806"/>
              <a:ext cx="11320143" cy="2336171"/>
            </a:xfrm>
            <a:custGeom>
              <a:avLst/>
              <a:gdLst>
                <a:gd name="connsiteX0" fmla="*/ 7339440 w 11320143"/>
                <a:gd name="connsiteY0" fmla="*/ 2336172 h 2336171"/>
                <a:gd name="connsiteX1" fmla="*/ 7216886 w 11320143"/>
                <a:gd name="connsiteY1" fmla="*/ 2320376 h 2336171"/>
                <a:gd name="connsiteX2" fmla="*/ 6787607 w 11320143"/>
                <a:gd name="connsiteY2" fmla="*/ 2044134 h 2336171"/>
                <a:gd name="connsiteX3" fmla="*/ 6269918 w 11320143"/>
                <a:gd name="connsiteY3" fmla="*/ 1458598 h 2336171"/>
                <a:gd name="connsiteX4" fmla="*/ 6260771 w 11320143"/>
                <a:gd name="connsiteY4" fmla="*/ 1447129 h 2336171"/>
                <a:gd name="connsiteX5" fmla="*/ 6055577 w 11320143"/>
                <a:gd name="connsiteY5" fmla="*/ 1186208 h 2336171"/>
                <a:gd name="connsiteX6" fmla="*/ 5749871 w 11320143"/>
                <a:gd name="connsiteY6" fmla="*/ 800940 h 2336171"/>
                <a:gd name="connsiteX7" fmla="*/ 5220220 w 11320143"/>
                <a:gd name="connsiteY7" fmla="*/ 246979 h 2336171"/>
                <a:gd name="connsiteX8" fmla="*/ 4762708 w 11320143"/>
                <a:gd name="connsiteY8" fmla="*/ 50563 h 2336171"/>
                <a:gd name="connsiteX9" fmla="*/ 4762497 w 11320143"/>
                <a:gd name="connsiteY9" fmla="*/ 50563 h 2336171"/>
                <a:gd name="connsiteX10" fmla="*/ 4175395 w 11320143"/>
                <a:gd name="connsiteY10" fmla="*/ 595922 h 2336171"/>
                <a:gd name="connsiteX11" fmla="*/ 3964907 w 11320143"/>
                <a:gd name="connsiteY11" fmla="*/ 993539 h 2336171"/>
                <a:gd name="connsiteX12" fmla="*/ 3624706 w 11320143"/>
                <a:gd name="connsiteY12" fmla="*/ 1404137 h 2336171"/>
                <a:gd name="connsiteX13" fmla="*/ 3059944 w 11320143"/>
                <a:gd name="connsiteY13" fmla="*/ 1767804 h 2336171"/>
                <a:gd name="connsiteX14" fmla="*/ 2175949 w 11320143"/>
                <a:gd name="connsiteY14" fmla="*/ 2024802 h 2336171"/>
                <a:gd name="connsiteX15" fmla="*/ 1760619 w 11320143"/>
                <a:gd name="connsiteY15" fmla="*/ 2097697 h 2336171"/>
                <a:gd name="connsiteX16" fmla="*/ 1325447 w 11320143"/>
                <a:gd name="connsiteY16" fmla="*/ 2174128 h 2336171"/>
                <a:gd name="connsiteX17" fmla="*/ 665731 w 11320143"/>
                <a:gd name="connsiteY17" fmla="*/ 2142043 h 2336171"/>
                <a:gd name="connsiteX18" fmla="*/ 128464 w 11320143"/>
                <a:gd name="connsiteY18" fmla="*/ 1937623 h 2336171"/>
                <a:gd name="connsiteX19" fmla="*/ 0 w 11320143"/>
                <a:gd name="connsiteY19" fmla="*/ 1880436 h 2336171"/>
                <a:gd name="connsiteX20" fmla="*/ 1671 w 11320143"/>
                <a:gd name="connsiteY20" fmla="*/ 1876566 h 2336171"/>
                <a:gd name="connsiteX21" fmla="*/ 130188 w 11320143"/>
                <a:gd name="connsiteY21" fmla="*/ 1933771 h 2336171"/>
                <a:gd name="connsiteX22" fmla="*/ 1324726 w 11320143"/>
                <a:gd name="connsiteY22" fmla="*/ 2169959 h 2336171"/>
                <a:gd name="connsiteX23" fmla="*/ 1759863 w 11320143"/>
                <a:gd name="connsiteY23" fmla="*/ 2093528 h 2336171"/>
                <a:gd name="connsiteX24" fmla="*/ 2175228 w 11320143"/>
                <a:gd name="connsiteY24" fmla="*/ 2020615 h 2336171"/>
                <a:gd name="connsiteX25" fmla="*/ 4171578 w 11320143"/>
                <a:gd name="connsiteY25" fmla="*/ 594093 h 2336171"/>
                <a:gd name="connsiteX26" fmla="*/ 4399182 w 11320143"/>
                <a:gd name="connsiteY26" fmla="*/ 203583 h 2336171"/>
                <a:gd name="connsiteX27" fmla="*/ 4762462 w 11320143"/>
                <a:gd name="connsiteY27" fmla="*/ 46341 h 2336171"/>
                <a:gd name="connsiteX28" fmla="*/ 4762655 w 11320143"/>
                <a:gd name="connsiteY28" fmla="*/ 46341 h 2336171"/>
                <a:gd name="connsiteX29" fmla="*/ 5007340 w 11320143"/>
                <a:gd name="connsiteY29" fmla="*/ 106096 h 2336171"/>
                <a:gd name="connsiteX30" fmla="*/ 5222771 w 11320143"/>
                <a:gd name="connsiteY30" fmla="*/ 243654 h 2336171"/>
                <a:gd name="connsiteX31" fmla="*/ 5753090 w 11320143"/>
                <a:gd name="connsiteY31" fmla="*/ 798249 h 2336171"/>
                <a:gd name="connsiteX32" fmla="*/ 6058867 w 11320143"/>
                <a:gd name="connsiteY32" fmla="*/ 1183605 h 2336171"/>
                <a:gd name="connsiteX33" fmla="*/ 6264025 w 11320143"/>
                <a:gd name="connsiteY33" fmla="*/ 1444490 h 2336171"/>
                <a:gd name="connsiteX34" fmla="*/ 6273172 w 11320143"/>
                <a:gd name="connsiteY34" fmla="*/ 1455941 h 2336171"/>
                <a:gd name="connsiteX35" fmla="*/ 6790440 w 11320143"/>
                <a:gd name="connsiteY35" fmla="*/ 2041020 h 2336171"/>
                <a:gd name="connsiteX36" fmla="*/ 7217925 w 11320143"/>
                <a:gd name="connsiteY36" fmla="*/ 2316277 h 2336171"/>
                <a:gd name="connsiteX37" fmla="*/ 7476172 w 11320143"/>
                <a:gd name="connsiteY37" fmla="*/ 2312706 h 2336171"/>
                <a:gd name="connsiteX38" fmla="*/ 8090098 w 11320143"/>
                <a:gd name="connsiteY38" fmla="*/ 1840312 h 2336171"/>
                <a:gd name="connsiteX39" fmla="*/ 8141199 w 11320143"/>
                <a:gd name="connsiteY39" fmla="*/ 1784585 h 2336171"/>
                <a:gd name="connsiteX40" fmla="*/ 8680507 w 11320143"/>
                <a:gd name="connsiteY40" fmla="*/ 1114316 h 2336171"/>
                <a:gd name="connsiteX41" fmla="*/ 9194432 w 11320143"/>
                <a:gd name="connsiteY41" fmla="*/ 470942 h 2336171"/>
                <a:gd name="connsiteX42" fmla="*/ 9254029 w 11320143"/>
                <a:gd name="connsiteY42" fmla="*/ 403165 h 2336171"/>
                <a:gd name="connsiteX43" fmla="*/ 9566701 w 11320143"/>
                <a:gd name="connsiteY43" fmla="*/ 97530 h 2336171"/>
                <a:gd name="connsiteX44" fmla="*/ 9757259 w 11320143"/>
                <a:gd name="connsiteY44" fmla="*/ 8082 h 2336171"/>
                <a:gd name="connsiteX45" fmla="*/ 9960658 w 11320143"/>
                <a:gd name="connsiteY45" fmla="*/ 27660 h 2336171"/>
                <a:gd name="connsiteX46" fmla="*/ 10206943 w 11320143"/>
                <a:gd name="connsiteY46" fmla="*/ 230778 h 2336171"/>
                <a:gd name="connsiteX47" fmla="*/ 10315319 w 11320143"/>
                <a:gd name="connsiteY47" fmla="*/ 340684 h 2336171"/>
                <a:gd name="connsiteX48" fmla="*/ 10555553 w 11320143"/>
                <a:gd name="connsiteY48" fmla="*/ 498559 h 2336171"/>
                <a:gd name="connsiteX49" fmla="*/ 11015510 w 11320143"/>
                <a:gd name="connsiteY49" fmla="*/ 815153 h 2336171"/>
                <a:gd name="connsiteX50" fmla="*/ 11320143 w 11320143"/>
                <a:gd name="connsiteY50" fmla="*/ 1289007 h 2336171"/>
                <a:gd name="connsiteX51" fmla="*/ 11316026 w 11320143"/>
                <a:gd name="connsiteY51" fmla="*/ 1289851 h 2336171"/>
                <a:gd name="connsiteX52" fmla="*/ 10553406 w 11320143"/>
                <a:gd name="connsiteY52" fmla="*/ 502165 h 2336171"/>
                <a:gd name="connsiteX53" fmla="*/ 10312592 w 11320143"/>
                <a:gd name="connsiteY53" fmla="*/ 343868 h 2336171"/>
                <a:gd name="connsiteX54" fmla="*/ 10203865 w 11320143"/>
                <a:gd name="connsiteY54" fmla="*/ 233628 h 2336171"/>
                <a:gd name="connsiteX55" fmla="*/ 9959005 w 11320143"/>
                <a:gd name="connsiteY55" fmla="*/ 31530 h 2336171"/>
                <a:gd name="connsiteX56" fmla="*/ 9569163 w 11320143"/>
                <a:gd name="connsiteY56" fmla="*/ 101013 h 2336171"/>
                <a:gd name="connsiteX57" fmla="*/ 9257248 w 11320143"/>
                <a:gd name="connsiteY57" fmla="*/ 405945 h 2336171"/>
                <a:gd name="connsiteX58" fmla="*/ 9197580 w 11320143"/>
                <a:gd name="connsiteY58" fmla="*/ 473791 h 2336171"/>
                <a:gd name="connsiteX59" fmla="*/ 8683902 w 11320143"/>
                <a:gd name="connsiteY59" fmla="*/ 1116866 h 2336171"/>
                <a:gd name="connsiteX60" fmla="*/ 8144312 w 11320143"/>
                <a:gd name="connsiteY60" fmla="*/ 1787488 h 2336171"/>
                <a:gd name="connsiteX61" fmla="*/ 8093230 w 11320143"/>
                <a:gd name="connsiteY61" fmla="*/ 1843197 h 2336171"/>
                <a:gd name="connsiteX62" fmla="*/ 7477332 w 11320143"/>
                <a:gd name="connsiteY62" fmla="*/ 2316805 h 2336171"/>
                <a:gd name="connsiteX63" fmla="*/ 7339440 w 11320143"/>
                <a:gd name="connsiteY63" fmla="*/ 2336172 h 2336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320143" h="2336171">
                  <a:moveTo>
                    <a:pt x="7339440" y="2336172"/>
                  </a:moveTo>
                  <a:cubicBezTo>
                    <a:pt x="7298190" y="2336172"/>
                    <a:pt x="7257257" y="2330912"/>
                    <a:pt x="7216886" y="2320376"/>
                  </a:cubicBezTo>
                  <a:cubicBezTo>
                    <a:pt x="7047384" y="2276135"/>
                    <a:pt x="6911867" y="2159651"/>
                    <a:pt x="6787607" y="2044134"/>
                  </a:cubicBezTo>
                  <a:cubicBezTo>
                    <a:pt x="6592458" y="1862723"/>
                    <a:pt x="6428479" y="1657283"/>
                    <a:pt x="6269918" y="1458598"/>
                  </a:cubicBezTo>
                  <a:lnTo>
                    <a:pt x="6260771" y="1447129"/>
                  </a:lnTo>
                  <a:cubicBezTo>
                    <a:pt x="6191622" y="1360495"/>
                    <a:pt x="6122456" y="1271892"/>
                    <a:pt x="6055577" y="1186208"/>
                  </a:cubicBezTo>
                  <a:cubicBezTo>
                    <a:pt x="5956507" y="1059275"/>
                    <a:pt x="5854043" y="927997"/>
                    <a:pt x="5749871" y="800940"/>
                  </a:cubicBezTo>
                  <a:cubicBezTo>
                    <a:pt x="5576165" y="589062"/>
                    <a:pt x="5416425" y="401142"/>
                    <a:pt x="5220220" y="246979"/>
                  </a:cubicBezTo>
                  <a:cubicBezTo>
                    <a:pt x="5049680" y="112974"/>
                    <a:pt x="4904294" y="50563"/>
                    <a:pt x="4762708" y="50563"/>
                  </a:cubicBezTo>
                  <a:cubicBezTo>
                    <a:pt x="4762638" y="50563"/>
                    <a:pt x="4762567" y="50563"/>
                    <a:pt x="4762497" y="50563"/>
                  </a:cubicBezTo>
                  <a:cubicBezTo>
                    <a:pt x="4435823" y="50704"/>
                    <a:pt x="4326586" y="279398"/>
                    <a:pt x="4175395" y="595922"/>
                  </a:cubicBezTo>
                  <a:cubicBezTo>
                    <a:pt x="4117276" y="717614"/>
                    <a:pt x="4051399" y="855524"/>
                    <a:pt x="3964907" y="993539"/>
                  </a:cubicBezTo>
                  <a:cubicBezTo>
                    <a:pt x="3865643" y="1151924"/>
                    <a:pt x="3754365" y="1286228"/>
                    <a:pt x="3624706" y="1404137"/>
                  </a:cubicBezTo>
                  <a:cubicBezTo>
                    <a:pt x="3465212" y="1549171"/>
                    <a:pt x="3280477" y="1668118"/>
                    <a:pt x="3059944" y="1767804"/>
                  </a:cubicBezTo>
                  <a:cubicBezTo>
                    <a:pt x="2809947" y="1880788"/>
                    <a:pt x="2512544" y="1967263"/>
                    <a:pt x="2175949" y="2024802"/>
                  </a:cubicBezTo>
                  <a:cubicBezTo>
                    <a:pt x="2040168" y="2048021"/>
                    <a:pt x="1904387" y="2072155"/>
                    <a:pt x="1760619" y="2097697"/>
                  </a:cubicBezTo>
                  <a:cubicBezTo>
                    <a:pt x="1620018" y="2122693"/>
                    <a:pt x="1474615" y="2148534"/>
                    <a:pt x="1325447" y="2174128"/>
                  </a:cubicBezTo>
                  <a:cubicBezTo>
                    <a:pt x="1108380" y="2211367"/>
                    <a:pt x="892597" y="2200883"/>
                    <a:pt x="665731" y="2142043"/>
                  </a:cubicBezTo>
                  <a:cubicBezTo>
                    <a:pt x="467961" y="2090749"/>
                    <a:pt x="287588" y="2009392"/>
                    <a:pt x="128464" y="1937623"/>
                  </a:cubicBezTo>
                  <a:cubicBezTo>
                    <a:pt x="83872" y="1917517"/>
                    <a:pt x="41760" y="1898519"/>
                    <a:pt x="0" y="1880436"/>
                  </a:cubicBezTo>
                  <a:lnTo>
                    <a:pt x="1671" y="1876566"/>
                  </a:lnTo>
                  <a:cubicBezTo>
                    <a:pt x="43466" y="1894667"/>
                    <a:pt x="85596" y="1913665"/>
                    <a:pt x="130188" y="1933771"/>
                  </a:cubicBezTo>
                  <a:cubicBezTo>
                    <a:pt x="462314" y="2083572"/>
                    <a:pt x="838770" y="2253338"/>
                    <a:pt x="1324726" y="2169959"/>
                  </a:cubicBezTo>
                  <a:cubicBezTo>
                    <a:pt x="1473876" y="2144365"/>
                    <a:pt x="1619262" y="2118524"/>
                    <a:pt x="1759863" y="2093528"/>
                  </a:cubicBezTo>
                  <a:cubicBezTo>
                    <a:pt x="1903630" y="2067969"/>
                    <a:pt x="2039447" y="2043835"/>
                    <a:pt x="2175228" y="2020615"/>
                  </a:cubicBezTo>
                  <a:cubicBezTo>
                    <a:pt x="3607150" y="1775825"/>
                    <a:pt x="3933367" y="1092802"/>
                    <a:pt x="4171578" y="594093"/>
                  </a:cubicBezTo>
                  <a:cubicBezTo>
                    <a:pt x="4246566" y="437098"/>
                    <a:pt x="4311335" y="301510"/>
                    <a:pt x="4399182" y="203583"/>
                  </a:cubicBezTo>
                  <a:cubicBezTo>
                    <a:pt x="4495385" y="96369"/>
                    <a:pt x="4610814" y="46394"/>
                    <a:pt x="4762462" y="46341"/>
                  </a:cubicBezTo>
                  <a:cubicBezTo>
                    <a:pt x="4762532" y="46341"/>
                    <a:pt x="4762585" y="46341"/>
                    <a:pt x="4762655" y="46341"/>
                  </a:cubicBezTo>
                  <a:cubicBezTo>
                    <a:pt x="4840898" y="46341"/>
                    <a:pt x="4923221" y="66447"/>
                    <a:pt x="5007340" y="106096"/>
                  </a:cubicBezTo>
                  <a:cubicBezTo>
                    <a:pt x="5075204" y="138093"/>
                    <a:pt x="5145689" y="183090"/>
                    <a:pt x="5222771" y="243654"/>
                  </a:cubicBezTo>
                  <a:cubicBezTo>
                    <a:pt x="5419310" y="398082"/>
                    <a:pt x="5579226" y="586177"/>
                    <a:pt x="5753090" y="798249"/>
                  </a:cubicBezTo>
                  <a:cubicBezTo>
                    <a:pt x="5857297" y="925358"/>
                    <a:pt x="5959761" y="1056636"/>
                    <a:pt x="6058867" y="1183605"/>
                  </a:cubicBezTo>
                  <a:cubicBezTo>
                    <a:pt x="6125746" y="1269288"/>
                    <a:pt x="6194894" y="1357892"/>
                    <a:pt x="6264025" y="1444490"/>
                  </a:cubicBezTo>
                  <a:lnTo>
                    <a:pt x="6273172" y="1455941"/>
                  </a:lnTo>
                  <a:cubicBezTo>
                    <a:pt x="6431645" y="1654503"/>
                    <a:pt x="6595519" y="1859820"/>
                    <a:pt x="6790440" y="2041020"/>
                  </a:cubicBezTo>
                  <a:cubicBezTo>
                    <a:pt x="6914312" y="2156168"/>
                    <a:pt x="7049355" y="2272283"/>
                    <a:pt x="7217925" y="2316277"/>
                  </a:cubicBezTo>
                  <a:cubicBezTo>
                    <a:pt x="7302289" y="2338300"/>
                    <a:pt x="7389169" y="2337104"/>
                    <a:pt x="7476172" y="2312706"/>
                  </a:cubicBezTo>
                  <a:cubicBezTo>
                    <a:pt x="7721542" y="2244402"/>
                    <a:pt x="7934563" y="2010853"/>
                    <a:pt x="8090098" y="1840312"/>
                  </a:cubicBezTo>
                  <a:cubicBezTo>
                    <a:pt x="8108006" y="1820681"/>
                    <a:pt x="8124910" y="1802141"/>
                    <a:pt x="8141199" y="1784585"/>
                  </a:cubicBezTo>
                  <a:cubicBezTo>
                    <a:pt x="8336524" y="1573991"/>
                    <a:pt x="8511392" y="1340301"/>
                    <a:pt x="8680507" y="1114316"/>
                  </a:cubicBezTo>
                  <a:cubicBezTo>
                    <a:pt x="8841882" y="898656"/>
                    <a:pt x="9008764" y="675660"/>
                    <a:pt x="9194432" y="470942"/>
                  </a:cubicBezTo>
                  <a:cubicBezTo>
                    <a:pt x="9212656" y="450853"/>
                    <a:pt x="9232762" y="427686"/>
                    <a:pt x="9254029" y="403165"/>
                  </a:cubicBezTo>
                  <a:cubicBezTo>
                    <a:pt x="9339449" y="304746"/>
                    <a:pt x="9445748" y="182263"/>
                    <a:pt x="9566701" y="97530"/>
                  </a:cubicBezTo>
                  <a:cubicBezTo>
                    <a:pt x="9632524" y="51425"/>
                    <a:pt x="9696641" y="21328"/>
                    <a:pt x="9757259" y="8082"/>
                  </a:cubicBezTo>
                  <a:cubicBezTo>
                    <a:pt x="9827586" y="-7292"/>
                    <a:pt x="9896013" y="-713"/>
                    <a:pt x="9960658" y="27660"/>
                  </a:cubicBezTo>
                  <a:cubicBezTo>
                    <a:pt x="10061751" y="72023"/>
                    <a:pt x="10135561" y="152729"/>
                    <a:pt x="10206943" y="230778"/>
                  </a:cubicBezTo>
                  <a:cubicBezTo>
                    <a:pt x="10243479" y="270726"/>
                    <a:pt x="10277991" y="308476"/>
                    <a:pt x="10315319" y="340684"/>
                  </a:cubicBezTo>
                  <a:cubicBezTo>
                    <a:pt x="10369110" y="387088"/>
                    <a:pt x="10455515" y="438751"/>
                    <a:pt x="10555553" y="498559"/>
                  </a:cubicBezTo>
                  <a:cubicBezTo>
                    <a:pt x="10695661" y="582325"/>
                    <a:pt x="10870036" y="686566"/>
                    <a:pt x="11015510" y="815153"/>
                  </a:cubicBezTo>
                  <a:cubicBezTo>
                    <a:pt x="11185611" y="965517"/>
                    <a:pt x="11285261" y="1120508"/>
                    <a:pt x="11320143" y="1289007"/>
                  </a:cubicBezTo>
                  <a:lnTo>
                    <a:pt x="11316026" y="1289851"/>
                  </a:lnTo>
                  <a:cubicBezTo>
                    <a:pt x="11237643" y="911233"/>
                    <a:pt x="10842173" y="674799"/>
                    <a:pt x="10553406" y="502165"/>
                  </a:cubicBezTo>
                  <a:cubicBezTo>
                    <a:pt x="10453193" y="442251"/>
                    <a:pt x="10366648" y="390518"/>
                    <a:pt x="10312592" y="343868"/>
                  </a:cubicBezTo>
                  <a:cubicBezTo>
                    <a:pt x="10275071" y="311501"/>
                    <a:pt x="10240489" y="273664"/>
                    <a:pt x="10203865" y="233628"/>
                  </a:cubicBezTo>
                  <a:cubicBezTo>
                    <a:pt x="10132782" y="155895"/>
                    <a:pt x="10059288" y="75542"/>
                    <a:pt x="9959005" y="31530"/>
                  </a:cubicBezTo>
                  <a:cubicBezTo>
                    <a:pt x="9838773" y="-21242"/>
                    <a:pt x="9711242" y="1485"/>
                    <a:pt x="9569163" y="101013"/>
                  </a:cubicBezTo>
                  <a:cubicBezTo>
                    <a:pt x="9448633" y="185430"/>
                    <a:pt x="9342527" y="307701"/>
                    <a:pt x="9257248" y="405945"/>
                  </a:cubicBezTo>
                  <a:cubicBezTo>
                    <a:pt x="9235945" y="430483"/>
                    <a:pt x="9215840" y="453650"/>
                    <a:pt x="9197580" y="473791"/>
                  </a:cubicBezTo>
                  <a:cubicBezTo>
                    <a:pt x="9012036" y="678369"/>
                    <a:pt x="8845225" y="901277"/>
                    <a:pt x="8683902" y="1116866"/>
                  </a:cubicBezTo>
                  <a:cubicBezTo>
                    <a:pt x="8514734" y="1342940"/>
                    <a:pt x="8339796" y="1576718"/>
                    <a:pt x="8144312" y="1787488"/>
                  </a:cubicBezTo>
                  <a:cubicBezTo>
                    <a:pt x="8128041" y="1805026"/>
                    <a:pt x="8111137" y="1823566"/>
                    <a:pt x="8093230" y="1843197"/>
                  </a:cubicBezTo>
                  <a:cubicBezTo>
                    <a:pt x="7937343" y="2014107"/>
                    <a:pt x="7723846" y="2248166"/>
                    <a:pt x="7477332" y="2316805"/>
                  </a:cubicBezTo>
                  <a:cubicBezTo>
                    <a:pt x="7431210" y="2329716"/>
                    <a:pt x="7385123" y="2336172"/>
                    <a:pt x="7339440" y="2336172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" name="任意多边形: 形状 1400"/>
            <p:cNvSpPr/>
            <p:nvPr>
              <p:custDataLst>
                <p:tags r:id="rId21"/>
              </p:custDataLst>
            </p:nvPr>
          </p:nvSpPr>
          <p:spPr>
            <a:xfrm>
              <a:off x="791679" y="2622106"/>
              <a:ext cx="11399335" cy="2447051"/>
            </a:xfrm>
            <a:custGeom>
              <a:avLst/>
              <a:gdLst>
                <a:gd name="connsiteX0" fmla="*/ 7456118 w 11399335"/>
                <a:gd name="connsiteY0" fmla="*/ 2447052 h 2447051"/>
                <a:gd name="connsiteX1" fmla="*/ 7330029 w 11399335"/>
                <a:gd name="connsiteY1" fmla="*/ 2430165 h 2447051"/>
                <a:gd name="connsiteX2" fmla="*/ 6894646 w 11399335"/>
                <a:gd name="connsiteY2" fmla="*/ 2137582 h 2447051"/>
                <a:gd name="connsiteX3" fmla="*/ 6377115 w 11399335"/>
                <a:gd name="connsiteY3" fmla="*/ 1520066 h 2447051"/>
                <a:gd name="connsiteX4" fmla="*/ 6367492 w 11399335"/>
                <a:gd name="connsiteY4" fmla="*/ 1507330 h 2447051"/>
                <a:gd name="connsiteX5" fmla="*/ 6174824 w 11399335"/>
                <a:gd name="connsiteY5" fmla="*/ 1248697 h 2447051"/>
                <a:gd name="connsiteX6" fmla="*/ 5857684 w 11399335"/>
                <a:gd name="connsiteY6" fmla="*/ 827878 h 2447051"/>
                <a:gd name="connsiteX7" fmla="*/ 5324409 w 11399335"/>
                <a:gd name="connsiteY7" fmla="*/ 248164 h 2447051"/>
                <a:gd name="connsiteX8" fmla="*/ 4856976 w 11399335"/>
                <a:gd name="connsiteY8" fmla="*/ 45645 h 2447051"/>
                <a:gd name="connsiteX9" fmla="*/ 4507188 w 11399335"/>
                <a:gd name="connsiteY9" fmla="*/ 213757 h 2447051"/>
                <a:gd name="connsiteX10" fmla="*/ 4294730 w 11399335"/>
                <a:gd name="connsiteY10" fmla="*/ 624004 h 2447051"/>
                <a:gd name="connsiteX11" fmla="*/ 4092121 w 11399335"/>
                <a:gd name="connsiteY11" fmla="*/ 1054040 h 2447051"/>
                <a:gd name="connsiteX12" fmla="*/ 3752765 w 11399335"/>
                <a:gd name="connsiteY12" fmla="*/ 1498060 h 2447051"/>
                <a:gd name="connsiteX13" fmla="*/ 3499672 w 11399335"/>
                <a:gd name="connsiteY13" fmla="*/ 1704503 h 2447051"/>
                <a:gd name="connsiteX14" fmla="*/ 3173861 w 11399335"/>
                <a:gd name="connsiteY14" fmla="*/ 1889485 h 2447051"/>
                <a:gd name="connsiteX15" fmla="*/ 2762523 w 11399335"/>
                <a:gd name="connsiteY15" fmla="*/ 2044721 h 2447051"/>
                <a:gd name="connsiteX16" fmla="*/ 2252802 w 11399335"/>
                <a:gd name="connsiteY16" fmla="*/ 2161927 h 2447051"/>
                <a:gd name="connsiteX17" fmla="*/ 2180681 w 11399335"/>
                <a:gd name="connsiteY17" fmla="*/ 2174152 h 2447051"/>
                <a:gd name="connsiteX18" fmla="*/ 1378746 w 11399335"/>
                <a:gd name="connsiteY18" fmla="*/ 2304850 h 2447051"/>
                <a:gd name="connsiteX19" fmla="*/ 690921 w 11399335"/>
                <a:gd name="connsiteY19" fmla="*/ 2246678 h 2447051"/>
                <a:gd name="connsiteX20" fmla="*/ 128288 w 11399335"/>
                <a:gd name="connsiteY20" fmla="*/ 2001114 h 2447051"/>
                <a:gd name="connsiteX21" fmla="*/ 0 w 11399335"/>
                <a:gd name="connsiteY21" fmla="*/ 1936293 h 2447051"/>
                <a:gd name="connsiteX22" fmla="*/ 1829 w 11399335"/>
                <a:gd name="connsiteY22" fmla="*/ 1932581 h 2447051"/>
                <a:gd name="connsiteX23" fmla="*/ 130170 w 11399335"/>
                <a:gd name="connsiteY23" fmla="*/ 1997420 h 2447051"/>
                <a:gd name="connsiteX24" fmla="*/ 1378131 w 11399335"/>
                <a:gd name="connsiteY24" fmla="*/ 2300751 h 2447051"/>
                <a:gd name="connsiteX25" fmla="*/ 2179995 w 11399335"/>
                <a:gd name="connsiteY25" fmla="*/ 2170071 h 2447051"/>
                <a:gd name="connsiteX26" fmla="*/ 2252116 w 11399335"/>
                <a:gd name="connsiteY26" fmla="*/ 2157846 h 2447051"/>
                <a:gd name="connsiteX27" fmla="*/ 4290930 w 11399335"/>
                <a:gd name="connsiteY27" fmla="*/ 622403 h 2447051"/>
                <a:gd name="connsiteX28" fmla="*/ 4503986 w 11399335"/>
                <a:gd name="connsiteY28" fmla="*/ 211154 h 2447051"/>
                <a:gd name="connsiteX29" fmla="*/ 4856940 w 11399335"/>
                <a:gd name="connsiteY29" fmla="*/ 41493 h 2447051"/>
                <a:gd name="connsiteX30" fmla="*/ 5107746 w 11399335"/>
                <a:gd name="connsiteY30" fmla="*/ 101741 h 2447051"/>
                <a:gd name="connsiteX31" fmla="*/ 5327030 w 11399335"/>
                <a:gd name="connsiteY31" fmla="*/ 244945 h 2447051"/>
                <a:gd name="connsiteX32" fmla="*/ 5860955 w 11399335"/>
                <a:gd name="connsiteY32" fmla="*/ 825345 h 2447051"/>
                <a:gd name="connsiteX33" fmla="*/ 6178166 w 11399335"/>
                <a:gd name="connsiteY33" fmla="*/ 1246252 h 2447051"/>
                <a:gd name="connsiteX34" fmla="*/ 6370817 w 11399335"/>
                <a:gd name="connsiteY34" fmla="*/ 1504850 h 2447051"/>
                <a:gd name="connsiteX35" fmla="*/ 6380439 w 11399335"/>
                <a:gd name="connsiteY35" fmla="*/ 1517586 h 2447051"/>
                <a:gd name="connsiteX36" fmla="*/ 6897566 w 11399335"/>
                <a:gd name="connsiteY36" fmla="*/ 2134644 h 2447051"/>
                <a:gd name="connsiteX37" fmla="*/ 7331138 w 11399335"/>
                <a:gd name="connsiteY37" fmla="*/ 2426190 h 2447051"/>
                <a:gd name="connsiteX38" fmla="*/ 7595365 w 11399335"/>
                <a:gd name="connsiteY38" fmla="*/ 2422777 h 2447051"/>
                <a:gd name="connsiteX39" fmla="*/ 8220057 w 11399335"/>
                <a:gd name="connsiteY39" fmla="*/ 1922379 h 2447051"/>
                <a:gd name="connsiteX40" fmla="*/ 8268079 w 11399335"/>
                <a:gd name="connsiteY40" fmla="*/ 1867514 h 2447051"/>
                <a:gd name="connsiteX41" fmla="*/ 8806508 w 11399335"/>
                <a:gd name="connsiteY41" fmla="*/ 1167006 h 2447051"/>
                <a:gd name="connsiteX42" fmla="*/ 9322069 w 11399335"/>
                <a:gd name="connsiteY42" fmla="*/ 491899 h 2447051"/>
                <a:gd name="connsiteX43" fmla="*/ 9378271 w 11399335"/>
                <a:gd name="connsiteY43" fmla="*/ 425196 h 2447051"/>
                <a:gd name="connsiteX44" fmla="*/ 9695481 w 11399335"/>
                <a:gd name="connsiteY44" fmla="*/ 102937 h 2447051"/>
                <a:gd name="connsiteX45" fmla="*/ 9890771 w 11399335"/>
                <a:gd name="connsiteY45" fmla="*/ 8300 h 2447051"/>
                <a:gd name="connsiteX46" fmla="*/ 10099852 w 11399335"/>
                <a:gd name="connsiteY46" fmla="*/ 30306 h 2447051"/>
                <a:gd name="connsiteX47" fmla="*/ 10353227 w 11399335"/>
                <a:gd name="connsiteY47" fmla="*/ 251735 h 2447051"/>
                <a:gd name="connsiteX48" fmla="*/ 10456764 w 11399335"/>
                <a:gd name="connsiteY48" fmla="*/ 364526 h 2447051"/>
                <a:gd name="connsiteX49" fmla="*/ 10694676 w 11399335"/>
                <a:gd name="connsiteY49" fmla="*/ 534802 h 2447051"/>
                <a:gd name="connsiteX50" fmla="*/ 11399335 w 11399335"/>
                <a:gd name="connsiteY50" fmla="*/ 1301626 h 2447051"/>
                <a:gd name="connsiteX51" fmla="*/ 11395290 w 11399335"/>
                <a:gd name="connsiteY51" fmla="*/ 1302506 h 2447051"/>
                <a:gd name="connsiteX52" fmla="*/ 10692424 w 11399335"/>
                <a:gd name="connsiteY52" fmla="*/ 538285 h 2447051"/>
                <a:gd name="connsiteX53" fmla="*/ 10453932 w 11399335"/>
                <a:gd name="connsiteY53" fmla="*/ 367551 h 2447051"/>
                <a:gd name="connsiteX54" fmla="*/ 10350095 w 11399335"/>
                <a:gd name="connsiteY54" fmla="*/ 254444 h 2447051"/>
                <a:gd name="connsiteX55" fmla="*/ 10098129 w 11399335"/>
                <a:gd name="connsiteY55" fmla="*/ 34070 h 2447051"/>
                <a:gd name="connsiteX56" fmla="*/ 9697944 w 11399335"/>
                <a:gd name="connsiteY56" fmla="*/ 106297 h 2447051"/>
                <a:gd name="connsiteX57" fmla="*/ 9381490 w 11399335"/>
                <a:gd name="connsiteY57" fmla="*/ 427852 h 2447051"/>
                <a:gd name="connsiteX58" fmla="*/ 9325235 w 11399335"/>
                <a:gd name="connsiteY58" fmla="*/ 494608 h 2447051"/>
                <a:gd name="connsiteX59" fmla="*/ 8809903 w 11399335"/>
                <a:gd name="connsiteY59" fmla="*/ 1169398 h 2447051"/>
                <a:gd name="connsiteX60" fmla="*/ 8271211 w 11399335"/>
                <a:gd name="connsiteY60" fmla="*/ 1870241 h 2447051"/>
                <a:gd name="connsiteX61" fmla="*/ 8223223 w 11399335"/>
                <a:gd name="connsiteY61" fmla="*/ 1925088 h 2447051"/>
                <a:gd name="connsiteX62" fmla="*/ 7596543 w 11399335"/>
                <a:gd name="connsiteY62" fmla="*/ 2426753 h 2447051"/>
                <a:gd name="connsiteX63" fmla="*/ 7456118 w 11399335"/>
                <a:gd name="connsiteY63" fmla="*/ 2447052 h 244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399335" h="2447051">
                  <a:moveTo>
                    <a:pt x="7456118" y="2447052"/>
                  </a:moveTo>
                  <a:cubicBezTo>
                    <a:pt x="7413689" y="2447052"/>
                    <a:pt x="7371578" y="2441423"/>
                    <a:pt x="7330029" y="2430165"/>
                  </a:cubicBezTo>
                  <a:cubicBezTo>
                    <a:pt x="7156059" y="2383005"/>
                    <a:pt x="7019556" y="2259765"/>
                    <a:pt x="6894646" y="2137582"/>
                  </a:cubicBezTo>
                  <a:cubicBezTo>
                    <a:pt x="6698810" y="1946021"/>
                    <a:pt x="6535271" y="1729481"/>
                    <a:pt x="6377115" y="1520066"/>
                  </a:cubicBezTo>
                  <a:lnTo>
                    <a:pt x="6367492" y="1507330"/>
                  </a:lnTo>
                  <a:cubicBezTo>
                    <a:pt x="6302619" y="1421436"/>
                    <a:pt x="6237657" y="1333624"/>
                    <a:pt x="6174824" y="1248697"/>
                  </a:cubicBezTo>
                  <a:cubicBezTo>
                    <a:pt x="6072218" y="1109995"/>
                    <a:pt x="5966112" y="966580"/>
                    <a:pt x="5857684" y="827878"/>
                  </a:cubicBezTo>
                  <a:cubicBezTo>
                    <a:pt x="5684628" y="606501"/>
                    <a:pt x="5525064" y="410085"/>
                    <a:pt x="5324409" y="248164"/>
                  </a:cubicBezTo>
                  <a:cubicBezTo>
                    <a:pt x="5150474" y="107792"/>
                    <a:pt x="5001992" y="43410"/>
                    <a:pt x="4856976" y="45645"/>
                  </a:cubicBezTo>
                  <a:cubicBezTo>
                    <a:pt x="4709180" y="47896"/>
                    <a:pt x="4598043" y="101301"/>
                    <a:pt x="4507188" y="213757"/>
                  </a:cubicBezTo>
                  <a:cubicBezTo>
                    <a:pt x="4423862" y="316908"/>
                    <a:pt x="4364018" y="459216"/>
                    <a:pt x="4294730" y="624004"/>
                  </a:cubicBezTo>
                  <a:cubicBezTo>
                    <a:pt x="4239407" y="755563"/>
                    <a:pt x="4176714" y="904696"/>
                    <a:pt x="4092121" y="1054040"/>
                  </a:cubicBezTo>
                  <a:cubicBezTo>
                    <a:pt x="3994986" y="1225512"/>
                    <a:pt x="3883990" y="1370757"/>
                    <a:pt x="3752765" y="1498060"/>
                  </a:cubicBezTo>
                  <a:cubicBezTo>
                    <a:pt x="3676105" y="1572433"/>
                    <a:pt x="3590950" y="1641880"/>
                    <a:pt x="3499672" y="1704503"/>
                  </a:cubicBezTo>
                  <a:cubicBezTo>
                    <a:pt x="3400726" y="1772385"/>
                    <a:pt x="3291101" y="1834620"/>
                    <a:pt x="3173861" y="1889485"/>
                  </a:cubicBezTo>
                  <a:cubicBezTo>
                    <a:pt x="3048299" y="1948255"/>
                    <a:pt x="2909897" y="2000481"/>
                    <a:pt x="2762523" y="2044721"/>
                  </a:cubicBezTo>
                  <a:cubicBezTo>
                    <a:pt x="2606020" y="2091705"/>
                    <a:pt x="2434530" y="2131126"/>
                    <a:pt x="2252802" y="2161927"/>
                  </a:cubicBezTo>
                  <a:lnTo>
                    <a:pt x="2180681" y="2174152"/>
                  </a:lnTo>
                  <a:cubicBezTo>
                    <a:pt x="1925390" y="2217460"/>
                    <a:pt x="1661391" y="2262246"/>
                    <a:pt x="1378746" y="2304850"/>
                  </a:cubicBezTo>
                  <a:cubicBezTo>
                    <a:pt x="1153095" y="2338852"/>
                    <a:pt x="928112" y="2319820"/>
                    <a:pt x="690921" y="2246678"/>
                  </a:cubicBezTo>
                  <a:cubicBezTo>
                    <a:pt x="484144" y="2182912"/>
                    <a:pt x="295081" y="2086323"/>
                    <a:pt x="128288" y="2001114"/>
                  </a:cubicBezTo>
                  <a:cubicBezTo>
                    <a:pt x="83784" y="1978387"/>
                    <a:pt x="41742" y="1956909"/>
                    <a:pt x="0" y="1936293"/>
                  </a:cubicBezTo>
                  <a:lnTo>
                    <a:pt x="1829" y="1932581"/>
                  </a:lnTo>
                  <a:cubicBezTo>
                    <a:pt x="43607" y="1953197"/>
                    <a:pt x="85648" y="1974693"/>
                    <a:pt x="130170" y="1997420"/>
                  </a:cubicBezTo>
                  <a:cubicBezTo>
                    <a:pt x="461101" y="2166483"/>
                    <a:pt x="872966" y="2376866"/>
                    <a:pt x="1378131" y="2300751"/>
                  </a:cubicBezTo>
                  <a:cubicBezTo>
                    <a:pt x="1660740" y="2258165"/>
                    <a:pt x="1924721" y="2213379"/>
                    <a:pt x="2179995" y="2170071"/>
                  </a:cubicBezTo>
                  <a:lnTo>
                    <a:pt x="2252116" y="2157846"/>
                  </a:lnTo>
                  <a:cubicBezTo>
                    <a:pt x="3752202" y="1903645"/>
                    <a:pt x="4063572" y="1163119"/>
                    <a:pt x="4290930" y="622403"/>
                  </a:cubicBezTo>
                  <a:cubicBezTo>
                    <a:pt x="4360342" y="457316"/>
                    <a:pt x="4420291" y="314762"/>
                    <a:pt x="4503986" y="211154"/>
                  </a:cubicBezTo>
                  <a:cubicBezTo>
                    <a:pt x="4595668" y="97677"/>
                    <a:pt x="4707825" y="43762"/>
                    <a:pt x="4856940" y="41493"/>
                  </a:cubicBezTo>
                  <a:cubicBezTo>
                    <a:pt x="4937224" y="40297"/>
                    <a:pt x="5021623" y="60544"/>
                    <a:pt x="5107746" y="101741"/>
                  </a:cubicBezTo>
                  <a:cubicBezTo>
                    <a:pt x="5176860" y="134793"/>
                    <a:pt x="5248576" y="181637"/>
                    <a:pt x="5327030" y="244945"/>
                  </a:cubicBezTo>
                  <a:cubicBezTo>
                    <a:pt x="5528019" y="407148"/>
                    <a:pt x="5687741" y="603757"/>
                    <a:pt x="5860955" y="825345"/>
                  </a:cubicBezTo>
                  <a:cubicBezTo>
                    <a:pt x="5969419" y="964099"/>
                    <a:pt x="6075542" y="1107550"/>
                    <a:pt x="6178166" y="1246252"/>
                  </a:cubicBezTo>
                  <a:cubicBezTo>
                    <a:pt x="6240981" y="1331161"/>
                    <a:pt x="6305943" y="1418973"/>
                    <a:pt x="6370817" y="1504850"/>
                  </a:cubicBezTo>
                  <a:lnTo>
                    <a:pt x="6380439" y="1517586"/>
                  </a:lnTo>
                  <a:cubicBezTo>
                    <a:pt x="6538508" y="1726878"/>
                    <a:pt x="6701941" y="1943294"/>
                    <a:pt x="6897566" y="2134644"/>
                  </a:cubicBezTo>
                  <a:cubicBezTo>
                    <a:pt x="7022089" y="2256441"/>
                    <a:pt x="7158135" y="2379293"/>
                    <a:pt x="7331138" y="2426190"/>
                  </a:cubicBezTo>
                  <a:cubicBezTo>
                    <a:pt x="7417525" y="2449620"/>
                    <a:pt x="7506427" y="2448459"/>
                    <a:pt x="7595365" y="2422777"/>
                  </a:cubicBezTo>
                  <a:cubicBezTo>
                    <a:pt x="7847261" y="2350462"/>
                    <a:pt x="8062728" y="2103034"/>
                    <a:pt x="8220057" y="1922379"/>
                  </a:cubicBezTo>
                  <a:cubicBezTo>
                    <a:pt x="8236874" y="1903064"/>
                    <a:pt x="8252776" y="1884823"/>
                    <a:pt x="8268079" y="1867514"/>
                  </a:cubicBezTo>
                  <a:cubicBezTo>
                    <a:pt x="8463475" y="1646524"/>
                    <a:pt x="8637868" y="1402754"/>
                    <a:pt x="8806508" y="1167006"/>
                  </a:cubicBezTo>
                  <a:cubicBezTo>
                    <a:pt x="8968218" y="940968"/>
                    <a:pt x="9135433" y="707225"/>
                    <a:pt x="9322069" y="491899"/>
                  </a:cubicBezTo>
                  <a:cubicBezTo>
                    <a:pt x="9339237" y="472074"/>
                    <a:pt x="9358200" y="449312"/>
                    <a:pt x="9378271" y="425196"/>
                  </a:cubicBezTo>
                  <a:cubicBezTo>
                    <a:pt x="9464499" y="321622"/>
                    <a:pt x="9571801" y="192719"/>
                    <a:pt x="9695481" y="102937"/>
                  </a:cubicBezTo>
                  <a:cubicBezTo>
                    <a:pt x="9762870" y="54018"/>
                    <a:pt x="9828571" y="22179"/>
                    <a:pt x="9890771" y="8300"/>
                  </a:cubicBezTo>
                  <a:cubicBezTo>
                    <a:pt x="9963051" y="-7831"/>
                    <a:pt x="10033395" y="-425"/>
                    <a:pt x="10099852" y="30306"/>
                  </a:cubicBezTo>
                  <a:cubicBezTo>
                    <a:pt x="10205026" y="78943"/>
                    <a:pt x="10280366" y="166791"/>
                    <a:pt x="10353227" y="251735"/>
                  </a:cubicBezTo>
                  <a:cubicBezTo>
                    <a:pt x="10388178" y="292492"/>
                    <a:pt x="10421196" y="330981"/>
                    <a:pt x="10456764" y="364526"/>
                  </a:cubicBezTo>
                  <a:cubicBezTo>
                    <a:pt x="10510239" y="414958"/>
                    <a:pt x="10595711" y="470491"/>
                    <a:pt x="10694676" y="534802"/>
                  </a:cubicBezTo>
                  <a:cubicBezTo>
                    <a:pt x="10959501" y="706890"/>
                    <a:pt x="11322201" y="942568"/>
                    <a:pt x="11399335" y="1301626"/>
                  </a:cubicBezTo>
                  <a:lnTo>
                    <a:pt x="11395290" y="1302506"/>
                  </a:lnTo>
                  <a:cubicBezTo>
                    <a:pt x="11318507" y="945119"/>
                    <a:pt x="10956652" y="709969"/>
                    <a:pt x="10692424" y="538285"/>
                  </a:cubicBezTo>
                  <a:cubicBezTo>
                    <a:pt x="10593284" y="473869"/>
                    <a:pt x="10507671" y="418230"/>
                    <a:pt x="10453932" y="367551"/>
                  </a:cubicBezTo>
                  <a:cubicBezTo>
                    <a:pt x="10418206" y="333848"/>
                    <a:pt x="10385118" y="295290"/>
                    <a:pt x="10350095" y="254444"/>
                  </a:cubicBezTo>
                  <a:cubicBezTo>
                    <a:pt x="10277517" y="169834"/>
                    <a:pt x="10202475" y="82321"/>
                    <a:pt x="10098129" y="34070"/>
                  </a:cubicBezTo>
                  <a:cubicBezTo>
                    <a:pt x="9974520" y="-23082"/>
                    <a:pt x="9843628" y="542"/>
                    <a:pt x="9697944" y="106297"/>
                  </a:cubicBezTo>
                  <a:cubicBezTo>
                    <a:pt x="9574686" y="195780"/>
                    <a:pt x="9467560" y="324455"/>
                    <a:pt x="9381490" y="427852"/>
                  </a:cubicBezTo>
                  <a:cubicBezTo>
                    <a:pt x="9361401" y="451986"/>
                    <a:pt x="9342439" y="474766"/>
                    <a:pt x="9325235" y="494608"/>
                  </a:cubicBezTo>
                  <a:cubicBezTo>
                    <a:pt x="9138723" y="709793"/>
                    <a:pt x="8971560" y="943448"/>
                    <a:pt x="8809903" y="1169398"/>
                  </a:cubicBezTo>
                  <a:cubicBezTo>
                    <a:pt x="8641193" y="1405235"/>
                    <a:pt x="8466729" y="1649092"/>
                    <a:pt x="8271211" y="1870241"/>
                  </a:cubicBezTo>
                  <a:cubicBezTo>
                    <a:pt x="8255925" y="1887532"/>
                    <a:pt x="8240040" y="1905773"/>
                    <a:pt x="8223223" y="1925088"/>
                  </a:cubicBezTo>
                  <a:cubicBezTo>
                    <a:pt x="8065560" y="2106130"/>
                    <a:pt x="7849619" y="2354086"/>
                    <a:pt x="7596543" y="2426753"/>
                  </a:cubicBezTo>
                  <a:cubicBezTo>
                    <a:pt x="7549576" y="2440280"/>
                    <a:pt x="7502663" y="2447052"/>
                    <a:pt x="7456118" y="2447052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4" name="任意多边形: 形状 1401"/>
            <p:cNvSpPr/>
            <p:nvPr>
              <p:custDataLst>
                <p:tags r:id="rId22"/>
              </p:custDataLst>
            </p:nvPr>
          </p:nvSpPr>
          <p:spPr>
            <a:xfrm>
              <a:off x="712451" y="2559315"/>
              <a:ext cx="11478527" cy="2558024"/>
            </a:xfrm>
            <a:custGeom>
              <a:avLst/>
              <a:gdLst>
                <a:gd name="connsiteX0" fmla="*/ 7572796 w 11478527"/>
                <a:gd name="connsiteY0" fmla="*/ 2558024 h 2558024"/>
                <a:gd name="connsiteX1" fmla="*/ 7443224 w 11478527"/>
                <a:gd name="connsiteY1" fmla="*/ 2540029 h 2558024"/>
                <a:gd name="connsiteX2" fmla="*/ 7001720 w 11478527"/>
                <a:gd name="connsiteY2" fmla="*/ 2231104 h 2558024"/>
                <a:gd name="connsiteX3" fmla="*/ 6483889 w 11478527"/>
                <a:gd name="connsiteY3" fmla="*/ 1581063 h 2558024"/>
                <a:gd name="connsiteX4" fmla="*/ 6474250 w 11478527"/>
                <a:gd name="connsiteY4" fmla="*/ 1567607 h 2558024"/>
                <a:gd name="connsiteX5" fmla="*/ 6292504 w 11478527"/>
                <a:gd name="connsiteY5" fmla="*/ 1310679 h 2558024"/>
                <a:gd name="connsiteX6" fmla="*/ 5965514 w 11478527"/>
                <a:gd name="connsiteY6" fmla="*/ 854873 h 2558024"/>
                <a:gd name="connsiteX7" fmla="*/ 5428633 w 11478527"/>
                <a:gd name="connsiteY7" fmla="*/ 249389 h 2558024"/>
                <a:gd name="connsiteX8" fmla="*/ 4951489 w 11478527"/>
                <a:gd name="connsiteY8" fmla="*/ 40766 h 2558024"/>
                <a:gd name="connsiteX9" fmla="*/ 4611359 w 11478527"/>
                <a:gd name="connsiteY9" fmla="*/ 220752 h 2558024"/>
                <a:gd name="connsiteX10" fmla="*/ 4412657 w 11478527"/>
                <a:gd name="connsiteY10" fmla="*/ 651368 h 2558024"/>
                <a:gd name="connsiteX11" fmla="*/ 4218246 w 11478527"/>
                <a:gd name="connsiteY11" fmla="*/ 1114017 h 2558024"/>
                <a:gd name="connsiteX12" fmla="*/ 3880138 w 11478527"/>
                <a:gd name="connsiteY12" fmla="*/ 1591758 h 2558024"/>
                <a:gd name="connsiteX13" fmla="*/ 3622542 w 11478527"/>
                <a:gd name="connsiteY13" fmla="*/ 1813364 h 2558024"/>
                <a:gd name="connsiteX14" fmla="*/ 3287478 w 11478527"/>
                <a:gd name="connsiteY14" fmla="*/ 2011222 h 2558024"/>
                <a:gd name="connsiteX15" fmla="*/ 2861118 w 11478527"/>
                <a:gd name="connsiteY15" fmla="*/ 2176186 h 2558024"/>
                <a:gd name="connsiteX16" fmla="*/ 2329638 w 11478527"/>
                <a:gd name="connsiteY16" fmla="*/ 2299144 h 2558024"/>
                <a:gd name="connsiteX17" fmla="*/ 1432046 w 11478527"/>
                <a:gd name="connsiteY17" fmla="*/ 2435647 h 2558024"/>
                <a:gd name="connsiteX18" fmla="*/ 1247591 w 11478527"/>
                <a:gd name="connsiteY18" fmla="*/ 2447749 h 2558024"/>
                <a:gd name="connsiteX19" fmla="*/ 716463 w 11478527"/>
                <a:gd name="connsiteY19" fmla="*/ 2351212 h 2558024"/>
                <a:gd name="connsiteX20" fmla="*/ 128657 w 11478527"/>
                <a:gd name="connsiteY20" fmla="*/ 2064346 h 2558024"/>
                <a:gd name="connsiteX21" fmla="*/ 0 w 11478527"/>
                <a:gd name="connsiteY21" fmla="*/ 1992224 h 2558024"/>
                <a:gd name="connsiteX22" fmla="*/ 1970 w 11478527"/>
                <a:gd name="connsiteY22" fmla="*/ 1988654 h 2558024"/>
                <a:gd name="connsiteX23" fmla="*/ 130662 w 11478527"/>
                <a:gd name="connsiteY23" fmla="*/ 2060792 h 2558024"/>
                <a:gd name="connsiteX24" fmla="*/ 1431518 w 11478527"/>
                <a:gd name="connsiteY24" fmla="*/ 2431601 h 2558024"/>
                <a:gd name="connsiteX25" fmla="*/ 2328969 w 11478527"/>
                <a:gd name="connsiteY25" fmla="*/ 2295116 h 2558024"/>
                <a:gd name="connsiteX26" fmla="*/ 4408821 w 11478527"/>
                <a:gd name="connsiteY26" fmla="*/ 649979 h 2558024"/>
                <a:gd name="connsiteX27" fmla="*/ 4608052 w 11478527"/>
                <a:gd name="connsiteY27" fmla="*/ 218377 h 2558024"/>
                <a:gd name="connsiteX28" fmla="*/ 4951367 w 11478527"/>
                <a:gd name="connsiteY28" fmla="*/ 36702 h 2558024"/>
                <a:gd name="connsiteX29" fmla="*/ 5208100 w 11478527"/>
                <a:gd name="connsiteY29" fmla="*/ 97407 h 2558024"/>
                <a:gd name="connsiteX30" fmla="*/ 5431219 w 11478527"/>
                <a:gd name="connsiteY30" fmla="*/ 246276 h 2558024"/>
                <a:gd name="connsiteX31" fmla="*/ 5968768 w 11478527"/>
                <a:gd name="connsiteY31" fmla="*/ 852463 h 2558024"/>
                <a:gd name="connsiteX32" fmla="*/ 6295829 w 11478527"/>
                <a:gd name="connsiteY32" fmla="*/ 1308357 h 2558024"/>
                <a:gd name="connsiteX33" fmla="*/ 6477556 w 11478527"/>
                <a:gd name="connsiteY33" fmla="*/ 1565250 h 2558024"/>
                <a:gd name="connsiteX34" fmla="*/ 6487196 w 11478527"/>
                <a:gd name="connsiteY34" fmla="*/ 1578706 h 2558024"/>
                <a:gd name="connsiteX35" fmla="*/ 7004639 w 11478527"/>
                <a:gd name="connsiteY35" fmla="*/ 2228290 h 2558024"/>
                <a:gd name="connsiteX36" fmla="*/ 7444315 w 11478527"/>
                <a:gd name="connsiteY36" fmla="*/ 2536142 h 2558024"/>
                <a:gd name="connsiteX37" fmla="*/ 7714506 w 11478527"/>
                <a:gd name="connsiteY37" fmla="*/ 2532870 h 2558024"/>
                <a:gd name="connsiteX38" fmla="*/ 8350069 w 11478527"/>
                <a:gd name="connsiteY38" fmla="*/ 2004028 h 2558024"/>
                <a:gd name="connsiteX39" fmla="*/ 8394907 w 11478527"/>
                <a:gd name="connsiteY39" fmla="*/ 1950447 h 2558024"/>
                <a:gd name="connsiteX40" fmla="*/ 8932685 w 11478527"/>
                <a:gd name="connsiteY40" fmla="*/ 1219578 h 2558024"/>
                <a:gd name="connsiteX41" fmla="*/ 9449671 w 11478527"/>
                <a:gd name="connsiteY41" fmla="*/ 512878 h 2558024"/>
                <a:gd name="connsiteX42" fmla="*/ 9502442 w 11478527"/>
                <a:gd name="connsiteY42" fmla="*/ 447635 h 2558024"/>
                <a:gd name="connsiteX43" fmla="*/ 9824103 w 11478527"/>
                <a:gd name="connsiteY43" fmla="*/ 108560 h 2558024"/>
                <a:gd name="connsiteX44" fmla="*/ 10024178 w 11478527"/>
                <a:gd name="connsiteY44" fmla="*/ 8557 h 2558024"/>
                <a:gd name="connsiteX45" fmla="*/ 10238993 w 11478527"/>
                <a:gd name="connsiteY45" fmla="*/ 32955 h 2558024"/>
                <a:gd name="connsiteX46" fmla="*/ 10500248 w 11478527"/>
                <a:gd name="connsiteY46" fmla="*/ 274069 h 2558024"/>
                <a:gd name="connsiteX47" fmla="*/ 10598192 w 11478527"/>
                <a:gd name="connsiteY47" fmla="*/ 388390 h 2558024"/>
                <a:gd name="connsiteX48" fmla="*/ 10831760 w 11478527"/>
                <a:gd name="connsiteY48" fmla="*/ 570892 h 2558024"/>
                <a:gd name="connsiteX49" fmla="*/ 11219121 w 11478527"/>
                <a:gd name="connsiteY49" fmla="*/ 881065 h 2558024"/>
                <a:gd name="connsiteX50" fmla="*/ 11478528 w 11478527"/>
                <a:gd name="connsiteY50" fmla="*/ 1314285 h 2558024"/>
                <a:gd name="connsiteX51" fmla="*/ 11474535 w 11478527"/>
                <a:gd name="connsiteY51" fmla="*/ 1315182 h 2558024"/>
                <a:gd name="connsiteX52" fmla="*/ 10829385 w 11478527"/>
                <a:gd name="connsiteY52" fmla="*/ 574234 h 2558024"/>
                <a:gd name="connsiteX53" fmla="*/ 10595254 w 11478527"/>
                <a:gd name="connsiteY53" fmla="*/ 391257 h 2558024"/>
                <a:gd name="connsiteX54" fmla="*/ 10497064 w 11478527"/>
                <a:gd name="connsiteY54" fmla="*/ 276655 h 2558024"/>
                <a:gd name="connsiteX55" fmla="*/ 10237199 w 11478527"/>
                <a:gd name="connsiteY55" fmla="*/ 36649 h 2558024"/>
                <a:gd name="connsiteX56" fmla="*/ 9826548 w 11478527"/>
                <a:gd name="connsiteY56" fmla="*/ 111849 h 2558024"/>
                <a:gd name="connsiteX57" fmla="*/ 9505608 w 11478527"/>
                <a:gd name="connsiteY57" fmla="*/ 450203 h 2558024"/>
                <a:gd name="connsiteX58" fmla="*/ 9452784 w 11478527"/>
                <a:gd name="connsiteY58" fmla="*/ 515499 h 2558024"/>
                <a:gd name="connsiteX59" fmla="*/ 8936027 w 11478527"/>
                <a:gd name="connsiteY59" fmla="*/ 1221900 h 2558024"/>
                <a:gd name="connsiteX60" fmla="*/ 8398003 w 11478527"/>
                <a:gd name="connsiteY60" fmla="*/ 1953085 h 2558024"/>
                <a:gd name="connsiteX61" fmla="*/ 8353183 w 11478527"/>
                <a:gd name="connsiteY61" fmla="*/ 2006649 h 2558024"/>
                <a:gd name="connsiteX62" fmla="*/ 8073141 w 11478527"/>
                <a:gd name="connsiteY62" fmla="*/ 2313393 h 2558024"/>
                <a:gd name="connsiteX63" fmla="*/ 7715631 w 11478527"/>
                <a:gd name="connsiteY63" fmla="*/ 2536792 h 2558024"/>
                <a:gd name="connsiteX64" fmla="*/ 7572796 w 11478527"/>
                <a:gd name="connsiteY64" fmla="*/ 2558024 h 2558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1478527" h="2558024">
                  <a:moveTo>
                    <a:pt x="7572796" y="2558024"/>
                  </a:moveTo>
                  <a:cubicBezTo>
                    <a:pt x="7529206" y="2558024"/>
                    <a:pt x="7485934" y="2552026"/>
                    <a:pt x="7443224" y="2540029"/>
                  </a:cubicBezTo>
                  <a:cubicBezTo>
                    <a:pt x="7264786" y="2489914"/>
                    <a:pt x="7127281" y="2359937"/>
                    <a:pt x="7001720" y="2231104"/>
                  </a:cubicBezTo>
                  <a:cubicBezTo>
                    <a:pt x="6804986" y="2029235"/>
                    <a:pt x="6641747" y="1801385"/>
                    <a:pt x="6483889" y="1581063"/>
                  </a:cubicBezTo>
                  <a:lnTo>
                    <a:pt x="6474250" y="1567607"/>
                  </a:lnTo>
                  <a:cubicBezTo>
                    <a:pt x="6413087" y="1482257"/>
                    <a:pt x="6351784" y="1395044"/>
                    <a:pt x="6292504" y="1310679"/>
                  </a:cubicBezTo>
                  <a:cubicBezTo>
                    <a:pt x="6186890" y="1160421"/>
                    <a:pt x="6077689" y="1005044"/>
                    <a:pt x="5965514" y="854873"/>
                  </a:cubicBezTo>
                  <a:cubicBezTo>
                    <a:pt x="5799371" y="632459"/>
                    <a:pt x="5633281" y="418786"/>
                    <a:pt x="5428633" y="249389"/>
                  </a:cubicBezTo>
                  <a:cubicBezTo>
                    <a:pt x="5251373" y="102667"/>
                    <a:pt x="5099760" y="36368"/>
                    <a:pt x="4951489" y="40766"/>
                  </a:cubicBezTo>
                  <a:cubicBezTo>
                    <a:pt x="4806033" y="45075"/>
                    <a:pt x="4697940" y="102262"/>
                    <a:pt x="4611359" y="220752"/>
                  </a:cubicBezTo>
                  <a:cubicBezTo>
                    <a:pt x="4531920" y="329444"/>
                    <a:pt x="4476651" y="478629"/>
                    <a:pt x="4412657" y="651368"/>
                  </a:cubicBezTo>
                  <a:cubicBezTo>
                    <a:pt x="4360237" y="792867"/>
                    <a:pt x="4300816" y="953222"/>
                    <a:pt x="4218246" y="1114017"/>
                  </a:cubicBezTo>
                  <a:cubicBezTo>
                    <a:pt x="4123398" y="1298718"/>
                    <a:pt x="4012788" y="1454974"/>
                    <a:pt x="3880138" y="1591758"/>
                  </a:cubicBezTo>
                  <a:cubicBezTo>
                    <a:pt x="3802617" y="1671690"/>
                    <a:pt x="3715948" y="1746239"/>
                    <a:pt x="3622542" y="1813364"/>
                  </a:cubicBezTo>
                  <a:cubicBezTo>
                    <a:pt x="3521274" y="1886119"/>
                    <a:pt x="3408536" y="1952699"/>
                    <a:pt x="3287478" y="2011222"/>
                  </a:cubicBezTo>
                  <a:cubicBezTo>
                    <a:pt x="3157800" y="2073915"/>
                    <a:pt x="3014349" y="2129413"/>
                    <a:pt x="2861118" y="2176186"/>
                  </a:cubicBezTo>
                  <a:cubicBezTo>
                    <a:pt x="2698388" y="2225862"/>
                    <a:pt x="2519563" y="2267217"/>
                    <a:pt x="2329638" y="2299144"/>
                  </a:cubicBezTo>
                  <a:cubicBezTo>
                    <a:pt x="2092623" y="2338969"/>
                    <a:pt x="1776398" y="2390474"/>
                    <a:pt x="1432046" y="2435647"/>
                  </a:cubicBezTo>
                  <a:cubicBezTo>
                    <a:pt x="1370655" y="2443703"/>
                    <a:pt x="1309211" y="2447749"/>
                    <a:pt x="1247591" y="2447749"/>
                  </a:cubicBezTo>
                  <a:cubicBezTo>
                    <a:pt x="1074219" y="2447749"/>
                    <a:pt x="899000" y="2415787"/>
                    <a:pt x="716463" y="2351212"/>
                  </a:cubicBezTo>
                  <a:cubicBezTo>
                    <a:pt x="500767" y="2274905"/>
                    <a:pt x="303067" y="2163046"/>
                    <a:pt x="128657" y="2064346"/>
                  </a:cubicBezTo>
                  <a:cubicBezTo>
                    <a:pt x="84048" y="2039103"/>
                    <a:pt x="41901" y="2015251"/>
                    <a:pt x="0" y="1992224"/>
                  </a:cubicBezTo>
                  <a:lnTo>
                    <a:pt x="1970" y="1988654"/>
                  </a:lnTo>
                  <a:cubicBezTo>
                    <a:pt x="43888" y="2011697"/>
                    <a:pt x="86035" y="2035533"/>
                    <a:pt x="130662" y="2060792"/>
                  </a:cubicBezTo>
                  <a:cubicBezTo>
                    <a:pt x="476739" y="2256628"/>
                    <a:pt x="907443" y="2500363"/>
                    <a:pt x="1431518" y="2431601"/>
                  </a:cubicBezTo>
                  <a:cubicBezTo>
                    <a:pt x="1775800" y="2386429"/>
                    <a:pt x="2091972" y="2334923"/>
                    <a:pt x="2328969" y="2295116"/>
                  </a:cubicBezTo>
                  <a:cubicBezTo>
                    <a:pt x="3896920" y="2031663"/>
                    <a:pt x="4192792" y="1233070"/>
                    <a:pt x="4408821" y="649979"/>
                  </a:cubicBezTo>
                  <a:cubicBezTo>
                    <a:pt x="4472922" y="476958"/>
                    <a:pt x="4528297" y="327527"/>
                    <a:pt x="4608052" y="218377"/>
                  </a:cubicBezTo>
                  <a:cubicBezTo>
                    <a:pt x="4695442" y="98797"/>
                    <a:pt x="4804539" y="41065"/>
                    <a:pt x="4951367" y="36702"/>
                  </a:cubicBezTo>
                  <a:cubicBezTo>
                    <a:pt x="5033673" y="34275"/>
                    <a:pt x="5120042" y="54680"/>
                    <a:pt x="5208100" y="97407"/>
                  </a:cubicBezTo>
                  <a:cubicBezTo>
                    <a:pt x="5278445" y="131533"/>
                    <a:pt x="5351428" y="180223"/>
                    <a:pt x="5431219" y="246276"/>
                  </a:cubicBezTo>
                  <a:cubicBezTo>
                    <a:pt x="5636219" y="415972"/>
                    <a:pt x="5802467" y="629855"/>
                    <a:pt x="5968768" y="852463"/>
                  </a:cubicBezTo>
                  <a:cubicBezTo>
                    <a:pt x="6080978" y="1002669"/>
                    <a:pt x="6190198" y="1158081"/>
                    <a:pt x="6295829" y="1308357"/>
                  </a:cubicBezTo>
                  <a:cubicBezTo>
                    <a:pt x="6355109" y="1392704"/>
                    <a:pt x="6416394" y="1479918"/>
                    <a:pt x="6477556" y="1565250"/>
                  </a:cubicBezTo>
                  <a:lnTo>
                    <a:pt x="6487196" y="1578706"/>
                  </a:lnTo>
                  <a:cubicBezTo>
                    <a:pt x="6644966" y="1798922"/>
                    <a:pt x="6808118" y="2026632"/>
                    <a:pt x="7004639" y="2228290"/>
                  </a:cubicBezTo>
                  <a:cubicBezTo>
                    <a:pt x="7129796" y="2356736"/>
                    <a:pt x="7266862" y="2486308"/>
                    <a:pt x="7444315" y="2536142"/>
                  </a:cubicBezTo>
                  <a:cubicBezTo>
                    <a:pt x="7532724" y="2560962"/>
                    <a:pt x="7623633" y="2559871"/>
                    <a:pt x="7714506" y="2532870"/>
                  </a:cubicBezTo>
                  <a:cubicBezTo>
                    <a:pt x="7973068" y="2456474"/>
                    <a:pt x="8190963" y="2194973"/>
                    <a:pt x="8350069" y="2004028"/>
                  </a:cubicBezTo>
                  <a:cubicBezTo>
                    <a:pt x="8365777" y="1985188"/>
                    <a:pt x="8380606" y="1967387"/>
                    <a:pt x="8394907" y="1950447"/>
                  </a:cubicBezTo>
                  <a:cubicBezTo>
                    <a:pt x="8590373" y="1719026"/>
                    <a:pt x="8764397" y="1465124"/>
                    <a:pt x="8932685" y="1219578"/>
                  </a:cubicBezTo>
                  <a:cubicBezTo>
                    <a:pt x="9094676" y="983214"/>
                    <a:pt x="9262191" y="738793"/>
                    <a:pt x="9449671" y="512878"/>
                  </a:cubicBezTo>
                  <a:cubicBezTo>
                    <a:pt x="9465801" y="493440"/>
                    <a:pt x="9483603" y="471188"/>
                    <a:pt x="9502442" y="447635"/>
                  </a:cubicBezTo>
                  <a:cubicBezTo>
                    <a:pt x="9584836" y="344625"/>
                    <a:pt x="9697697" y="203549"/>
                    <a:pt x="9824103" y="108560"/>
                  </a:cubicBezTo>
                  <a:cubicBezTo>
                    <a:pt x="9893075" y="56738"/>
                    <a:pt x="9960377" y="23087"/>
                    <a:pt x="10024178" y="8557"/>
                  </a:cubicBezTo>
                  <a:cubicBezTo>
                    <a:pt x="10098427" y="-8365"/>
                    <a:pt x="10170707" y="-168"/>
                    <a:pt x="10238993" y="32955"/>
                  </a:cubicBezTo>
                  <a:cubicBezTo>
                    <a:pt x="10348653" y="86132"/>
                    <a:pt x="10425717" y="181666"/>
                    <a:pt x="10500248" y="274069"/>
                  </a:cubicBezTo>
                  <a:cubicBezTo>
                    <a:pt x="10533371" y="315143"/>
                    <a:pt x="10564664" y="353930"/>
                    <a:pt x="10598192" y="388390"/>
                  </a:cubicBezTo>
                  <a:cubicBezTo>
                    <a:pt x="10651157" y="442868"/>
                    <a:pt x="10734853" y="502183"/>
                    <a:pt x="10831760" y="570892"/>
                  </a:cubicBezTo>
                  <a:cubicBezTo>
                    <a:pt x="10956441" y="659266"/>
                    <a:pt x="11097746" y="759444"/>
                    <a:pt x="11219121" y="881065"/>
                  </a:cubicBezTo>
                  <a:cubicBezTo>
                    <a:pt x="11360109" y="1022335"/>
                    <a:pt x="11444965" y="1164027"/>
                    <a:pt x="11478528" y="1314285"/>
                  </a:cubicBezTo>
                  <a:lnTo>
                    <a:pt x="11474535" y="1315182"/>
                  </a:lnTo>
                  <a:cubicBezTo>
                    <a:pt x="11399283" y="978236"/>
                    <a:pt x="11069900" y="744739"/>
                    <a:pt x="10829385" y="574234"/>
                  </a:cubicBezTo>
                  <a:cubicBezTo>
                    <a:pt x="10732320" y="505420"/>
                    <a:pt x="10648483" y="445999"/>
                    <a:pt x="10595254" y="391257"/>
                  </a:cubicBezTo>
                  <a:cubicBezTo>
                    <a:pt x="10561604" y="356639"/>
                    <a:pt x="10530257" y="317781"/>
                    <a:pt x="10497064" y="276655"/>
                  </a:cubicBezTo>
                  <a:cubicBezTo>
                    <a:pt x="10422814" y="184621"/>
                    <a:pt x="10346031" y="89438"/>
                    <a:pt x="10237199" y="36649"/>
                  </a:cubicBezTo>
                  <a:cubicBezTo>
                    <a:pt x="10110195" y="-24953"/>
                    <a:pt x="9975874" y="-343"/>
                    <a:pt x="9826548" y="111849"/>
                  </a:cubicBezTo>
                  <a:cubicBezTo>
                    <a:pt x="9700547" y="206521"/>
                    <a:pt x="9587879" y="347369"/>
                    <a:pt x="9505608" y="450203"/>
                  </a:cubicBezTo>
                  <a:cubicBezTo>
                    <a:pt x="9486752" y="473774"/>
                    <a:pt x="9468933" y="496044"/>
                    <a:pt x="9452784" y="515499"/>
                  </a:cubicBezTo>
                  <a:cubicBezTo>
                    <a:pt x="9265445" y="741274"/>
                    <a:pt x="9097983" y="985606"/>
                    <a:pt x="8936027" y="1221900"/>
                  </a:cubicBezTo>
                  <a:cubicBezTo>
                    <a:pt x="8767685" y="1467516"/>
                    <a:pt x="8593610" y="1721506"/>
                    <a:pt x="8398003" y="1953085"/>
                  </a:cubicBezTo>
                  <a:cubicBezTo>
                    <a:pt x="8383720" y="1970008"/>
                    <a:pt x="8368891" y="1987809"/>
                    <a:pt x="8353183" y="2006649"/>
                  </a:cubicBezTo>
                  <a:cubicBezTo>
                    <a:pt x="8276206" y="2099035"/>
                    <a:pt x="8180391" y="2214006"/>
                    <a:pt x="8073141" y="2313393"/>
                  </a:cubicBezTo>
                  <a:cubicBezTo>
                    <a:pt x="7947580" y="2429737"/>
                    <a:pt x="7830638" y="2502807"/>
                    <a:pt x="7715631" y="2536792"/>
                  </a:cubicBezTo>
                  <a:cubicBezTo>
                    <a:pt x="7667943" y="2550935"/>
                    <a:pt x="7620185" y="2558024"/>
                    <a:pt x="7572796" y="2558024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" name="任意多边形: 形状 1402"/>
            <p:cNvSpPr/>
            <p:nvPr>
              <p:custDataLst>
                <p:tags r:id="rId23"/>
              </p:custDataLst>
            </p:nvPr>
          </p:nvSpPr>
          <p:spPr>
            <a:xfrm>
              <a:off x="633276" y="2496356"/>
              <a:ext cx="11557702" cy="2669181"/>
            </a:xfrm>
            <a:custGeom>
              <a:avLst/>
              <a:gdLst>
                <a:gd name="connsiteX0" fmla="*/ 7689368 w 11557702"/>
                <a:gd name="connsiteY0" fmla="*/ 2669181 h 2669181"/>
                <a:gd name="connsiteX1" fmla="*/ 7556349 w 11557702"/>
                <a:gd name="connsiteY1" fmla="*/ 2650096 h 2669181"/>
                <a:gd name="connsiteX2" fmla="*/ 7307848 w 11557702"/>
                <a:gd name="connsiteY2" fmla="*/ 2515317 h 2669181"/>
                <a:gd name="connsiteX3" fmla="*/ 7108741 w 11557702"/>
                <a:gd name="connsiteY3" fmla="*/ 2324811 h 2669181"/>
                <a:gd name="connsiteX4" fmla="*/ 6590418 w 11557702"/>
                <a:gd name="connsiteY4" fmla="*/ 1641947 h 2669181"/>
                <a:gd name="connsiteX5" fmla="*/ 6580936 w 11557702"/>
                <a:gd name="connsiteY5" fmla="*/ 1628032 h 2669181"/>
                <a:gd name="connsiteX6" fmla="*/ 6408778 w 11557702"/>
                <a:gd name="connsiteY6" fmla="*/ 1372301 h 2669181"/>
                <a:gd name="connsiteX7" fmla="*/ 6073291 w 11557702"/>
                <a:gd name="connsiteY7" fmla="*/ 882053 h 2669181"/>
                <a:gd name="connsiteX8" fmla="*/ 5532787 w 11557702"/>
                <a:gd name="connsiteY8" fmla="*/ 250799 h 2669181"/>
                <a:gd name="connsiteX9" fmla="*/ 5045933 w 11557702"/>
                <a:gd name="connsiteY9" fmla="*/ 36071 h 2669181"/>
                <a:gd name="connsiteX10" fmla="*/ 4714844 w 11557702"/>
                <a:gd name="connsiteY10" fmla="*/ 227597 h 2669181"/>
                <a:gd name="connsiteX11" fmla="*/ 4529264 w 11557702"/>
                <a:gd name="connsiteY11" fmla="*/ 678214 h 2669181"/>
                <a:gd name="connsiteX12" fmla="*/ 4343349 w 11557702"/>
                <a:gd name="connsiteY12" fmla="*/ 1173616 h 2669181"/>
                <a:gd name="connsiteX13" fmla="*/ 4006843 w 11557702"/>
                <a:gd name="connsiteY13" fmla="*/ 1685343 h 2669181"/>
                <a:gd name="connsiteX14" fmla="*/ 3744919 w 11557702"/>
                <a:gd name="connsiteY14" fmla="*/ 1922217 h 2669181"/>
                <a:gd name="connsiteX15" fmla="*/ 3400778 w 11557702"/>
                <a:gd name="connsiteY15" fmla="*/ 2133039 h 2669181"/>
                <a:gd name="connsiteX16" fmla="*/ 2959572 w 11557702"/>
                <a:gd name="connsiteY16" fmla="*/ 2307784 h 2669181"/>
                <a:gd name="connsiteX17" fmla="*/ 2406456 w 11557702"/>
                <a:gd name="connsiteY17" fmla="*/ 2436476 h 2669181"/>
                <a:gd name="connsiteX18" fmla="*/ 1485327 w 11557702"/>
                <a:gd name="connsiteY18" fmla="*/ 2566576 h 2669181"/>
                <a:gd name="connsiteX19" fmla="*/ 742250 w 11557702"/>
                <a:gd name="connsiteY19" fmla="*/ 2455738 h 2669181"/>
                <a:gd name="connsiteX20" fmla="*/ 129431 w 11557702"/>
                <a:gd name="connsiteY20" fmla="*/ 2127428 h 2669181"/>
                <a:gd name="connsiteX21" fmla="*/ 0 w 11557702"/>
                <a:gd name="connsiteY21" fmla="*/ 2048288 h 2669181"/>
                <a:gd name="connsiteX22" fmla="*/ 2076 w 11557702"/>
                <a:gd name="connsiteY22" fmla="*/ 2044840 h 2669181"/>
                <a:gd name="connsiteX23" fmla="*/ 131542 w 11557702"/>
                <a:gd name="connsiteY23" fmla="*/ 2123998 h 2669181"/>
                <a:gd name="connsiteX24" fmla="*/ 1484888 w 11557702"/>
                <a:gd name="connsiteY24" fmla="*/ 2562565 h 2669181"/>
                <a:gd name="connsiteX25" fmla="*/ 2405805 w 11557702"/>
                <a:gd name="connsiteY25" fmla="*/ 2432500 h 2669181"/>
                <a:gd name="connsiteX26" fmla="*/ 4525464 w 11557702"/>
                <a:gd name="connsiteY26" fmla="*/ 676930 h 2669181"/>
                <a:gd name="connsiteX27" fmla="*/ 4711519 w 11557702"/>
                <a:gd name="connsiteY27" fmla="*/ 225328 h 2669181"/>
                <a:gd name="connsiteX28" fmla="*/ 5045792 w 11557702"/>
                <a:gd name="connsiteY28" fmla="*/ 32008 h 2669181"/>
                <a:gd name="connsiteX29" fmla="*/ 5308437 w 11557702"/>
                <a:gd name="connsiteY29" fmla="*/ 93135 h 2669181"/>
                <a:gd name="connsiteX30" fmla="*/ 5535425 w 11557702"/>
                <a:gd name="connsiteY30" fmla="*/ 247685 h 2669181"/>
                <a:gd name="connsiteX31" fmla="*/ 6076598 w 11557702"/>
                <a:gd name="connsiteY31" fmla="*/ 879678 h 2669181"/>
                <a:gd name="connsiteX32" fmla="*/ 6412155 w 11557702"/>
                <a:gd name="connsiteY32" fmla="*/ 1370032 h 2669181"/>
                <a:gd name="connsiteX33" fmla="*/ 6584296 w 11557702"/>
                <a:gd name="connsiteY33" fmla="*/ 1625746 h 2669181"/>
                <a:gd name="connsiteX34" fmla="*/ 6593778 w 11557702"/>
                <a:gd name="connsiteY34" fmla="*/ 1639660 h 2669181"/>
                <a:gd name="connsiteX35" fmla="*/ 7111713 w 11557702"/>
                <a:gd name="connsiteY35" fmla="*/ 2322050 h 2669181"/>
                <a:gd name="connsiteX36" fmla="*/ 7557492 w 11557702"/>
                <a:gd name="connsiteY36" fmla="*/ 2646208 h 2669181"/>
                <a:gd name="connsiteX37" fmla="*/ 7833681 w 11557702"/>
                <a:gd name="connsiteY37" fmla="*/ 2643095 h 2669181"/>
                <a:gd name="connsiteX38" fmla="*/ 8480168 w 11557702"/>
                <a:gd name="connsiteY38" fmla="*/ 2085404 h 2669181"/>
                <a:gd name="connsiteX39" fmla="*/ 8521770 w 11557702"/>
                <a:gd name="connsiteY39" fmla="*/ 2033530 h 2669181"/>
                <a:gd name="connsiteX40" fmla="*/ 9059073 w 11557702"/>
                <a:gd name="connsiteY40" fmla="*/ 1272176 h 2669181"/>
                <a:gd name="connsiteX41" fmla="*/ 9577272 w 11557702"/>
                <a:gd name="connsiteY41" fmla="*/ 534024 h 2669181"/>
                <a:gd name="connsiteX42" fmla="*/ 9626579 w 11557702"/>
                <a:gd name="connsiteY42" fmla="*/ 470628 h 2669181"/>
                <a:gd name="connsiteX43" fmla="*/ 10378135 w 11557702"/>
                <a:gd name="connsiteY43" fmla="*/ 35790 h 2669181"/>
                <a:gd name="connsiteX44" fmla="*/ 10648079 w 11557702"/>
                <a:gd name="connsiteY44" fmla="*/ 298170 h 2669181"/>
                <a:gd name="connsiteX45" fmla="*/ 10739585 w 11557702"/>
                <a:gd name="connsiteY45" fmla="*/ 412421 h 2669181"/>
                <a:gd name="connsiteX46" fmla="*/ 10966872 w 11557702"/>
                <a:gd name="connsiteY46" fmla="*/ 606955 h 2669181"/>
                <a:gd name="connsiteX47" fmla="*/ 11319351 w 11557702"/>
                <a:gd name="connsiteY47" fmla="*/ 913434 h 2669181"/>
                <a:gd name="connsiteX48" fmla="*/ 11557703 w 11557702"/>
                <a:gd name="connsiteY48" fmla="*/ 1327076 h 2669181"/>
                <a:gd name="connsiteX49" fmla="*/ 11553780 w 11557702"/>
                <a:gd name="connsiteY49" fmla="*/ 1327991 h 2669181"/>
                <a:gd name="connsiteX50" fmla="*/ 10964410 w 11557702"/>
                <a:gd name="connsiteY50" fmla="*/ 610139 h 2669181"/>
                <a:gd name="connsiteX51" fmla="*/ 10736594 w 11557702"/>
                <a:gd name="connsiteY51" fmla="*/ 415112 h 2669181"/>
                <a:gd name="connsiteX52" fmla="*/ 10644878 w 11557702"/>
                <a:gd name="connsiteY52" fmla="*/ 300615 h 2669181"/>
                <a:gd name="connsiteX53" fmla="*/ 10376305 w 11557702"/>
                <a:gd name="connsiteY53" fmla="*/ 39378 h 2669181"/>
                <a:gd name="connsiteX54" fmla="*/ 9629745 w 11557702"/>
                <a:gd name="connsiteY54" fmla="*/ 473091 h 2669181"/>
                <a:gd name="connsiteX55" fmla="*/ 9580404 w 11557702"/>
                <a:gd name="connsiteY55" fmla="*/ 536540 h 2669181"/>
                <a:gd name="connsiteX56" fmla="*/ 9062415 w 11557702"/>
                <a:gd name="connsiteY56" fmla="*/ 1274392 h 2669181"/>
                <a:gd name="connsiteX57" fmla="*/ 8524883 w 11557702"/>
                <a:gd name="connsiteY57" fmla="*/ 2036063 h 2669181"/>
                <a:gd name="connsiteX58" fmla="*/ 8483300 w 11557702"/>
                <a:gd name="connsiteY58" fmla="*/ 2087920 h 2669181"/>
                <a:gd name="connsiteX59" fmla="*/ 8200286 w 11557702"/>
                <a:gd name="connsiteY59" fmla="*/ 2410653 h 2669181"/>
                <a:gd name="connsiteX60" fmla="*/ 7834824 w 11557702"/>
                <a:gd name="connsiteY60" fmla="*/ 2646929 h 2669181"/>
                <a:gd name="connsiteX61" fmla="*/ 7689368 w 11557702"/>
                <a:gd name="connsiteY61" fmla="*/ 2669181 h 2669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1557702" h="2669181">
                  <a:moveTo>
                    <a:pt x="7689368" y="2669181"/>
                  </a:moveTo>
                  <a:cubicBezTo>
                    <a:pt x="7644636" y="2669181"/>
                    <a:pt x="7600202" y="2662814"/>
                    <a:pt x="7556349" y="2650096"/>
                  </a:cubicBezTo>
                  <a:cubicBezTo>
                    <a:pt x="7472934" y="2625891"/>
                    <a:pt x="7391648" y="2581809"/>
                    <a:pt x="7307848" y="2515317"/>
                  </a:cubicBezTo>
                  <a:cubicBezTo>
                    <a:pt x="7234829" y="2457391"/>
                    <a:pt x="7169005" y="2389527"/>
                    <a:pt x="7108741" y="2324811"/>
                  </a:cubicBezTo>
                  <a:cubicBezTo>
                    <a:pt x="6911040" y="2112546"/>
                    <a:pt x="6748046" y="1873315"/>
                    <a:pt x="6590418" y="1641947"/>
                  </a:cubicBezTo>
                  <a:lnTo>
                    <a:pt x="6580936" y="1628032"/>
                  </a:lnTo>
                  <a:cubicBezTo>
                    <a:pt x="6523028" y="1543053"/>
                    <a:pt x="6464944" y="1456243"/>
                    <a:pt x="6408778" y="1372301"/>
                  </a:cubicBezTo>
                  <a:cubicBezTo>
                    <a:pt x="6300613" y="1210644"/>
                    <a:pt x="6188773" y="1043499"/>
                    <a:pt x="6073291" y="882053"/>
                  </a:cubicBezTo>
                  <a:cubicBezTo>
                    <a:pt x="5907623" y="650421"/>
                    <a:pt x="5741604" y="427848"/>
                    <a:pt x="5532787" y="250799"/>
                  </a:cubicBezTo>
                  <a:cubicBezTo>
                    <a:pt x="5419134" y="154438"/>
                    <a:pt x="5245023" y="27364"/>
                    <a:pt x="5045933" y="36071"/>
                  </a:cubicBezTo>
                  <a:cubicBezTo>
                    <a:pt x="4902588" y="42351"/>
                    <a:pt x="4797379" y="103214"/>
                    <a:pt x="4714844" y="227597"/>
                  </a:cubicBezTo>
                  <a:cubicBezTo>
                    <a:pt x="4639117" y="341707"/>
                    <a:pt x="4588210" y="497647"/>
                    <a:pt x="4529264" y="678214"/>
                  </a:cubicBezTo>
                  <a:cubicBezTo>
                    <a:pt x="4479817" y="829668"/>
                    <a:pt x="4423791" y="1001335"/>
                    <a:pt x="4343349" y="1173616"/>
                  </a:cubicBezTo>
                  <a:cubicBezTo>
                    <a:pt x="4250912" y="1371615"/>
                    <a:pt x="4140830" y="1539007"/>
                    <a:pt x="4006843" y="1685343"/>
                  </a:cubicBezTo>
                  <a:cubicBezTo>
                    <a:pt x="3928530" y="1770885"/>
                    <a:pt x="3840401" y="1850588"/>
                    <a:pt x="3744919" y="1922217"/>
                  </a:cubicBezTo>
                  <a:cubicBezTo>
                    <a:pt x="3641382" y="1999896"/>
                    <a:pt x="3525601" y="2070839"/>
                    <a:pt x="3400778" y="2133039"/>
                  </a:cubicBezTo>
                  <a:cubicBezTo>
                    <a:pt x="3267038" y="2199690"/>
                    <a:pt x="3118591" y="2258477"/>
                    <a:pt x="2959572" y="2307784"/>
                  </a:cubicBezTo>
                  <a:cubicBezTo>
                    <a:pt x="2790633" y="2360168"/>
                    <a:pt x="2604543" y="2403458"/>
                    <a:pt x="2406456" y="2436476"/>
                  </a:cubicBezTo>
                  <a:cubicBezTo>
                    <a:pt x="2079870" y="2490901"/>
                    <a:pt x="1778561" y="2533453"/>
                    <a:pt x="1485327" y="2566576"/>
                  </a:cubicBezTo>
                  <a:cubicBezTo>
                    <a:pt x="1242912" y="2593946"/>
                    <a:pt x="999846" y="2557693"/>
                    <a:pt x="742250" y="2455738"/>
                  </a:cubicBezTo>
                  <a:cubicBezTo>
                    <a:pt x="517689" y="2366853"/>
                    <a:pt x="311423" y="2239656"/>
                    <a:pt x="129431" y="2127428"/>
                  </a:cubicBezTo>
                  <a:cubicBezTo>
                    <a:pt x="84575" y="2099758"/>
                    <a:pt x="42182" y="2073636"/>
                    <a:pt x="0" y="2048288"/>
                  </a:cubicBezTo>
                  <a:lnTo>
                    <a:pt x="2076" y="2044840"/>
                  </a:lnTo>
                  <a:cubicBezTo>
                    <a:pt x="44275" y="2070206"/>
                    <a:pt x="86669" y="2096328"/>
                    <a:pt x="131542" y="2123998"/>
                  </a:cubicBezTo>
                  <a:cubicBezTo>
                    <a:pt x="492676" y="2346694"/>
                    <a:pt x="942114" y="2623850"/>
                    <a:pt x="1484888" y="2562565"/>
                  </a:cubicBezTo>
                  <a:cubicBezTo>
                    <a:pt x="1778051" y="2529460"/>
                    <a:pt x="2079289" y="2486926"/>
                    <a:pt x="2405805" y="2432500"/>
                  </a:cubicBezTo>
                  <a:cubicBezTo>
                    <a:pt x="4041355" y="2159918"/>
                    <a:pt x="4321150" y="1302784"/>
                    <a:pt x="4525464" y="676930"/>
                  </a:cubicBezTo>
                  <a:cubicBezTo>
                    <a:pt x="4584498" y="496081"/>
                    <a:pt x="4635476" y="339913"/>
                    <a:pt x="4711519" y="225328"/>
                  </a:cubicBezTo>
                  <a:cubicBezTo>
                    <a:pt x="4794828" y="99767"/>
                    <a:pt x="4901057" y="38340"/>
                    <a:pt x="5045792" y="32008"/>
                  </a:cubicBezTo>
                  <a:cubicBezTo>
                    <a:pt x="5130069" y="28331"/>
                    <a:pt x="5218443" y="48877"/>
                    <a:pt x="5308437" y="93135"/>
                  </a:cubicBezTo>
                  <a:cubicBezTo>
                    <a:pt x="5380013" y="128334"/>
                    <a:pt x="5454262" y="178889"/>
                    <a:pt x="5535425" y="247685"/>
                  </a:cubicBezTo>
                  <a:cubicBezTo>
                    <a:pt x="5744594" y="425033"/>
                    <a:pt x="5910772" y="647835"/>
                    <a:pt x="6076598" y="879678"/>
                  </a:cubicBezTo>
                  <a:cubicBezTo>
                    <a:pt x="6192097" y="1041159"/>
                    <a:pt x="6303973" y="1208340"/>
                    <a:pt x="6412155" y="1370032"/>
                  </a:cubicBezTo>
                  <a:cubicBezTo>
                    <a:pt x="6468321" y="1453974"/>
                    <a:pt x="6526405" y="1540783"/>
                    <a:pt x="6584296" y="1625746"/>
                  </a:cubicBezTo>
                  <a:lnTo>
                    <a:pt x="6593778" y="1639660"/>
                  </a:lnTo>
                  <a:cubicBezTo>
                    <a:pt x="6751318" y="1870905"/>
                    <a:pt x="6914224" y="2110013"/>
                    <a:pt x="7111713" y="2322050"/>
                  </a:cubicBezTo>
                  <a:cubicBezTo>
                    <a:pt x="7232014" y="2451199"/>
                    <a:pt x="7375588" y="2593419"/>
                    <a:pt x="7557492" y="2646208"/>
                  </a:cubicBezTo>
                  <a:cubicBezTo>
                    <a:pt x="7647925" y="2672453"/>
                    <a:pt x="7740839" y="2671398"/>
                    <a:pt x="7833681" y="2643095"/>
                  </a:cubicBezTo>
                  <a:cubicBezTo>
                    <a:pt x="8099017" y="2562565"/>
                    <a:pt x="8319321" y="2286781"/>
                    <a:pt x="8480168" y="2085404"/>
                  </a:cubicBezTo>
                  <a:cubicBezTo>
                    <a:pt x="8494734" y="2067163"/>
                    <a:pt x="8508489" y="2049941"/>
                    <a:pt x="8521770" y="2033530"/>
                  </a:cubicBezTo>
                  <a:cubicBezTo>
                    <a:pt x="8717341" y="1791607"/>
                    <a:pt x="8891066" y="1527538"/>
                    <a:pt x="9059073" y="1272176"/>
                  </a:cubicBezTo>
                  <a:cubicBezTo>
                    <a:pt x="9221328" y="1025539"/>
                    <a:pt x="9389107" y="770511"/>
                    <a:pt x="9577272" y="534024"/>
                  </a:cubicBezTo>
                  <a:cubicBezTo>
                    <a:pt x="9592348" y="515079"/>
                    <a:pt x="9608970" y="493478"/>
                    <a:pt x="9626579" y="470628"/>
                  </a:cubicBezTo>
                  <a:cubicBezTo>
                    <a:pt x="9795536" y="251168"/>
                    <a:pt x="10078339" y="-116122"/>
                    <a:pt x="10378135" y="35790"/>
                  </a:cubicBezTo>
                  <a:cubicBezTo>
                    <a:pt x="10492720" y="93839"/>
                    <a:pt x="10571701" y="197728"/>
                    <a:pt x="10648079" y="298170"/>
                  </a:cubicBezTo>
                  <a:cubicBezTo>
                    <a:pt x="10679109" y="338980"/>
                    <a:pt x="10708414" y="377521"/>
                    <a:pt x="10739585" y="412421"/>
                  </a:cubicBezTo>
                  <a:cubicBezTo>
                    <a:pt x="10791863" y="470962"/>
                    <a:pt x="10872956" y="533989"/>
                    <a:pt x="10966872" y="606955"/>
                  </a:cubicBezTo>
                  <a:cubicBezTo>
                    <a:pt x="11080489" y="695242"/>
                    <a:pt x="11209269" y="795314"/>
                    <a:pt x="11319351" y="913434"/>
                  </a:cubicBezTo>
                  <a:cubicBezTo>
                    <a:pt x="11446795" y="1050183"/>
                    <a:pt x="11524756" y="1185490"/>
                    <a:pt x="11557703" y="1327076"/>
                  </a:cubicBezTo>
                  <a:lnTo>
                    <a:pt x="11553780" y="1327991"/>
                  </a:lnTo>
                  <a:cubicBezTo>
                    <a:pt x="11479970" y="1010745"/>
                    <a:pt x="11194107" y="788630"/>
                    <a:pt x="10964410" y="610139"/>
                  </a:cubicBezTo>
                  <a:cubicBezTo>
                    <a:pt x="10870353" y="537050"/>
                    <a:pt x="10789120" y="473935"/>
                    <a:pt x="10736594" y="415112"/>
                  </a:cubicBezTo>
                  <a:cubicBezTo>
                    <a:pt x="10705318" y="380089"/>
                    <a:pt x="10675960" y="341478"/>
                    <a:pt x="10644878" y="300615"/>
                  </a:cubicBezTo>
                  <a:cubicBezTo>
                    <a:pt x="10568763" y="200525"/>
                    <a:pt x="10490063" y="97022"/>
                    <a:pt x="10376305" y="39378"/>
                  </a:cubicBezTo>
                  <a:cubicBezTo>
                    <a:pt x="10079465" y="-111021"/>
                    <a:pt x="9797946" y="254616"/>
                    <a:pt x="9629745" y="473091"/>
                  </a:cubicBezTo>
                  <a:cubicBezTo>
                    <a:pt x="9612137" y="495958"/>
                    <a:pt x="9595497" y="517577"/>
                    <a:pt x="9580404" y="536540"/>
                  </a:cubicBezTo>
                  <a:cubicBezTo>
                    <a:pt x="9392343" y="772886"/>
                    <a:pt x="9224617" y="1027843"/>
                    <a:pt x="9062415" y="1274392"/>
                  </a:cubicBezTo>
                  <a:cubicBezTo>
                    <a:pt x="8894355" y="1529842"/>
                    <a:pt x="8720578" y="1793999"/>
                    <a:pt x="8524883" y="2036063"/>
                  </a:cubicBezTo>
                  <a:cubicBezTo>
                    <a:pt x="8511603" y="2052475"/>
                    <a:pt x="8497864" y="2069696"/>
                    <a:pt x="8483300" y="2087920"/>
                  </a:cubicBezTo>
                  <a:cubicBezTo>
                    <a:pt x="8405831" y="2184914"/>
                    <a:pt x="8309399" y="2305602"/>
                    <a:pt x="8200286" y="2410653"/>
                  </a:cubicBezTo>
                  <a:cubicBezTo>
                    <a:pt x="8072314" y="2533857"/>
                    <a:pt x="7952769" y="2611150"/>
                    <a:pt x="7834824" y="2646929"/>
                  </a:cubicBezTo>
                  <a:cubicBezTo>
                    <a:pt x="7786240" y="2661776"/>
                    <a:pt x="7737637" y="2669181"/>
                    <a:pt x="7689368" y="266918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6" name="任意多边形: 形状 1403"/>
            <p:cNvSpPr/>
            <p:nvPr>
              <p:custDataLst>
                <p:tags r:id="rId24"/>
              </p:custDataLst>
            </p:nvPr>
          </p:nvSpPr>
          <p:spPr>
            <a:xfrm>
              <a:off x="554066" y="2433721"/>
              <a:ext cx="11636807" cy="2779996"/>
            </a:xfrm>
            <a:custGeom>
              <a:avLst/>
              <a:gdLst>
                <a:gd name="connsiteX0" fmla="*/ 7805976 w 11636807"/>
                <a:gd name="connsiteY0" fmla="*/ 2779996 h 2779996"/>
                <a:gd name="connsiteX1" fmla="*/ 7669509 w 11636807"/>
                <a:gd name="connsiteY1" fmla="*/ 2759820 h 2779996"/>
                <a:gd name="connsiteX2" fmla="*/ 7215796 w 11636807"/>
                <a:gd name="connsiteY2" fmla="*/ 2418212 h 2779996"/>
                <a:gd name="connsiteX3" fmla="*/ 6696735 w 11636807"/>
                <a:gd name="connsiteY3" fmla="*/ 1702118 h 2779996"/>
                <a:gd name="connsiteX4" fmla="*/ 6687675 w 11636807"/>
                <a:gd name="connsiteY4" fmla="*/ 1688169 h 2779996"/>
                <a:gd name="connsiteX5" fmla="*/ 6523943 w 11636807"/>
                <a:gd name="connsiteY5" fmla="*/ 1433107 h 2779996"/>
                <a:gd name="connsiteX6" fmla="*/ 6181121 w 11636807"/>
                <a:gd name="connsiteY6" fmla="*/ 908926 h 2779996"/>
                <a:gd name="connsiteX7" fmla="*/ 5636993 w 11636807"/>
                <a:gd name="connsiteY7" fmla="*/ 251884 h 2779996"/>
                <a:gd name="connsiteX8" fmla="*/ 5140412 w 11636807"/>
                <a:gd name="connsiteY8" fmla="*/ 31053 h 2779996"/>
                <a:gd name="connsiteX9" fmla="*/ 4817819 w 11636807"/>
                <a:gd name="connsiteY9" fmla="*/ 233819 h 2779996"/>
                <a:gd name="connsiteX10" fmla="*/ 4644816 w 11636807"/>
                <a:gd name="connsiteY10" fmla="*/ 704102 h 2779996"/>
                <a:gd name="connsiteX11" fmla="*/ 4467644 w 11636807"/>
                <a:gd name="connsiteY11" fmla="*/ 1232399 h 2779996"/>
                <a:gd name="connsiteX12" fmla="*/ 4133055 w 11636807"/>
                <a:gd name="connsiteY12" fmla="*/ 1778374 h 2779996"/>
                <a:gd name="connsiteX13" fmla="*/ 3866980 w 11636807"/>
                <a:gd name="connsiteY13" fmla="*/ 2030657 h 2779996"/>
                <a:gd name="connsiteX14" fmla="*/ 3513886 w 11636807"/>
                <a:gd name="connsiteY14" fmla="*/ 2254549 h 2779996"/>
                <a:gd name="connsiteX15" fmla="*/ 3057939 w 11636807"/>
                <a:gd name="connsiteY15" fmla="*/ 2439145 h 2779996"/>
                <a:gd name="connsiteX16" fmla="*/ 2483273 w 11636807"/>
                <a:gd name="connsiteY16" fmla="*/ 2573571 h 2779996"/>
                <a:gd name="connsiteX17" fmla="*/ 1538609 w 11636807"/>
                <a:gd name="connsiteY17" fmla="*/ 2697251 h 2779996"/>
                <a:gd name="connsiteX18" fmla="*/ 1407876 w 11636807"/>
                <a:gd name="connsiteY18" fmla="*/ 2703513 h 2779996"/>
                <a:gd name="connsiteX19" fmla="*/ 768231 w 11636807"/>
                <a:gd name="connsiteY19" fmla="*/ 2559921 h 2779996"/>
                <a:gd name="connsiteX20" fmla="*/ 130504 w 11636807"/>
                <a:gd name="connsiteY20" fmla="*/ 2190080 h 2779996"/>
                <a:gd name="connsiteX21" fmla="*/ 0 w 11636807"/>
                <a:gd name="connsiteY21" fmla="*/ 2104115 h 2779996"/>
                <a:gd name="connsiteX22" fmla="*/ 2146 w 11636807"/>
                <a:gd name="connsiteY22" fmla="*/ 2100790 h 2779996"/>
                <a:gd name="connsiteX23" fmla="*/ 132685 w 11636807"/>
                <a:gd name="connsiteY23" fmla="*/ 2186773 h 2779996"/>
                <a:gd name="connsiteX24" fmla="*/ 1538204 w 11636807"/>
                <a:gd name="connsiteY24" fmla="*/ 2693310 h 2779996"/>
                <a:gd name="connsiteX25" fmla="*/ 2482605 w 11636807"/>
                <a:gd name="connsiteY25" fmla="*/ 2569666 h 2779996"/>
                <a:gd name="connsiteX26" fmla="*/ 4640982 w 11636807"/>
                <a:gd name="connsiteY26" fmla="*/ 703029 h 2779996"/>
                <a:gd name="connsiteX27" fmla="*/ 4814389 w 11636807"/>
                <a:gd name="connsiteY27" fmla="*/ 231778 h 2779996"/>
                <a:gd name="connsiteX28" fmla="*/ 5140148 w 11636807"/>
                <a:gd name="connsiteY28" fmla="*/ 27112 h 2779996"/>
                <a:gd name="connsiteX29" fmla="*/ 5408703 w 11636807"/>
                <a:gd name="connsiteY29" fmla="*/ 88627 h 2779996"/>
                <a:gd name="connsiteX30" fmla="*/ 5639543 w 11636807"/>
                <a:gd name="connsiteY30" fmla="*/ 248911 h 2779996"/>
                <a:gd name="connsiteX31" fmla="*/ 6184340 w 11636807"/>
                <a:gd name="connsiteY31" fmla="*/ 906692 h 2779996"/>
                <a:gd name="connsiteX32" fmla="*/ 6527232 w 11636807"/>
                <a:gd name="connsiteY32" fmla="*/ 1430978 h 2779996"/>
                <a:gd name="connsiteX33" fmla="*/ 6690948 w 11636807"/>
                <a:gd name="connsiteY33" fmla="*/ 1686023 h 2779996"/>
                <a:gd name="connsiteX34" fmla="*/ 6700007 w 11636807"/>
                <a:gd name="connsiteY34" fmla="*/ 1699972 h 2779996"/>
                <a:gd name="connsiteX35" fmla="*/ 7218699 w 11636807"/>
                <a:gd name="connsiteY35" fmla="*/ 2415573 h 2779996"/>
                <a:gd name="connsiteX36" fmla="*/ 7670600 w 11636807"/>
                <a:gd name="connsiteY36" fmla="*/ 2756020 h 2779996"/>
                <a:gd name="connsiteX37" fmla="*/ 7952769 w 11636807"/>
                <a:gd name="connsiteY37" fmla="*/ 2753065 h 2779996"/>
                <a:gd name="connsiteX38" fmla="*/ 8610250 w 11636807"/>
                <a:gd name="connsiteY38" fmla="*/ 2166122 h 2779996"/>
                <a:gd name="connsiteX39" fmla="*/ 8648563 w 11636807"/>
                <a:gd name="connsiteY39" fmla="*/ 2116341 h 2779996"/>
                <a:gd name="connsiteX40" fmla="*/ 9185566 w 11636807"/>
                <a:gd name="connsiteY40" fmla="*/ 1324344 h 2779996"/>
                <a:gd name="connsiteX41" fmla="*/ 9704821 w 11636807"/>
                <a:gd name="connsiteY41" fmla="*/ 554881 h 2779996"/>
                <a:gd name="connsiteX42" fmla="*/ 9750610 w 11636807"/>
                <a:gd name="connsiteY42" fmla="*/ 493719 h 2779996"/>
                <a:gd name="connsiteX43" fmla="*/ 10080978 w 11636807"/>
                <a:gd name="connsiteY43" fmla="*/ 120483 h 2779996"/>
                <a:gd name="connsiteX44" fmla="*/ 10290710 w 11636807"/>
                <a:gd name="connsiteY44" fmla="*/ 9188 h 2779996"/>
                <a:gd name="connsiteX45" fmla="*/ 10517205 w 11636807"/>
                <a:gd name="connsiteY45" fmla="*/ 38335 h 2779996"/>
                <a:gd name="connsiteX46" fmla="*/ 10796772 w 11636807"/>
                <a:gd name="connsiteY46" fmla="*/ 323917 h 2779996"/>
                <a:gd name="connsiteX47" fmla="*/ 10880942 w 11636807"/>
                <a:gd name="connsiteY47" fmla="*/ 436180 h 2779996"/>
                <a:gd name="connsiteX48" fmla="*/ 11100015 w 11636807"/>
                <a:gd name="connsiteY48" fmla="*/ 642482 h 2779996"/>
                <a:gd name="connsiteX49" fmla="*/ 11636807 w 11636807"/>
                <a:gd name="connsiteY49" fmla="*/ 1339595 h 2779996"/>
                <a:gd name="connsiteX50" fmla="*/ 11632955 w 11636807"/>
                <a:gd name="connsiteY50" fmla="*/ 1340528 h 2779996"/>
                <a:gd name="connsiteX51" fmla="*/ 11097429 w 11636807"/>
                <a:gd name="connsiteY51" fmla="*/ 645490 h 2779996"/>
                <a:gd name="connsiteX52" fmla="*/ 10877864 w 11636807"/>
                <a:gd name="connsiteY52" fmla="*/ 438696 h 2779996"/>
                <a:gd name="connsiteX53" fmla="*/ 10793535 w 11636807"/>
                <a:gd name="connsiteY53" fmla="*/ 326222 h 2779996"/>
                <a:gd name="connsiteX54" fmla="*/ 10515340 w 11636807"/>
                <a:gd name="connsiteY54" fmla="*/ 41818 h 2779996"/>
                <a:gd name="connsiteX55" fmla="*/ 10083440 w 11636807"/>
                <a:gd name="connsiteY55" fmla="*/ 123561 h 2779996"/>
                <a:gd name="connsiteX56" fmla="*/ 9753759 w 11636807"/>
                <a:gd name="connsiteY56" fmla="*/ 496076 h 2779996"/>
                <a:gd name="connsiteX57" fmla="*/ 9707935 w 11636807"/>
                <a:gd name="connsiteY57" fmla="*/ 557274 h 2779996"/>
                <a:gd name="connsiteX58" fmla="*/ 9188874 w 11636807"/>
                <a:gd name="connsiteY58" fmla="*/ 1326455 h 2779996"/>
                <a:gd name="connsiteX59" fmla="*/ 8651658 w 11636807"/>
                <a:gd name="connsiteY59" fmla="*/ 2118750 h 2779996"/>
                <a:gd name="connsiteX60" fmla="*/ 8613364 w 11636807"/>
                <a:gd name="connsiteY60" fmla="*/ 2168514 h 2779996"/>
                <a:gd name="connsiteX61" fmla="*/ 8327430 w 11636807"/>
                <a:gd name="connsiteY61" fmla="*/ 2507396 h 2779996"/>
                <a:gd name="connsiteX62" fmla="*/ 7953930 w 11636807"/>
                <a:gd name="connsiteY62" fmla="*/ 2756812 h 2779996"/>
                <a:gd name="connsiteX63" fmla="*/ 7805976 w 11636807"/>
                <a:gd name="connsiteY63" fmla="*/ 2779996 h 2779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636807" h="2779996">
                  <a:moveTo>
                    <a:pt x="7805976" y="2779996"/>
                  </a:moveTo>
                  <a:cubicBezTo>
                    <a:pt x="7760100" y="2779996"/>
                    <a:pt x="7714523" y="2773277"/>
                    <a:pt x="7669509" y="2759820"/>
                  </a:cubicBezTo>
                  <a:cubicBezTo>
                    <a:pt x="7482134" y="2703794"/>
                    <a:pt x="7337065" y="2554116"/>
                    <a:pt x="7215796" y="2418212"/>
                  </a:cubicBezTo>
                  <a:cubicBezTo>
                    <a:pt x="7017006" y="2195428"/>
                    <a:pt x="6854187" y="1944657"/>
                    <a:pt x="6696735" y="1702118"/>
                  </a:cubicBezTo>
                  <a:lnTo>
                    <a:pt x="6687675" y="1688169"/>
                  </a:lnTo>
                  <a:cubicBezTo>
                    <a:pt x="6632635" y="1603400"/>
                    <a:pt x="6577383" y="1516820"/>
                    <a:pt x="6523943" y="1433107"/>
                  </a:cubicBezTo>
                  <a:cubicBezTo>
                    <a:pt x="6413597" y="1260227"/>
                    <a:pt x="6299505" y="1081454"/>
                    <a:pt x="6181121" y="908926"/>
                  </a:cubicBezTo>
                  <a:cubicBezTo>
                    <a:pt x="6015858" y="668059"/>
                    <a:pt x="5849891" y="436567"/>
                    <a:pt x="5636993" y="251884"/>
                  </a:cubicBezTo>
                  <a:cubicBezTo>
                    <a:pt x="5521212" y="151460"/>
                    <a:pt x="5343759" y="19320"/>
                    <a:pt x="5140412" y="31053"/>
                  </a:cubicBezTo>
                  <a:cubicBezTo>
                    <a:pt x="4999002" y="39215"/>
                    <a:pt x="4896502" y="103649"/>
                    <a:pt x="4817819" y="233819"/>
                  </a:cubicBezTo>
                  <a:cubicBezTo>
                    <a:pt x="4745628" y="353259"/>
                    <a:pt x="4698907" y="515848"/>
                    <a:pt x="4644816" y="704102"/>
                  </a:cubicBezTo>
                  <a:cubicBezTo>
                    <a:pt x="4598430" y="865548"/>
                    <a:pt x="4545852" y="1048542"/>
                    <a:pt x="4467644" y="1232399"/>
                  </a:cubicBezTo>
                  <a:cubicBezTo>
                    <a:pt x="4377721" y="1443801"/>
                    <a:pt x="4268291" y="1622398"/>
                    <a:pt x="4133055" y="1778374"/>
                  </a:cubicBezTo>
                  <a:cubicBezTo>
                    <a:pt x="4053985" y="1869581"/>
                    <a:pt x="3964467" y="1954455"/>
                    <a:pt x="3866980" y="2030657"/>
                  </a:cubicBezTo>
                  <a:cubicBezTo>
                    <a:pt x="3761226" y="2113315"/>
                    <a:pt x="3642437" y="2188638"/>
                    <a:pt x="3513886" y="2254549"/>
                  </a:cubicBezTo>
                  <a:cubicBezTo>
                    <a:pt x="3376116" y="2325193"/>
                    <a:pt x="3222727" y="2387288"/>
                    <a:pt x="3057939" y="2439145"/>
                  </a:cubicBezTo>
                  <a:cubicBezTo>
                    <a:pt x="2882860" y="2494238"/>
                    <a:pt x="2689505" y="2539464"/>
                    <a:pt x="2483273" y="2573571"/>
                  </a:cubicBezTo>
                  <a:cubicBezTo>
                    <a:pt x="2162141" y="2626677"/>
                    <a:pt x="1853145" y="2667135"/>
                    <a:pt x="1538609" y="2697251"/>
                  </a:cubicBezTo>
                  <a:cubicBezTo>
                    <a:pt x="1495108" y="2701419"/>
                    <a:pt x="1451536" y="2703513"/>
                    <a:pt x="1407876" y="2703513"/>
                  </a:cubicBezTo>
                  <a:cubicBezTo>
                    <a:pt x="1199956" y="2703513"/>
                    <a:pt x="989485" y="2656141"/>
                    <a:pt x="768231" y="2559921"/>
                  </a:cubicBezTo>
                  <a:cubicBezTo>
                    <a:pt x="534875" y="2458441"/>
                    <a:pt x="320042" y="2315870"/>
                    <a:pt x="130504" y="2190080"/>
                  </a:cubicBezTo>
                  <a:cubicBezTo>
                    <a:pt x="85279" y="2160071"/>
                    <a:pt x="42552" y="2131715"/>
                    <a:pt x="0" y="2104115"/>
                  </a:cubicBezTo>
                  <a:lnTo>
                    <a:pt x="2146" y="2100790"/>
                  </a:lnTo>
                  <a:cubicBezTo>
                    <a:pt x="44733" y="2128390"/>
                    <a:pt x="87460" y="2156746"/>
                    <a:pt x="132685" y="2186773"/>
                  </a:cubicBezTo>
                  <a:cubicBezTo>
                    <a:pt x="508824" y="2436383"/>
                    <a:pt x="976926" y="2747032"/>
                    <a:pt x="1538204" y="2693310"/>
                  </a:cubicBezTo>
                  <a:cubicBezTo>
                    <a:pt x="1852653" y="2663195"/>
                    <a:pt x="2161560" y="2622754"/>
                    <a:pt x="2482605" y="2569666"/>
                  </a:cubicBezTo>
                  <a:cubicBezTo>
                    <a:pt x="4185580" y="2288059"/>
                    <a:pt x="4448787" y="1371944"/>
                    <a:pt x="4640982" y="703029"/>
                  </a:cubicBezTo>
                  <a:cubicBezTo>
                    <a:pt x="4695143" y="514494"/>
                    <a:pt x="4741934" y="351658"/>
                    <a:pt x="4814389" y="231778"/>
                  </a:cubicBezTo>
                  <a:cubicBezTo>
                    <a:pt x="4893810" y="100395"/>
                    <a:pt x="4997313" y="35362"/>
                    <a:pt x="5140148" y="27112"/>
                  </a:cubicBezTo>
                  <a:cubicBezTo>
                    <a:pt x="5226395" y="22134"/>
                    <a:pt x="5316757" y="42838"/>
                    <a:pt x="5408703" y="88627"/>
                  </a:cubicBezTo>
                  <a:cubicBezTo>
                    <a:pt x="5481510" y="124898"/>
                    <a:pt x="5557026" y="177318"/>
                    <a:pt x="5639543" y="248911"/>
                  </a:cubicBezTo>
                  <a:cubicBezTo>
                    <a:pt x="5852793" y="433894"/>
                    <a:pt x="6018918" y="665614"/>
                    <a:pt x="6184340" y="906692"/>
                  </a:cubicBezTo>
                  <a:cubicBezTo>
                    <a:pt x="6302759" y="1079290"/>
                    <a:pt x="6416869" y="1258081"/>
                    <a:pt x="6527232" y="1430978"/>
                  </a:cubicBezTo>
                  <a:cubicBezTo>
                    <a:pt x="6580672" y="1514691"/>
                    <a:pt x="6635924" y="1601254"/>
                    <a:pt x="6690948" y="1686023"/>
                  </a:cubicBezTo>
                  <a:lnTo>
                    <a:pt x="6700007" y="1699972"/>
                  </a:lnTo>
                  <a:cubicBezTo>
                    <a:pt x="6857389" y="1942370"/>
                    <a:pt x="7020119" y="2193018"/>
                    <a:pt x="7218699" y="2415573"/>
                  </a:cubicBezTo>
                  <a:cubicBezTo>
                    <a:pt x="7339599" y="2551073"/>
                    <a:pt x="7484210" y="2700294"/>
                    <a:pt x="7670600" y="2756020"/>
                  </a:cubicBezTo>
                  <a:cubicBezTo>
                    <a:pt x="7763056" y="2783673"/>
                    <a:pt x="7857991" y="2782670"/>
                    <a:pt x="7952769" y="2753065"/>
                  </a:cubicBezTo>
                  <a:cubicBezTo>
                    <a:pt x="8225000" y="2668332"/>
                    <a:pt x="8456826" y="2366109"/>
                    <a:pt x="8610250" y="2166122"/>
                  </a:cubicBezTo>
                  <a:cubicBezTo>
                    <a:pt x="8623654" y="2148654"/>
                    <a:pt x="8636320" y="2132137"/>
                    <a:pt x="8648563" y="2116341"/>
                  </a:cubicBezTo>
                  <a:cubicBezTo>
                    <a:pt x="8844239" y="1863881"/>
                    <a:pt x="9017753" y="1589592"/>
                    <a:pt x="9185566" y="1324344"/>
                  </a:cubicBezTo>
                  <a:cubicBezTo>
                    <a:pt x="9348068" y="1067487"/>
                    <a:pt x="9516092" y="801888"/>
                    <a:pt x="9704821" y="554881"/>
                  </a:cubicBezTo>
                  <a:cubicBezTo>
                    <a:pt x="9718841" y="536534"/>
                    <a:pt x="9734268" y="515742"/>
                    <a:pt x="9750610" y="493719"/>
                  </a:cubicBezTo>
                  <a:cubicBezTo>
                    <a:pt x="9834358" y="380858"/>
                    <a:pt x="9949066" y="226290"/>
                    <a:pt x="10080978" y="120483"/>
                  </a:cubicBezTo>
                  <a:cubicBezTo>
                    <a:pt x="10153116" y="62610"/>
                    <a:pt x="10223689" y="25177"/>
                    <a:pt x="10290710" y="9188"/>
                  </a:cubicBezTo>
                  <a:cubicBezTo>
                    <a:pt x="10368969" y="-9476"/>
                    <a:pt x="10445172" y="322"/>
                    <a:pt x="10517205" y="38335"/>
                  </a:cubicBezTo>
                  <a:cubicBezTo>
                    <a:pt x="10637225" y="101661"/>
                    <a:pt x="10718336" y="214645"/>
                    <a:pt x="10796772" y="323917"/>
                  </a:cubicBezTo>
                  <a:cubicBezTo>
                    <a:pt x="10825391" y="363795"/>
                    <a:pt x="10852445" y="401474"/>
                    <a:pt x="10880942" y="436180"/>
                  </a:cubicBezTo>
                  <a:cubicBezTo>
                    <a:pt x="10932377" y="498838"/>
                    <a:pt x="11010057" y="565400"/>
                    <a:pt x="11100015" y="642482"/>
                  </a:cubicBezTo>
                  <a:cubicBezTo>
                    <a:pt x="11306756" y="819619"/>
                    <a:pt x="11564036" y="1040081"/>
                    <a:pt x="11636807" y="1339595"/>
                  </a:cubicBezTo>
                  <a:lnTo>
                    <a:pt x="11632955" y="1340528"/>
                  </a:lnTo>
                  <a:cubicBezTo>
                    <a:pt x="11560483" y="1042262"/>
                    <a:pt x="11303730" y="822257"/>
                    <a:pt x="11097429" y="645490"/>
                  </a:cubicBezTo>
                  <a:cubicBezTo>
                    <a:pt x="11007330" y="568285"/>
                    <a:pt x="10929527" y="501617"/>
                    <a:pt x="10877864" y="438696"/>
                  </a:cubicBezTo>
                  <a:cubicBezTo>
                    <a:pt x="10849280" y="403884"/>
                    <a:pt x="10822207" y="366170"/>
                    <a:pt x="10793535" y="326222"/>
                  </a:cubicBezTo>
                  <a:cubicBezTo>
                    <a:pt x="10715362" y="217319"/>
                    <a:pt x="10634534" y="104722"/>
                    <a:pt x="10515340" y="41818"/>
                  </a:cubicBezTo>
                  <a:cubicBezTo>
                    <a:pt x="10381406" y="-28843"/>
                    <a:pt x="10240119" y="-2105"/>
                    <a:pt x="10083440" y="123561"/>
                  </a:cubicBezTo>
                  <a:cubicBezTo>
                    <a:pt x="9951916" y="229052"/>
                    <a:pt x="9837384" y="383391"/>
                    <a:pt x="9753759" y="496076"/>
                  </a:cubicBezTo>
                  <a:cubicBezTo>
                    <a:pt x="9737417" y="518099"/>
                    <a:pt x="9721972" y="538909"/>
                    <a:pt x="9707935" y="557274"/>
                  </a:cubicBezTo>
                  <a:cubicBezTo>
                    <a:pt x="9519294" y="804157"/>
                    <a:pt x="9351322" y="1069668"/>
                    <a:pt x="9188874" y="1326455"/>
                  </a:cubicBezTo>
                  <a:cubicBezTo>
                    <a:pt x="9021007" y="1591791"/>
                    <a:pt x="8847441" y="1866150"/>
                    <a:pt x="8651658" y="2118750"/>
                  </a:cubicBezTo>
                  <a:cubicBezTo>
                    <a:pt x="8639415" y="2134547"/>
                    <a:pt x="8626768" y="2151047"/>
                    <a:pt x="8613364" y="2168514"/>
                  </a:cubicBezTo>
                  <a:cubicBezTo>
                    <a:pt x="8535420" y="2270135"/>
                    <a:pt x="8438408" y="2396593"/>
                    <a:pt x="8327430" y="2507396"/>
                  </a:cubicBezTo>
                  <a:cubicBezTo>
                    <a:pt x="8197032" y="2637601"/>
                    <a:pt x="8074848" y="2719186"/>
                    <a:pt x="7953930" y="2756812"/>
                  </a:cubicBezTo>
                  <a:cubicBezTo>
                    <a:pt x="7904571" y="2772274"/>
                    <a:pt x="7855106" y="2779996"/>
                    <a:pt x="7805976" y="2779996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7" name="任意多边形: 形状 1404"/>
            <p:cNvSpPr/>
            <p:nvPr>
              <p:custDataLst>
                <p:tags r:id="rId25"/>
              </p:custDataLst>
            </p:nvPr>
          </p:nvSpPr>
          <p:spPr>
            <a:xfrm>
              <a:off x="474909" y="2370874"/>
              <a:ext cx="11715947" cy="2891041"/>
            </a:xfrm>
            <a:custGeom>
              <a:avLst/>
              <a:gdLst>
                <a:gd name="connsiteX0" fmla="*/ 7922478 w 11715947"/>
                <a:gd name="connsiteY0" fmla="*/ 2891041 h 2891041"/>
                <a:gd name="connsiteX1" fmla="*/ 7782616 w 11715947"/>
                <a:gd name="connsiteY1" fmla="*/ 2869757 h 2891041"/>
                <a:gd name="connsiteX2" fmla="*/ 7322799 w 11715947"/>
                <a:gd name="connsiteY2" fmla="*/ 2511807 h 2891041"/>
                <a:gd name="connsiteX3" fmla="*/ 6802806 w 11715947"/>
                <a:gd name="connsiteY3" fmla="*/ 1762133 h 2891041"/>
                <a:gd name="connsiteX4" fmla="*/ 6794362 w 11715947"/>
                <a:gd name="connsiteY4" fmla="*/ 1748518 h 2891041"/>
                <a:gd name="connsiteX5" fmla="*/ 6638140 w 11715947"/>
                <a:gd name="connsiteY5" fmla="*/ 1493772 h 2891041"/>
                <a:gd name="connsiteX6" fmla="*/ 6288898 w 11715947"/>
                <a:gd name="connsiteY6" fmla="*/ 936011 h 2891041"/>
                <a:gd name="connsiteX7" fmla="*/ 5741164 w 11715947"/>
                <a:gd name="connsiteY7" fmla="*/ 253200 h 2891041"/>
                <a:gd name="connsiteX8" fmla="*/ 5234855 w 11715947"/>
                <a:gd name="connsiteY8" fmla="*/ 26246 h 2891041"/>
                <a:gd name="connsiteX9" fmla="*/ 4920267 w 11715947"/>
                <a:gd name="connsiteY9" fmla="*/ 239954 h 2891041"/>
                <a:gd name="connsiteX10" fmla="*/ 4759348 w 11715947"/>
                <a:gd name="connsiteY10" fmla="*/ 729586 h 2891041"/>
                <a:gd name="connsiteX11" fmla="*/ 4591165 w 11715947"/>
                <a:gd name="connsiteY11" fmla="*/ 1290918 h 2891041"/>
                <a:gd name="connsiteX12" fmla="*/ 4258792 w 11715947"/>
                <a:gd name="connsiteY12" fmla="*/ 1871353 h 2891041"/>
                <a:gd name="connsiteX13" fmla="*/ 3988689 w 11715947"/>
                <a:gd name="connsiteY13" fmla="*/ 2139134 h 2891041"/>
                <a:gd name="connsiteX14" fmla="*/ 3626799 w 11715947"/>
                <a:gd name="connsiteY14" fmla="*/ 2376184 h 2891041"/>
                <a:gd name="connsiteX15" fmla="*/ 3156217 w 11715947"/>
                <a:gd name="connsiteY15" fmla="*/ 2570665 h 2891041"/>
                <a:gd name="connsiteX16" fmla="*/ 2560074 w 11715947"/>
                <a:gd name="connsiteY16" fmla="*/ 2710809 h 2891041"/>
                <a:gd name="connsiteX17" fmla="*/ 1591873 w 11715947"/>
                <a:gd name="connsiteY17" fmla="*/ 2828067 h 2891041"/>
                <a:gd name="connsiteX18" fmla="*/ 1484184 w 11715947"/>
                <a:gd name="connsiteY18" fmla="*/ 2832359 h 2891041"/>
                <a:gd name="connsiteX19" fmla="*/ 794389 w 11715947"/>
                <a:gd name="connsiteY19" fmla="*/ 2664159 h 2891041"/>
                <a:gd name="connsiteX20" fmla="*/ 131876 w 11715947"/>
                <a:gd name="connsiteY20" fmla="*/ 2252716 h 2891041"/>
                <a:gd name="connsiteX21" fmla="*/ 0 w 11715947"/>
                <a:gd name="connsiteY21" fmla="*/ 2160084 h 2891041"/>
                <a:gd name="connsiteX22" fmla="*/ 2216 w 11715947"/>
                <a:gd name="connsiteY22" fmla="*/ 2156883 h 2891041"/>
                <a:gd name="connsiteX23" fmla="*/ 134128 w 11715947"/>
                <a:gd name="connsiteY23" fmla="*/ 2249532 h 2891041"/>
                <a:gd name="connsiteX24" fmla="*/ 1591557 w 11715947"/>
                <a:gd name="connsiteY24" fmla="*/ 2824180 h 2891041"/>
                <a:gd name="connsiteX25" fmla="*/ 2559441 w 11715947"/>
                <a:gd name="connsiteY25" fmla="*/ 2706957 h 2891041"/>
                <a:gd name="connsiteX26" fmla="*/ 4755584 w 11715947"/>
                <a:gd name="connsiteY26" fmla="*/ 728619 h 2891041"/>
                <a:gd name="connsiteX27" fmla="*/ 4916871 w 11715947"/>
                <a:gd name="connsiteY27" fmla="*/ 238054 h 2891041"/>
                <a:gd name="connsiteX28" fmla="*/ 5234592 w 11715947"/>
                <a:gd name="connsiteY28" fmla="*/ 22341 h 2891041"/>
                <a:gd name="connsiteX29" fmla="*/ 5509039 w 11715947"/>
                <a:gd name="connsiteY29" fmla="*/ 84225 h 2891041"/>
                <a:gd name="connsiteX30" fmla="*/ 5743750 w 11715947"/>
                <a:gd name="connsiteY30" fmla="*/ 250262 h 2891041"/>
                <a:gd name="connsiteX31" fmla="*/ 6292152 w 11715947"/>
                <a:gd name="connsiteY31" fmla="*/ 933848 h 2891041"/>
                <a:gd name="connsiteX32" fmla="*/ 6641465 w 11715947"/>
                <a:gd name="connsiteY32" fmla="*/ 1491732 h 2891041"/>
                <a:gd name="connsiteX33" fmla="*/ 6797669 w 11715947"/>
                <a:gd name="connsiteY33" fmla="*/ 1746443 h 2891041"/>
                <a:gd name="connsiteX34" fmla="*/ 6806112 w 11715947"/>
                <a:gd name="connsiteY34" fmla="*/ 1760058 h 2891041"/>
                <a:gd name="connsiteX35" fmla="*/ 7325755 w 11715947"/>
                <a:gd name="connsiteY35" fmla="*/ 2509256 h 2891041"/>
                <a:gd name="connsiteX36" fmla="*/ 7783760 w 11715947"/>
                <a:gd name="connsiteY36" fmla="*/ 2866010 h 2891041"/>
                <a:gd name="connsiteX37" fmla="*/ 8071909 w 11715947"/>
                <a:gd name="connsiteY37" fmla="*/ 2863195 h 2891041"/>
                <a:gd name="connsiteX38" fmla="*/ 8740420 w 11715947"/>
                <a:gd name="connsiteY38" fmla="*/ 2246594 h 2891041"/>
                <a:gd name="connsiteX39" fmla="*/ 8775391 w 11715947"/>
                <a:gd name="connsiteY39" fmla="*/ 2199329 h 2891041"/>
                <a:gd name="connsiteX40" fmla="*/ 9312253 w 11715947"/>
                <a:gd name="connsiteY40" fmla="*/ 1376567 h 2891041"/>
                <a:gd name="connsiteX41" fmla="*/ 9832406 w 11715947"/>
                <a:gd name="connsiteY41" fmla="*/ 575916 h 2891041"/>
                <a:gd name="connsiteX42" fmla="*/ 9874640 w 11715947"/>
                <a:gd name="connsiteY42" fmla="*/ 517392 h 2891041"/>
                <a:gd name="connsiteX43" fmla="*/ 10209248 w 11715947"/>
                <a:gd name="connsiteY43" fmla="*/ 126812 h 2891041"/>
                <a:gd name="connsiteX44" fmla="*/ 10423869 w 11715947"/>
                <a:gd name="connsiteY44" fmla="*/ 9571 h 2891041"/>
                <a:gd name="connsiteX45" fmla="*/ 10656311 w 11715947"/>
                <a:gd name="connsiteY45" fmla="*/ 41040 h 2891041"/>
                <a:gd name="connsiteX46" fmla="*/ 10946467 w 11715947"/>
                <a:gd name="connsiteY46" fmla="*/ 352111 h 2891041"/>
                <a:gd name="connsiteX47" fmla="*/ 11022300 w 11715947"/>
                <a:gd name="connsiteY47" fmla="*/ 460100 h 2891041"/>
                <a:gd name="connsiteX48" fmla="*/ 11231169 w 11715947"/>
                <a:gd name="connsiteY48" fmla="*/ 677694 h 2891041"/>
                <a:gd name="connsiteX49" fmla="*/ 11516752 w 11715947"/>
                <a:gd name="connsiteY49" fmla="*/ 976188 h 2891041"/>
                <a:gd name="connsiteX50" fmla="*/ 11715947 w 11715947"/>
                <a:gd name="connsiteY50" fmla="*/ 1352309 h 2891041"/>
                <a:gd name="connsiteX51" fmla="*/ 11712166 w 11715947"/>
                <a:gd name="connsiteY51" fmla="*/ 1353277 h 2891041"/>
                <a:gd name="connsiteX52" fmla="*/ 11228478 w 11715947"/>
                <a:gd name="connsiteY52" fmla="*/ 680544 h 2891041"/>
                <a:gd name="connsiteX53" fmla="*/ 11019186 w 11715947"/>
                <a:gd name="connsiteY53" fmla="*/ 462492 h 2891041"/>
                <a:gd name="connsiteX54" fmla="*/ 10943248 w 11715947"/>
                <a:gd name="connsiteY54" fmla="*/ 354345 h 2891041"/>
                <a:gd name="connsiteX55" fmla="*/ 10654429 w 11715947"/>
                <a:gd name="connsiteY55" fmla="*/ 44488 h 2891041"/>
                <a:gd name="connsiteX56" fmla="*/ 10211710 w 11715947"/>
                <a:gd name="connsiteY56" fmla="*/ 129855 h 2891041"/>
                <a:gd name="connsiteX57" fmla="*/ 9877789 w 11715947"/>
                <a:gd name="connsiteY57" fmla="*/ 519696 h 2891041"/>
                <a:gd name="connsiteX58" fmla="*/ 9835519 w 11715947"/>
                <a:gd name="connsiteY58" fmla="*/ 578255 h 2891041"/>
                <a:gd name="connsiteX59" fmla="*/ 9315543 w 11715947"/>
                <a:gd name="connsiteY59" fmla="*/ 1378624 h 2891041"/>
                <a:gd name="connsiteX60" fmla="*/ 8778486 w 11715947"/>
                <a:gd name="connsiteY60" fmla="*/ 2201686 h 2891041"/>
                <a:gd name="connsiteX61" fmla="*/ 8743516 w 11715947"/>
                <a:gd name="connsiteY61" fmla="*/ 2248952 h 2891041"/>
                <a:gd name="connsiteX62" fmla="*/ 8073071 w 11715947"/>
                <a:gd name="connsiteY62" fmla="*/ 2866942 h 2891041"/>
                <a:gd name="connsiteX63" fmla="*/ 7922478 w 11715947"/>
                <a:gd name="connsiteY63" fmla="*/ 2891041 h 2891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715947" h="2891041">
                  <a:moveTo>
                    <a:pt x="7922478" y="2891041"/>
                  </a:moveTo>
                  <a:cubicBezTo>
                    <a:pt x="7875476" y="2891041"/>
                    <a:pt x="7828774" y="2883952"/>
                    <a:pt x="7782616" y="2869757"/>
                  </a:cubicBezTo>
                  <a:cubicBezTo>
                    <a:pt x="7590756" y="2810741"/>
                    <a:pt x="7444667" y="2654062"/>
                    <a:pt x="7322799" y="2511807"/>
                  </a:cubicBezTo>
                  <a:cubicBezTo>
                    <a:pt x="7122831" y="2278398"/>
                    <a:pt x="6960135" y="2015947"/>
                    <a:pt x="6802806" y="1762133"/>
                  </a:cubicBezTo>
                  <a:lnTo>
                    <a:pt x="6794362" y="1748518"/>
                  </a:lnTo>
                  <a:cubicBezTo>
                    <a:pt x="6741855" y="1663837"/>
                    <a:pt x="6689135" y="1577380"/>
                    <a:pt x="6638140" y="1493772"/>
                  </a:cubicBezTo>
                  <a:cubicBezTo>
                    <a:pt x="6525913" y="1309775"/>
                    <a:pt x="6409868" y="1119534"/>
                    <a:pt x="6288898" y="936011"/>
                  </a:cubicBezTo>
                  <a:cubicBezTo>
                    <a:pt x="6124004" y="685874"/>
                    <a:pt x="5958020" y="445446"/>
                    <a:pt x="5741164" y="253200"/>
                  </a:cubicBezTo>
                  <a:cubicBezTo>
                    <a:pt x="5623255" y="148677"/>
                    <a:pt x="5442477" y="11435"/>
                    <a:pt x="5234855" y="26246"/>
                  </a:cubicBezTo>
                  <a:cubicBezTo>
                    <a:pt x="5095222" y="36220"/>
                    <a:pt x="4995255" y="104120"/>
                    <a:pt x="4920267" y="239954"/>
                  </a:cubicBezTo>
                  <a:cubicBezTo>
                    <a:pt x="4851452" y="364600"/>
                    <a:pt x="4808778" y="533751"/>
                    <a:pt x="4759348" y="729586"/>
                  </a:cubicBezTo>
                  <a:cubicBezTo>
                    <a:pt x="4716076" y="901059"/>
                    <a:pt x="4667033" y="1095399"/>
                    <a:pt x="4591165" y="1290918"/>
                  </a:cubicBezTo>
                  <a:cubicBezTo>
                    <a:pt x="4503881" y="1515813"/>
                    <a:pt x="4395154" y="1705668"/>
                    <a:pt x="4258792" y="1871353"/>
                  </a:cubicBezTo>
                  <a:cubicBezTo>
                    <a:pt x="4179036" y="1968259"/>
                    <a:pt x="4088164" y="2058358"/>
                    <a:pt x="3988689" y="2139134"/>
                  </a:cubicBezTo>
                  <a:cubicBezTo>
                    <a:pt x="3880771" y="2226788"/>
                    <a:pt x="3759009" y="2306543"/>
                    <a:pt x="3626799" y="2376184"/>
                  </a:cubicBezTo>
                  <a:cubicBezTo>
                    <a:pt x="3485054" y="2450821"/>
                    <a:pt x="3326740" y="2516257"/>
                    <a:pt x="3156217" y="2570665"/>
                  </a:cubicBezTo>
                  <a:cubicBezTo>
                    <a:pt x="2974999" y="2628485"/>
                    <a:pt x="2774432" y="2675645"/>
                    <a:pt x="2560074" y="2710809"/>
                  </a:cubicBezTo>
                  <a:cubicBezTo>
                    <a:pt x="2240155" y="2763316"/>
                    <a:pt x="1923455" y="2801664"/>
                    <a:pt x="1591873" y="2828067"/>
                  </a:cubicBezTo>
                  <a:cubicBezTo>
                    <a:pt x="1556041" y="2830917"/>
                    <a:pt x="1520139" y="2832359"/>
                    <a:pt x="1484184" y="2832359"/>
                  </a:cubicBezTo>
                  <a:cubicBezTo>
                    <a:pt x="1260432" y="2832359"/>
                    <a:pt x="1033690" y="2776949"/>
                    <a:pt x="794389" y="2664159"/>
                  </a:cubicBezTo>
                  <a:cubicBezTo>
                    <a:pt x="552255" y="2550031"/>
                    <a:pt x="328925" y="2392086"/>
                    <a:pt x="131876" y="2252716"/>
                  </a:cubicBezTo>
                  <a:cubicBezTo>
                    <a:pt x="86176" y="2220402"/>
                    <a:pt x="43026" y="2189882"/>
                    <a:pt x="0" y="2160084"/>
                  </a:cubicBezTo>
                  <a:lnTo>
                    <a:pt x="2216" y="2156883"/>
                  </a:lnTo>
                  <a:cubicBezTo>
                    <a:pt x="45260" y="2186699"/>
                    <a:pt x="88428" y="2217218"/>
                    <a:pt x="134128" y="2249532"/>
                  </a:cubicBezTo>
                  <a:cubicBezTo>
                    <a:pt x="525201" y="2526126"/>
                    <a:pt x="1011931" y="2870320"/>
                    <a:pt x="1591557" y="2824180"/>
                  </a:cubicBezTo>
                  <a:cubicBezTo>
                    <a:pt x="1923032" y="2797776"/>
                    <a:pt x="2239627" y="2759446"/>
                    <a:pt x="2559441" y="2706957"/>
                  </a:cubicBezTo>
                  <a:cubicBezTo>
                    <a:pt x="4329682" y="2416449"/>
                    <a:pt x="4575844" y="1440913"/>
                    <a:pt x="4755584" y="728619"/>
                  </a:cubicBezTo>
                  <a:cubicBezTo>
                    <a:pt x="4805066" y="532502"/>
                    <a:pt x="4847811" y="363141"/>
                    <a:pt x="4916871" y="238054"/>
                  </a:cubicBezTo>
                  <a:cubicBezTo>
                    <a:pt x="4992563" y="100953"/>
                    <a:pt x="5093516" y="32421"/>
                    <a:pt x="5234592" y="22341"/>
                  </a:cubicBezTo>
                  <a:cubicBezTo>
                    <a:pt x="5322808" y="16044"/>
                    <a:pt x="5415141" y="36871"/>
                    <a:pt x="5509039" y="84225"/>
                  </a:cubicBezTo>
                  <a:cubicBezTo>
                    <a:pt x="5583078" y="121570"/>
                    <a:pt x="5659861" y="175889"/>
                    <a:pt x="5743750" y="250262"/>
                  </a:cubicBezTo>
                  <a:cubicBezTo>
                    <a:pt x="5960975" y="442808"/>
                    <a:pt x="6127100" y="683482"/>
                    <a:pt x="6292152" y="933848"/>
                  </a:cubicBezTo>
                  <a:cubicBezTo>
                    <a:pt x="6413175" y="1117423"/>
                    <a:pt x="6529238" y="1307717"/>
                    <a:pt x="6641465" y="1491732"/>
                  </a:cubicBezTo>
                  <a:cubicBezTo>
                    <a:pt x="6692460" y="1575340"/>
                    <a:pt x="6745179" y="1661780"/>
                    <a:pt x="6797669" y="1746443"/>
                  </a:cubicBezTo>
                  <a:lnTo>
                    <a:pt x="6806112" y="1760058"/>
                  </a:lnTo>
                  <a:cubicBezTo>
                    <a:pt x="6963372" y="2013749"/>
                    <a:pt x="7125978" y="2276076"/>
                    <a:pt x="7325755" y="2509256"/>
                  </a:cubicBezTo>
                  <a:cubicBezTo>
                    <a:pt x="7447270" y="2651089"/>
                    <a:pt x="7592884" y="2807310"/>
                    <a:pt x="7783760" y="2866010"/>
                  </a:cubicBezTo>
                  <a:cubicBezTo>
                    <a:pt x="7878238" y="2895070"/>
                    <a:pt x="7975180" y="2894120"/>
                    <a:pt x="8071909" y="2863195"/>
                  </a:cubicBezTo>
                  <a:cubicBezTo>
                    <a:pt x="8351142" y="2774205"/>
                    <a:pt x="8585395" y="2456696"/>
                    <a:pt x="8740420" y="2246594"/>
                  </a:cubicBezTo>
                  <a:cubicBezTo>
                    <a:pt x="8752646" y="2230024"/>
                    <a:pt x="8764202" y="2214369"/>
                    <a:pt x="8775391" y="2199329"/>
                  </a:cubicBezTo>
                  <a:cubicBezTo>
                    <a:pt x="8971191" y="1936280"/>
                    <a:pt x="9144581" y="1651735"/>
                    <a:pt x="9312253" y="1376567"/>
                  </a:cubicBezTo>
                  <a:cubicBezTo>
                    <a:pt x="9474966" y="1109560"/>
                    <a:pt x="9643202" y="833441"/>
                    <a:pt x="9832406" y="575916"/>
                  </a:cubicBezTo>
                  <a:cubicBezTo>
                    <a:pt x="9845370" y="558272"/>
                    <a:pt x="9859583" y="538413"/>
                    <a:pt x="9874640" y="517392"/>
                  </a:cubicBezTo>
                  <a:cubicBezTo>
                    <a:pt x="9959004" y="399588"/>
                    <a:pt x="10074557" y="238265"/>
                    <a:pt x="10209248" y="126812"/>
                  </a:cubicBezTo>
                  <a:cubicBezTo>
                    <a:pt x="10283005" y="65790"/>
                    <a:pt x="10355214" y="26334"/>
                    <a:pt x="10423869" y="9571"/>
                  </a:cubicBezTo>
                  <a:cubicBezTo>
                    <a:pt x="10504153" y="-10060"/>
                    <a:pt x="10582360" y="547"/>
                    <a:pt x="10656311" y="41040"/>
                  </a:cubicBezTo>
                  <a:cubicBezTo>
                    <a:pt x="10782382" y="110101"/>
                    <a:pt x="10865796" y="233129"/>
                    <a:pt x="10946467" y="352111"/>
                  </a:cubicBezTo>
                  <a:cubicBezTo>
                    <a:pt x="10972343" y="390283"/>
                    <a:pt x="10996794" y="426326"/>
                    <a:pt x="11022300" y="460100"/>
                  </a:cubicBezTo>
                  <a:cubicBezTo>
                    <a:pt x="11072696" y="526820"/>
                    <a:pt x="11149673" y="600103"/>
                    <a:pt x="11231169" y="677694"/>
                  </a:cubicBezTo>
                  <a:cubicBezTo>
                    <a:pt x="11323380" y="765471"/>
                    <a:pt x="11427884" y="864963"/>
                    <a:pt x="11516752" y="976188"/>
                  </a:cubicBezTo>
                  <a:cubicBezTo>
                    <a:pt x="11618953" y="1104071"/>
                    <a:pt x="11684108" y="1227100"/>
                    <a:pt x="11715947" y="1352309"/>
                  </a:cubicBezTo>
                  <a:lnTo>
                    <a:pt x="11712166" y="1353277"/>
                  </a:lnTo>
                  <a:cubicBezTo>
                    <a:pt x="11640941" y="1073200"/>
                    <a:pt x="11412247" y="855482"/>
                    <a:pt x="11228478" y="680544"/>
                  </a:cubicBezTo>
                  <a:cubicBezTo>
                    <a:pt x="11146858" y="602847"/>
                    <a:pt x="11069776" y="529459"/>
                    <a:pt x="11019186" y="462492"/>
                  </a:cubicBezTo>
                  <a:cubicBezTo>
                    <a:pt x="10993628" y="428648"/>
                    <a:pt x="10969159" y="392552"/>
                    <a:pt x="10943248" y="354345"/>
                  </a:cubicBezTo>
                  <a:cubicBezTo>
                    <a:pt x="10862842" y="235750"/>
                    <a:pt x="10779691" y="113091"/>
                    <a:pt x="10654429" y="44488"/>
                  </a:cubicBezTo>
                  <a:cubicBezTo>
                    <a:pt x="10518858" y="-29762"/>
                    <a:pt x="10369919" y="-1036"/>
                    <a:pt x="10211710" y="129855"/>
                  </a:cubicBezTo>
                  <a:cubicBezTo>
                    <a:pt x="10077406" y="240974"/>
                    <a:pt x="9962030" y="402068"/>
                    <a:pt x="9877789" y="519696"/>
                  </a:cubicBezTo>
                  <a:cubicBezTo>
                    <a:pt x="9862731" y="540735"/>
                    <a:pt x="9848501" y="560594"/>
                    <a:pt x="9835519" y="578255"/>
                  </a:cubicBezTo>
                  <a:cubicBezTo>
                    <a:pt x="9646403" y="835640"/>
                    <a:pt x="9478220" y="1111670"/>
                    <a:pt x="9315543" y="1378624"/>
                  </a:cubicBezTo>
                  <a:cubicBezTo>
                    <a:pt x="9147817" y="1653881"/>
                    <a:pt x="8974374" y="1938514"/>
                    <a:pt x="8778486" y="2201686"/>
                  </a:cubicBezTo>
                  <a:cubicBezTo>
                    <a:pt x="8767299" y="2216726"/>
                    <a:pt x="8755741" y="2232381"/>
                    <a:pt x="8743516" y="2248952"/>
                  </a:cubicBezTo>
                  <a:cubicBezTo>
                    <a:pt x="8588209" y="2459457"/>
                    <a:pt x="8353499" y="2777582"/>
                    <a:pt x="8073071" y="2866942"/>
                  </a:cubicBezTo>
                  <a:cubicBezTo>
                    <a:pt x="8022832" y="2883002"/>
                    <a:pt x="7972489" y="2891041"/>
                    <a:pt x="7922478" y="289104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" name="任意多边形: 形状 1405"/>
            <p:cNvSpPr/>
            <p:nvPr>
              <p:custDataLst>
                <p:tags r:id="rId26"/>
              </p:custDataLst>
            </p:nvPr>
          </p:nvSpPr>
          <p:spPr>
            <a:xfrm>
              <a:off x="395751" y="2308026"/>
              <a:ext cx="11795086" cy="3002069"/>
            </a:xfrm>
            <a:custGeom>
              <a:avLst/>
              <a:gdLst>
                <a:gd name="connsiteX0" fmla="*/ 8038962 w 11795086"/>
                <a:gd name="connsiteY0" fmla="*/ 3002070 h 3002069"/>
                <a:gd name="connsiteX1" fmla="*/ 7895723 w 11795086"/>
                <a:gd name="connsiteY1" fmla="*/ 2979677 h 3002069"/>
                <a:gd name="connsiteX2" fmla="*/ 7634627 w 11795086"/>
                <a:gd name="connsiteY2" fmla="*/ 2824582 h 3002069"/>
                <a:gd name="connsiteX3" fmla="*/ 7429821 w 11795086"/>
                <a:gd name="connsiteY3" fmla="*/ 2605403 h 3002069"/>
                <a:gd name="connsiteX4" fmla="*/ 6914118 w 11795086"/>
                <a:gd name="connsiteY4" fmla="*/ 1830874 h 3002069"/>
                <a:gd name="connsiteX5" fmla="*/ 6901066 w 11795086"/>
                <a:gd name="connsiteY5" fmla="*/ 1808869 h 3002069"/>
                <a:gd name="connsiteX6" fmla="*/ 6751511 w 11795086"/>
                <a:gd name="connsiteY6" fmla="*/ 1554035 h 3002069"/>
                <a:gd name="connsiteX7" fmla="*/ 6396675 w 11795086"/>
                <a:gd name="connsiteY7" fmla="*/ 963098 h 3002069"/>
                <a:gd name="connsiteX8" fmla="*/ 5845317 w 11795086"/>
                <a:gd name="connsiteY8" fmla="*/ 254516 h 3002069"/>
                <a:gd name="connsiteX9" fmla="*/ 5329282 w 11795086"/>
                <a:gd name="connsiteY9" fmla="*/ 21459 h 3002069"/>
                <a:gd name="connsiteX10" fmla="*/ 5022397 w 11795086"/>
                <a:gd name="connsiteY10" fmla="*/ 246178 h 3002069"/>
                <a:gd name="connsiteX11" fmla="*/ 4873300 w 11795086"/>
                <a:gd name="connsiteY11" fmla="*/ 755530 h 3002069"/>
                <a:gd name="connsiteX12" fmla="*/ 4714440 w 11795086"/>
                <a:gd name="connsiteY12" fmla="*/ 1350776 h 3002069"/>
                <a:gd name="connsiteX13" fmla="*/ 4384617 w 11795086"/>
                <a:gd name="connsiteY13" fmla="*/ 1966269 h 3002069"/>
                <a:gd name="connsiteX14" fmla="*/ 4110609 w 11795086"/>
                <a:gd name="connsiteY14" fmla="*/ 2249582 h 3002069"/>
                <a:gd name="connsiteX15" fmla="*/ 3739942 w 11795086"/>
                <a:gd name="connsiteY15" fmla="*/ 2499508 h 3002069"/>
                <a:gd name="connsiteX16" fmla="*/ 3254671 w 11795086"/>
                <a:gd name="connsiteY16" fmla="*/ 2703277 h 3002069"/>
                <a:gd name="connsiteX17" fmla="*/ 2636874 w 11795086"/>
                <a:gd name="connsiteY17" fmla="*/ 2848118 h 3002069"/>
                <a:gd name="connsiteX18" fmla="*/ 1645137 w 11795086"/>
                <a:gd name="connsiteY18" fmla="*/ 2958956 h 3002069"/>
                <a:gd name="connsiteX19" fmla="*/ 1558592 w 11795086"/>
                <a:gd name="connsiteY19" fmla="*/ 2961735 h 3002069"/>
                <a:gd name="connsiteX20" fmla="*/ 820669 w 11795086"/>
                <a:gd name="connsiteY20" fmla="*/ 2768397 h 3002069"/>
                <a:gd name="connsiteX21" fmla="*/ 133459 w 11795086"/>
                <a:gd name="connsiteY21" fmla="*/ 2315300 h 3002069"/>
                <a:gd name="connsiteX22" fmla="*/ 0 w 11795086"/>
                <a:gd name="connsiteY22" fmla="*/ 2216125 h 3002069"/>
                <a:gd name="connsiteX23" fmla="*/ 2269 w 11795086"/>
                <a:gd name="connsiteY23" fmla="*/ 2213029 h 3002069"/>
                <a:gd name="connsiteX24" fmla="*/ 135764 w 11795086"/>
                <a:gd name="connsiteY24" fmla="*/ 2312222 h 3002069"/>
                <a:gd name="connsiteX25" fmla="*/ 1644891 w 11795086"/>
                <a:gd name="connsiteY25" fmla="*/ 2955121 h 3002069"/>
                <a:gd name="connsiteX26" fmla="*/ 2636259 w 11795086"/>
                <a:gd name="connsiteY26" fmla="*/ 2844318 h 3002069"/>
                <a:gd name="connsiteX27" fmla="*/ 4869571 w 11795086"/>
                <a:gd name="connsiteY27" fmla="*/ 754685 h 3002069"/>
                <a:gd name="connsiteX28" fmla="*/ 5019002 w 11795086"/>
                <a:gd name="connsiteY28" fmla="*/ 244437 h 3002069"/>
                <a:gd name="connsiteX29" fmla="*/ 5328982 w 11795086"/>
                <a:gd name="connsiteY29" fmla="*/ 17624 h 3002069"/>
                <a:gd name="connsiteX30" fmla="*/ 5847903 w 11795086"/>
                <a:gd name="connsiteY30" fmla="*/ 251649 h 3002069"/>
                <a:gd name="connsiteX31" fmla="*/ 6399930 w 11795086"/>
                <a:gd name="connsiteY31" fmla="*/ 961022 h 3002069"/>
                <a:gd name="connsiteX32" fmla="*/ 6754836 w 11795086"/>
                <a:gd name="connsiteY32" fmla="*/ 1552082 h 3002069"/>
                <a:gd name="connsiteX33" fmla="*/ 6904373 w 11795086"/>
                <a:gd name="connsiteY33" fmla="*/ 1806898 h 3002069"/>
                <a:gd name="connsiteX34" fmla="*/ 6917426 w 11795086"/>
                <a:gd name="connsiteY34" fmla="*/ 1828904 h 3002069"/>
                <a:gd name="connsiteX35" fmla="*/ 7432793 w 11795086"/>
                <a:gd name="connsiteY35" fmla="*/ 2602958 h 3002069"/>
                <a:gd name="connsiteX36" fmla="*/ 7896902 w 11795086"/>
                <a:gd name="connsiteY36" fmla="*/ 2976019 h 3002069"/>
                <a:gd name="connsiteX37" fmla="*/ 8191033 w 11795086"/>
                <a:gd name="connsiteY37" fmla="*/ 2973345 h 3002069"/>
                <a:gd name="connsiteX38" fmla="*/ 8870608 w 11795086"/>
                <a:gd name="connsiteY38" fmla="*/ 2326681 h 3002069"/>
                <a:gd name="connsiteX39" fmla="*/ 8902201 w 11795086"/>
                <a:gd name="connsiteY39" fmla="*/ 2282318 h 3002069"/>
                <a:gd name="connsiteX40" fmla="*/ 9439081 w 11795086"/>
                <a:gd name="connsiteY40" fmla="*/ 1428597 h 3002069"/>
                <a:gd name="connsiteX41" fmla="*/ 9959972 w 11795086"/>
                <a:gd name="connsiteY41" fmla="*/ 596951 h 3002069"/>
                <a:gd name="connsiteX42" fmla="*/ 9998618 w 11795086"/>
                <a:gd name="connsiteY42" fmla="*/ 541471 h 3002069"/>
                <a:gd name="connsiteX43" fmla="*/ 10337377 w 11795086"/>
                <a:gd name="connsiteY43" fmla="*/ 133388 h 3002069"/>
                <a:gd name="connsiteX44" fmla="*/ 10556943 w 11795086"/>
                <a:gd name="connsiteY44" fmla="*/ 9990 h 3002069"/>
                <a:gd name="connsiteX45" fmla="*/ 10795417 w 11795086"/>
                <a:gd name="connsiteY45" fmla="*/ 43764 h 3002069"/>
                <a:gd name="connsiteX46" fmla="*/ 11097253 w 11795086"/>
                <a:gd name="connsiteY46" fmla="*/ 383068 h 3002069"/>
                <a:gd name="connsiteX47" fmla="*/ 11163657 w 11795086"/>
                <a:gd name="connsiteY47" fmla="*/ 484037 h 3002069"/>
                <a:gd name="connsiteX48" fmla="*/ 11360073 w 11795086"/>
                <a:gd name="connsiteY48" fmla="*/ 711940 h 3002069"/>
                <a:gd name="connsiteX49" fmla="*/ 11613887 w 11795086"/>
                <a:gd name="connsiteY49" fmla="*/ 1006494 h 3002069"/>
                <a:gd name="connsiteX50" fmla="*/ 11795087 w 11795086"/>
                <a:gd name="connsiteY50" fmla="*/ 1365007 h 3002069"/>
                <a:gd name="connsiteX51" fmla="*/ 11791376 w 11795086"/>
                <a:gd name="connsiteY51" fmla="*/ 1365992 h 3002069"/>
                <a:gd name="connsiteX52" fmla="*/ 11357277 w 11795086"/>
                <a:gd name="connsiteY52" fmla="*/ 714561 h 3002069"/>
                <a:gd name="connsiteX53" fmla="*/ 11160508 w 11795086"/>
                <a:gd name="connsiteY53" fmla="*/ 486236 h 3002069"/>
                <a:gd name="connsiteX54" fmla="*/ 11094016 w 11795086"/>
                <a:gd name="connsiteY54" fmla="*/ 385143 h 3002069"/>
                <a:gd name="connsiteX55" fmla="*/ 10793517 w 11795086"/>
                <a:gd name="connsiteY55" fmla="*/ 47124 h 3002069"/>
                <a:gd name="connsiteX56" fmla="*/ 10339857 w 11795086"/>
                <a:gd name="connsiteY56" fmla="*/ 136343 h 3002069"/>
                <a:gd name="connsiteX57" fmla="*/ 10001767 w 11795086"/>
                <a:gd name="connsiteY57" fmla="*/ 543687 h 3002069"/>
                <a:gd name="connsiteX58" fmla="*/ 9963103 w 11795086"/>
                <a:gd name="connsiteY58" fmla="*/ 599203 h 3002069"/>
                <a:gd name="connsiteX59" fmla="*/ 9442388 w 11795086"/>
                <a:gd name="connsiteY59" fmla="*/ 1430584 h 3002069"/>
                <a:gd name="connsiteX60" fmla="*/ 8905331 w 11795086"/>
                <a:gd name="connsiteY60" fmla="*/ 2284587 h 3002069"/>
                <a:gd name="connsiteX61" fmla="*/ 8873739 w 11795086"/>
                <a:gd name="connsiteY61" fmla="*/ 2328933 h 3002069"/>
                <a:gd name="connsiteX62" fmla="*/ 8192229 w 11795086"/>
                <a:gd name="connsiteY62" fmla="*/ 2977021 h 3002069"/>
                <a:gd name="connsiteX63" fmla="*/ 8038962 w 11795086"/>
                <a:gd name="connsiteY63" fmla="*/ 3002070 h 3002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795086" h="3002069">
                  <a:moveTo>
                    <a:pt x="8038962" y="3002070"/>
                  </a:moveTo>
                  <a:cubicBezTo>
                    <a:pt x="7990853" y="3002070"/>
                    <a:pt x="7943006" y="2994611"/>
                    <a:pt x="7895723" y="2979677"/>
                  </a:cubicBezTo>
                  <a:cubicBezTo>
                    <a:pt x="7807102" y="2951691"/>
                    <a:pt x="7721700" y="2900959"/>
                    <a:pt x="7634627" y="2824582"/>
                  </a:cubicBezTo>
                  <a:cubicBezTo>
                    <a:pt x="7556314" y="2755890"/>
                    <a:pt x="7487148" y="2675238"/>
                    <a:pt x="7429821" y="2605403"/>
                  </a:cubicBezTo>
                  <a:cubicBezTo>
                    <a:pt x="7230396" y="2364413"/>
                    <a:pt x="7069619" y="2093167"/>
                    <a:pt x="6914118" y="1830874"/>
                  </a:cubicBezTo>
                  <a:lnTo>
                    <a:pt x="6901066" y="1808869"/>
                  </a:lnTo>
                  <a:cubicBezTo>
                    <a:pt x="6850827" y="1724135"/>
                    <a:pt x="6800343" y="1637660"/>
                    <a:pt x="6751511" y="1554035"/>
                  </a:cubicBezTo>
                  <a:cubicBezTo>
                    <a:pt x="6637683" y="1359061"/>
                    <a:pt x="6519985" y="1157456"/>
                    <a:pt x="6396675" y="963098"/>
                  </a:cubicBezTo>
                  <a:cubicBezTo>
                    <a:pt x="6239275" y="715001"/>
                    <a:pt x="6067064" y="455928"/>
                    <a:pt x="5845317" y="254516"/>
                  </a:cubicBezTo>
                  <a:cubicBezTo>
                    <a:pt x="5724840" y="145895"/>
                    <a:pt x="5540263" y="3570"/>
                    <a:pt x="5329282" y="21459"/>
                  </a:cubicBezTo>
                  <a:cubicBezTo>
                    <a:pt x="5191301" y="33174"/>
                    <a:pt x="5093797" y="104574"/>
                    <a:pt x="5022397" y="246178"/>
                  </a:cubicBezTo>
                  <a:cubicBezTo>
                    <a:pt x="4956872" y="376120"/>
                    <a:pt x="4918138" y="551937"/>
                    <a:pt x="4873300" y="755530"/>
                  </a:cubicBezTo>
                  <a:cubicBezTo>
                    <a:pt x="4833263" y="937310"/>
                    <a:pt x="4787880" y="1143331"/>
                    <a:pt x="4714440" y="1350776"/>
                  </a:cubicBezTo>
                  <a:cubicBezTo>
                    <a:pt x="4629935" y="1589479"/>
                    <a:pt x="4522052" y="1790821"/>
                    <a:pt x="4384617" y="1966269"/>
                  </a:cubicBezTo>
                  <a:cubicBezTo>
                    <a:pt x="4304211" y="2068927"/>
                    <a:pt x="4212019" y="2164233"/>
                    <a:pt x="4110609" y="2249582"/>
                  </a:cubicBezTo>
                  <a:cubicBezTo>
                    <a:pt x="4000563" y="2342196"/>
                    <a:pt x="3875846" y="2426297"/>
                    <a:pt x="3739942" y="2499508"/>
                  </a:cubicBezTo>
                  <a:cubicBezTo>
                    <a:pt x="3594221" y="2578015"/>
                    <a:pt x="3430964" y="2646565"/>
                    <a:pt x="3254671" y="2703277"/>
                  </a:cubicBezTo>
                  <a:cubicBezTo>
                    <a:pt x="3067297" y="2763542"/>
                    <a:pt x="2859430" y="2812268"/>
                    <a:pt x="2636874" y="2848118"/>
                  </a:cubicBezTo>
                  <a:cubicBezTo>
                    <a:pt x="2326489" y="2899271"/>
                    <a:pt x="1992814" y="2936563"/>
                    <a:pt x="1645137" y="2958956"/>
                  </a:cubicBezTo>
                  <a:cubicBezTo>
                    <a:pt x="1616342" y="2960803"/>
                    <a:pt x="1587475" y="2961735"/>
                    <a:pt x="1558592" y="2961735"/>
                  </a:cubicBezTo>
                  <a:cubicBezTo>
                    <a:pt x="1319695" y="2961735"/>
                    <a:pt x="1077403" y="2898145"/>
                    <a:pt x="820669" y="2768397"/>
                  </a:cubicBezTo>
                  <a:cubicBezTo>
                    <a:pt x="569810" y="2641622"/>
                    <a:pt x="337985" y="2468250"/>
                    <a:pt x="133459" y="2315300"/>
                  </a:cubicBezTo>
                  <a:cubicBezTo>
                    <a:pt x="87231" y="2280735"/>
                    <a:pt x="43572" y="2248069"/>
                    <a:pt x="0" y="2216125"/>
                  </a:cubicBezTo>
                  <a:lnTo>
                    <a:pt x="2269" y="2213029"/>
                  </a:lnTo>
                  <a:cubicBezTo>
                    <a:pt x="45859" y="2244991"/>
                    <a:pt x="89518" y="2277657"/>
                    <a:pt x="135764" y="2312222"/>
                  </a:cubicBezTo>
                  <a:cubicBezTo>
                    <a:pt x="541736" y="2615817"/>
                    <a:pt x="1046971" y="2993644"/>
                    <a:pt x="1644891" y="2955121"/>
                  </a:cubicBezTo>
                  <a:cubicBezTo>
                    <a:pt x="1992445" y="2932728"/>
                    <a:pt x="2325979" y="2895454"/>
                    <a:pt x="2636259" y="2844318"/>
                  </a:cubicBezTo>
                  <a:cubicBezTo>
                    <a:pt x="4474452" y="2548304"/>
                    <a:pt x="4712223" y="1468932"/>
                    <a:pt x="4869571" y="754685"/>
                  </a:cubicBezTo>
                  <a:cubicBezTo>
                    <a:pt x="4914479" y="550846"/>
                    <a:pt x="4953249" y="374800"/>
                    <a:pt x="5019002" y="244437"/>
                  </a:cubicBezTo>
                  <a:cubicBezTo>
                    <a:pt x="5091053" y="101531"/>
                    <a:pt x="5189560" y="29463"/>
                    <a:pt x="5328982" y="17624"/>
                  </a:cubicBezTo>
                  <a:cubicBezTo>
                    <a:pt x="5541423" y="-406"/>
                    <a:pt x="5726898" y="142552"/>
                    <a:pt x="5847903" y="251649"/>
                  </a:cubicBezTo>
                  <a:cubicBezTo>
                    <a:pt x="6070001" y="453395"/>
                    <a:pt x="6242389" y="712714"/>
                    <a:pt x="6399930" y="961022"/>
                  </a:cubicBezTo>
                  <a:cubicBezTo>
                    <a:pt x="6523274" y="1155451"/>
                    <a:pt x="6640990" y="1357091"/>
                    <a:pt x="6754836" y="1552082"/>
                  </a:cubicBezTo>
                  <a:cubicBezTo>
                    <a:pt x="6803650" y="1635707"/>
                    <a:pt x="6854135" y="1722183"/>
                    <a:pt x="6904373" y="1806898"/>
                  </a:cubicBezTo>
                  <a:lnTo>
                    <a:pt x="6917426" y="1828904"/>
                  </a:lnTo>
                  <a:cubicBezTo>
                    <a:pt x="7072856" y="2091074"/>
                    <a:pt x="7233562" y="2362179"/>
                    <a:pt x="7432793" y="2602958"/>
                  </a:cubicBezTo>
                  <a:cubicBezTo>
                    <a:pt x="7563174" y="2761783"/>
                    <a:pt x="7709650" y="2916897"/>
                    <a:pt x="7896902" y="2976019"/>
                  </a:cubicBezTo>
                  <a:cubicBezTo>
                    <a:pt x="7993421" y="3006485"/>
                    <a:pt x="8092368" y="3005588"/>
                    <a:pt x="8191033" y="2973345"/>
                  </a:cubicBezTo>
                  <a:cubicBezTo>
                    <a:pt x="8477389" y="2880027"/>
                    <a:pt x="8714017" y="2547038"/>
                    <a:pt x="8870608" y="2326681"/>
                  </a:cubicBezTo>
                  <a:cubicBezTo>
                    <a:pt x="8881532" y="2311307"/>
                    <a:pt x="8892068" y="2296478"/>
                    <a:pt x="8902201" y="2282318"/>
                  </a:cubicBezTo>
                  <a:cubicBezTo>
                    <a:pt x="9098124" y="2008627"/>
                    <a:pt x="9271461" y="1713757"/>
                    <a:pt x="9439081" y="1428597"/>
                  </a:cubicBezTo>
                  <a:cubicBezTo>
                    <a:pt x="9601970" y="1151475"/>
                    <a:pt x="9770399" y="864925"/>
                    <a:pt x="9959972" y="596951"/>
                  </a:cubicBezTo>
                  <a:cubicBezTo>
                    <a:pt x="9971863" y="580152"/>
                    <a:pt x="9984863" y="561365"/>
                    <a:pt x="9998618" y="541471"/>
                  </a:cubicBezTo>
                  <a:cubicBezTo>
                    <a:pt x="10083563" y="418724"/>
                    <a:pt x="10199890" y="250629"/>
                    <a:pt x="10337377" y="133388"/>
                  </a:cubicBezTo>
                  <a:cubicBezTo>
                    <a:pt x="10412753" y="69112"/>
                    <a:pt x="10486616" y="27598"/>
                    <a:pt x="10556943" y="9990"/>
                  </a:cubicBezTo>
                  <a:cubicBezTo>
                    <a:pt x="10639301" y="-10644"/>
                    <a:pt x="10719531" y="720"/>
                    <a:pt x="10795417" y="43764"/>
                  </a:cubicBezTo>
                  <a:cubicBezTo>
                    <a:pt x="10928261" y="119104"/>
                    <a:pt x="11014173" y="253285"/>
                    <a:pt x="11097253" y="383068"/>
                  </a:cubicBezTo>
                  <a:cubicBezTo>
                    <a:pt x="11119998" y="418583"/>
                    <a:pt x="11141476" y="452146"/>
                    <a:pt x="11163657" y="484037"/>
                  </a:cubicBezTo>
                  <a:cubicBezTo>
                    <a:pt x="11212770" y="554681"/>
                    <a:pt x="11284328" y="631059"/>
                    <a:pt x="11360073" y="711940"/>
                  </a:cubicBezTo>
                  <a:cubicBezTo>
                    <a:pt x="11442010" y="799418"/>
                    <a:pt x="11534871" y="898576"/>
                    <a:pt x="11613887" y="1006494"/>
                  </a:cubicBezTo>
                  <a:cubicBezTo>
                    <a:pt x="11704425" y="1130155"/>
                    <a:pt x="11763706" y="1247432"/>
                    <a:pt x="11795087" y="1365007"/>
                  </a:cubicBezTo>
                  <a:lnTo>
                    <a:pt x="11791376" y="1365992"/>
                  </a:lnTo>
                  <a:cubicBezTo>
                    <a:pt x="11721207" y="1103136"/>
                    <a:pt x="11527870" y="896711"/>
                    <a:pt x="11357277" y="714561"/>
                  </a:cubicBezTo>
                  <a:cubicBezTo>
                    <a:pt x="11281426" y="633575"/>
                    <a:pt x="11209797" y="557091"/>
                    <a:pt x="11160508" y="486236"/>
                  </a:cubicBezTo>
                  <a:cubicBezTo>
                    <a:pt x="11138275" y="454274"/>
                    <a:pt x="11116779" y="420694"/>
                    <a:pt x="11094016" y="385143"/>
                  </a:cubicBezTo>
                  <a:cubicBezTo>
                    <a:pt x="11011183" y="255765"/>
                    <a:pt x="10925534" y="121989"/>
                    <a:pt x="10793517" y="47124"/>
                  </a:cubicBezTo>
                  <a:cubicBezTo>
                    <a:pt x="10654429" y="-31752"/>
                    <a:pt x="10501796" y="-1743"/>
                    <a:pt x="10339857" y="136343"/>
                  </a:cubicBezTo>
                  <a:cubicBezTo>
                    <a:pt x="10202757" y="253267"/>
                    <a:pt x="10086589" y="421134"/>
                    <a:pt x="10001767" y="543687"/>
                  </a:cubicBezTo>
                  <a:cubicBezTo>
                    <a:pt x="9987994" y="563582"/>
                    <a:pt x="9974995" y="582369"/>
                    <a:pt x="9963103" y="599203"/>
                  </a:cubicBezTo>
                  <a:cubicBezTo>
                    <a:pt x="9773635" y="867054"/>
                    <a:pt x="9605241" y="1153533"/>
                    <a:pt x="9442388" y="1430584"/>
                  </a:cubicBezTo>
                  <a:cubicBezTo>
                    <a:pt x="9274733" y="1715815"/>
                    <a:pt x="9101343" y="2010773"/>
                    <a:pt x="8905331" y="2284587"/>
                  </a:cubicBezTo>
                  <a:cubicBezTo>
                    <a:pt x="8895200" y="2298748"/>
                    <a:pt x="8884662" y="2313576"/>
                    <a:pt x="8873739" y="2328933"/>
                  </a:cubicBezTo>
                  <a:cubicBezTo>
                    <a:pt x="8716867" y="2549694"/>
                    <a:pt x="8479781" y="2883317"/>
                    <a:pt x="8192229" y="2977021"/>
                  </a:cubicBezTo>
                  <a:cubicBezTo>
                    <a:pt x="8141093" y="2993714"/>
                    <a:pt x="8089870" y="3002070"/>
                    <a:pt x="8038962" y="3002070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9" name="任意多边形: 形状 1406"/>
            <p:cNvSpPr/>
            <p:nvPr>
              <p:custDataLst>
                <p:tags r:id="rId27"/>
              </p:custDataLst>
            </p:nvPr>
          </p:nvSpPr>
          <p:spPr>
            <a:xfrm>
              <a:off x="316541" y="2245264"/>
              <a:ext cx="11874174" cy="3113100"/>
            </a:xfrm>
            <a:custGeom>
              <a:avLst/>
              <a:gdLst>
                <a:gd name="connsiteX0" fmla="*/ 8155272 w 11874174"/>
                <a:gd name="connsiteY0" fmla="*/ 3113101 h 3113100"/>
                <a:gd name="connsiteX1" fmla="*/ 8008901 w 11874174"/>
                <a:gd name="connsiteY1" fmla="*/ 3089529 h 3113100"/>
                <a:gd name="connsiteX2" fmla="*/ 7743600 w 11874174"/>
                <a:gd name="connsiteY2" fmla="*/ 2927749 h 3113100"/>
                <a:gd name="connsiteX3" fmla="*/ 7536876 w 11874174"/>
                <a:gd name="connsiteY3" fmla="*/ 2698914 h 3113100"/>
                <a:gd name="connsiteX4" fmla="*/ 7018888 w 11874174"/>
                <a:gd name="connsiteY4" fmla="*/ 1888641 h 3113100"/>
                <a:gd name="connsiteX5" fmla="*/ 7007788 w 11874174"/>
                <a:gd name="connsiteY5" fmla="*/ 1869116 h 3113100"/>
                <a:gd name="connsiteX6" fmla="*/ 6864196 w 11874174"/>
                <a:gd name="connsiteY6" fmla="*/ 1613842 h 3113100"/>
                <a:gd name="connsiteX7" fmla="*/ 6504488 w 11874174"/>
                <a:gd name="connsiteY7" fmla="*/ 990081 h 3113100"/>
                <a:gd name="connsiteX8" fmla="*/ 5949506 w 11874174"/>
                <a:gd name="connsiteY8" fmla="*/ 255729 h 3113100"/>
                <a:gd name="connsiteX9" fmla="*/ 5423743 w 11874174"/>
                <a:gd name="connsiteY9" fmla="*/ 16568 h 3113100"/>
                <a:gd name="connsiteX10" fmla="*/ 5124017 w 11874174"/>
                <a:gd name="connsiteY10" fmla="*/ 251701 h 3113100"/>
                <a:gd name="connsiteX11" fmla="*/ 4986143 w 11874174"/>
                <a:gd name="connsiteY11" fmla="*/ 779716 h 3113100"/>
                <a:gd name="connsiteX12" fmla="*/ 4509492 w 11874174"/>
                <a:gd name="connsiteY12" fmla="*/ 2058354 h 3113100"/>
                <a:gd name="connsiteX13" fmla="*/ 4231720 w 11874174"/>
                <a:gd name="connsiteY13" fmla="*/ 2357394 h 3113100"/>
                <a:gd name="connsiteX14" fmla="*/ 3852468 w 11874174"/>
                <a:gd name="connsiteY14" fmla="*/ 2620706 h 3113100"/>
                <a:gd name="connsiteX15" fmla="*/ 3352791 w 11874174"/>
                <a:gd name="connsiteY15" fmla="*/ 2834572 h 3113100"/>
                <a:gd name="connsiteX16" fmla="*/ 2713674 w 11874174"/>
                <a:gd name="connsiteY16" fmla="*/ 2985305 h 3113100"/>
                <a:gd name="connsiteX17" fmla="*/ 1698419 w 11874174"/>
                <a:gd name="connsiteY17" fmla="*/ 3089741 h 3113100"/>
                <a:gd name="connsiteX18" fmla="*/ 847090 w 11874174"/>
                <a:gd name="connsiteY18" fmla="*/ 2872497 h 3113100"/>
                <a:gd name="connsiteX19" fmla="*/ 135236 w 11874174"/>
                <a:gd name="connsiteY19" fmla="*/ 2377693 h 3113100"/>
                <a:gd name="connsiteX20" fmla="*/ 0 w 11874174"/>
                <a:gd name="connsiteY20" fmla="*/ 2272080 h 3113100"/>
                <a:gd name="connsiteX21" fmla="*/ 2304 w 11874174"/>
                <a:gd name="connsiteY21" fmla="*/ 2269089 h 3113100"/>
                <a:gd name="connsiteX22" fmla="*/ 137558 w 11874174"/>
                <a:gd name="connsiteY22" fmla="*/ 2374738 h 3113100"/>
                <a:gd name="connsiteX23" fmla="*/ 1698208 w 11874174"/>
                <a:gd name="connsiteY23" fmla="*/ 3085994 h 3113100"/>
                <a:gd name="connsiteX24" fmla="*/ 2713059 w 11874174"/>
                <a:gd name="connsiteY24" fmla="*/ 2981612 h 3113100"/>
                <a:gd name="connsiteX25" fmla="*/ 4982414 w 11874174"/>
                <a:gd name="connsiteY25" fmla="*/ 779030 h 3113100"/>
                <a:gd name="connsiteX26" fmla="*/ 5120570 w 11874174"/>
                <a:gd name="connsiteY26" fmla="*/ 250153 h 3113100"/>
                <a:gd name="connsiteX27" fmla="*/ 5423356 w 11874174"/>
                <a:gd name="connsiteY27" fmla="*/ 12856 h 3113100"/>
                <a:gd name="connsiteX28" fmla="*/ 5952040 w 11874174"/>
                <a:gd name="connsiteY28" fmla="*/ 253003 h 3113100"/>
                <a:gd name="connsiteX29" fmla="*/ 6507672 w 11874174"/>
                <a:gd name="connsiteY29" fmla="*/ 988164 h 3113100"/>
                <a:gd name="connsiteX30" fmla="*/ 6867451 w 11874174"/>
                <a:gd name="connsiteY30" fmla="*/ 1612047 h 3113100"/>
                <a:gd name="connsiteX31" fmla="*/ 7011025 w 11874174"/>
                <a:gd name="connsiteY31" fmla="*/ 1867304 h 3113100"/>
                <a:gd name="connsiteX32" fmla="*/ 7022124 w 11874174"/>
                <a:gd name="connsiteY32" fmla="*/ 1886829 h 3113100"/>
                <a:gd name="connsiteX33" fmla="*/ 7539779 w 11874174"/>
                <a:gd name="connsiteY33" fmla="*/ 2696610 h 3113100"/>
                <a:gd name="connsiteX34" fmla="*/ 8009991 w 11874174"/>
                <a:gd name="connsiteY34" fmla="*/ 3085994 h 3113100"/>
                <a:gd name="connsiteX35" fmla="*/ 8310121 w 11874174"/>
                <a:gd name="connsiteY35" fmla="*/ 3083478 h 3113100"/>
                <a:gd name="connsiteX36" fmla="*/ 9000796 w 11874174"/>
                <a:gd name="connsiteY36" fmla="*/ 2406366 h 3113100"/>
                <a:gd name="connsiteX37" fmla="*/ 9028993 w 11874174"/>
                <a:gd name="connsiteY37" fmla="*/ 2365292 h 3113100"/>
                <a:gd name="connsiteX38" fmla="*/ 9566014 w 11874174"/>
                <a:gd name="connsiteY38" fmla="*/ 1480488 h 3113100"/>
                <a:gd name="connsiteX39" fmla="*/ 10087521 w 11874174"/>
                <a:gd name="connsiteY39" fmla="*/ 617971 h 3113100"/>
                <a:gd name="connsiteX40" fmla="*/ 10122544 w 11874174"/>
                <a:gd name="connsiteY40" fmla="*/ 565956 h 3113100"/>
                <a:gd name="connsiteX41" fmla="*/ 10465348 w 11874174"/>
                <a:gd name="connsiteY41" fmla="*/ 140212 h 3113100"/>
                <a:gd name="connsiteX42" fmla="*/ 10689891 w 11874174"/>
                <a:gd name="connsiteY42" fmla="*/ 10447 h 3113100"/>
                <a:gd name="connsiteX43" fmla="*/ 10934470 w 11874174"/>
                <a:gd name="connsiteY43" fmla="*/ 46472 h 3113100"/>
                <a:gd name="connsiteX44" fmla="*/ 11249130 w 11874174"/>
                <a:gd name="connsiteY44" fmla="*/ 417245 h 3113100"/>
                <a:gd name="connsiteX45" fmla="*/ 11304962 w 11874174"/>
                <a:gd name="connsiteY45" fmla="*/ 507960 h 3113100"/>
                <a:gd name="connsiteX46" fmla="*/ 11486162 w 11874174"/>
                <a:gd name="connsiteY46" fmla="*/ 744130 h 3113100"/>
                <a:gd name="connsiteX47" fmla="*/ 11874174 w 11874174"/>
                <a:gd name="connsiteY47" fmla="*/ 1377689 h 3113100"/>
                <a:gd name="connsiteX48" fmla="*/ 11870550 w 11874174"/>
                <a:gd name="connsiteY48" fmla="*/ 1378709 h 3113100"/>
                <a:gd name="connsiteX49" fmla="*/ 11483260 w 11874174"/>
                <a:gd name="connsiteY49" fmla="*/ 746523 h 3113100"/>
                <a:gd name="connsiteX50" fmla="*/ 11301796 w 11874174"/>
                <a:gd name="connsiteY50" fmla="*/ 509983 h 3113100"/>
                <a:gd name="connsiteX51" fmla="*/ 11245910 w 11874174"/>
                <a:gd name="connsiteY51" fmla="*/ 419198 h 3113100"/>
                <a:gd name="connsiteX52" fmla="*/ 10932570 w 11874174"/>
                <a:gd name="connsiteY52" fmla="*/ 49726 h 3113100"/>
                <a:gd name="connsiteX53" fmla="*/ 10125675 w 11874174"/>
                <a:gd name="connsiteY53" fmla="*/ 568067 h 3113100"/>
                <a:gd name="connsiteX54" fmla="*/ 10090635 w 11874174"/>
                <a:gd name="connsiteY54" fmla="*/ 620117 h 3113100"/>
                <a:gd name="connsiteX55" fmla="*/ 9569287 w 11874174"/>
                <a:gd name="connsiteY55" fmla="*/ 1482370 h 3113100"/>
                <a:gd name="connsiteX56" fmla="*/ 9032089 w 11874174"/>
                <a:gd name="connsiteY56" fmla="*/ 2367455 h 3113100"/>
                <a:gd name="connsiteX57" fmla="*/ 9003891 w 11874174"/>
                <a:gd name="connsiteY57" fmla="*/ 2408512 h 3113100"/>
                <a:gd name="connsiteX58" fmla="*/ 8311299 w 11874174"/>
                <a:gd name="connsiteY58" fmla="*/ 3087067 h 3113100"/>
                <a:gd name="connsiteX59" fmla="*/ 8155272 w 11874174"/>
                <a:gd name="connsiteY59" fmla="*/ 3113101 h 311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11874174" h="3113100">
                  <a:moveTo>
                    <a:pt x="8155272" y="3113101"/>
                  </a:moveTo>
                  <a:cubicBezTo>
                    <a:pt x="8106035" y="3113101"/>
                    <a:pt x="8057151" y="3105256"/>
                    <a:pt x="8008901" y="3089529"/>
                  </a:cubicBezTo>
                  <a:cubicBezTo>
                    <a:pt x="7918590" y="3060487"/>
                    <a:pt x="7831817" y="3007575"/>
                    <a:pt x="7743600" y="2927749"/>
                  </a:cubicBezTo>
                  <a:cubicBezTo>
                    <a:pt x="7664284" y="2855980"/>
                    <a:pt x="7594591" y="2771792"/>
                    <a:pt x="7536876" y="2698914"/>
                  </a:cubicBezTo>
                  <a:cubicBezTo>
                    <a:pt x="7335781" y="2446560"/>
                    <a:pt x="7174687" y="2162930"/>
                    <a:pt x="7018888" y="1888641"/>
                  </a:cubicBezTo>
                  <a:lnTo>
                    <a:pt x="7007788" y="1869116"/>
                  </a:lnTo>
                  <a:cubicBezTo>
                    <a:pt x="6959555" y="1784224"/>
                    <a:pt x="6911075" y="1697608"/>
                    <a:pt x="6864196" y="1613842"/>
                  </a:cubicBezTo>
                  <a:cubicBezTo>
                    <a:pt x="6748996" y="1408015"/>
                    <a:pt x="6629873" y="1195169"/>
                    <a:pt x="6504488" y="990081"/>
                  </a:cubicBezTo>
                  <a:cubicBezTo>
                    <a:pt x="6347228" y="732872"/>
                    <a:pt x="6174841" y="464318"/>
                    <a:pt x="5949506" y="255729"/>
                  </a:cubicBezTo>
                  <a:cubicBezTo>
                    <a:pt x="5826935" y="142939"/>
                    <a:pt x="5639086" y="-4558"/>
                    <a:pt x="5423743" y="16568"/>
                  </a:cubicBezTo>
                  <a:cubicBezTo>
                    <a:pt x="5287258" y="29955"/>
                    <a:pt x="5192023" y="104679"/>
                    <a:pt x="5124017" y="251701"/>
                  </a:cubicBezTo>
                  <a:cubicBezTo>
                    <a:pt x="5061606" y="386638"/>
                    <a:pt x="5026636" y="568788"/>
                    <a:pt x="4986143" y="779716"/>
                  </a:cubicBezTo>
                  <a:cubicBezTo>
                    <a:pt x="4912386" y="1163876"/>
                    <a:pt x="4820598" y="1641969"/>
                    <a:pt x="4509492" y="2058354"/>
                  </a:cubicBezTo>
                  <a:cubicBezTo>
                    <a:pt x="4428488" y="2166783"/>
                    <a:pt x="4335030" y="2267401"/>
                    <a:pt x="4231720" y="2357394"/>
                  </a:cubicBezTo>
                  <a:cubicBezTo>
                    <a:pt x="4119598" y="2455092"/>
                    <a:pt x="3991996" y="2543678"/>
                    <a:pt x="3852468" y="2620706"/>
                  </a:cubicBezTo>
                  <a:cubicBezTo>
                    <a:pt x="3702861" y="2703312"/>
                    <a:pt x="3534730" y="2775257"/>
                    <a:pt x="3352791" y="2834572"/>
                  </a:cubicBezTo>
                  <a:cubicBezTo>
                    <a:pt x="3159348" y="2897634"/>
                    <a:pt x="2944322" y="2948348"/>
                    <a:pt x="2713674" y="2985305"/>
                  </a:cubicBezTo>
                  <a:cubicBezTo>
                    <a:pt x="2399578" y="3036582"/>
                    <a:pt x="2057987" y="3071710"/>
                    <a:pt x="1698419" y="3089741"/>
                  </a:cubicBezTo>
                  <a:cubicBezTo>
                    <a:pt x="1423303" y="3103514"/>
                    <a:pt x="1144845" y="3032466"/>
                    <a:pt x="847090" y="2872497"/>
                  </a:cubicBezTo>
                  <a:cubicBezTo>
                    <a:pt x="587542" y="2733057"/>
                    <a:pt x="347255" y="2544258"/>
                    <a:pt x="135236" y="2377693"/>
                  </a:cubicBezTo>
                  <a:cubicBezTo>
                    <a:pt x="88410" y="2340894"/>
                    <a:pt x="44170" y="2306153"/>
                    <a:pt x="0" y="2272080"/>
                  </a:cubicBezTo>
                  <a:lnTo>
                    <a:pt x="2304" y="2269089"/>
                  </a:lnTo>
                  <a:cubicBezTo>
                    <a:pt x="46492" y="2303179"/>
                    <a:pt x="90732" y="2337938"/>
                    <a:pt x="137558" y="2374738"/>
                  </a:cubicBezTo>
                  <a:cubicBezTo>
                    <a:pt x="558394" y="2705370"/>
                    <a:pt x="1082082" y="3116883"/>
                    <a:pt x="1698208" y="3085994"/>
                  </a:cubicBezTo>
                  <a:cubicBezTo>
                    <a:pt x="2057653" y="3067981"/>
                    <a:pt x="2399085" y="3032870"/>
                    <a:pt x="2713059" y="2981612"/>
                  </a:cubicBezTo>
                  <a:cubicBezTo>
                    <a:pt x="4618149" y="2676293"/>
                    <a:pt x="4837362" y="1534544"/>
                    <a:pt x="4982414" y="779030"/>
                  </a:cubicBezTo>
                  <a:cubicBezTo>
                    <a:pt x="5022960" y="567873"/>
                    <a:pt x="5057965" y="385512"/>
                    <a:pt x="5120570" y="250153"/>
                  </a:cubicBezTo>
                  <a:cubicBezTo>
                    <a:pt x="5189190" y="101794"/>
                    <a:pt x="5285393" y="26384"/>
                    <a:pt x="5423356" y="12856"/>
                  </a:cubicBezTo>
                  <a:cubicBezTo>
                    <a:pt x="5640194" y="-8410"/>
                    <a:pt x="5828923" y="139719"/>
                    <a:pt x="5952040" y="253003"/>
                  </a:cubicBezTo>
                  <a:cubicBezTo>
                    <a:pt x="6177743" y="461925"/>
                    <a:pt x="6350289" y="730744"/>
                    <a:pt x="6507672" y="988164"/>
                  </a:cubicBezTo>
                  <a:cubicBezTo>
                    <a:pt x="6633092" y="1193322"/>
                    <a:pt x="6752233" y="1406185"/>
                    <a:pt x="6867451" y="1612047"/>
                  </a:cubicBezTo>
                  <a:cubicBezTo>
                    <a:pt x="6914330" y="1695814"/>
                    <a:pt x="6962809" y="1782429"/>
                    <a:pt x="7011025" y="1867304"/>
                  </a:cubicBezTo>
                  <a:lnTo>
                    <a:pt x="7022124" y="1886829"/>
                  </a:lnTo>
                  <a:cubicBezTo>
                    <a:pt x="7177854" y="2160995"/>
                    <a:pt x="7338877" y="2444484"/>
                    <a:pt x="7539779" y="2696610"/>
                  </a:cubicBezTo>
                  <a:cubicBezTo>
                    <a:pt x="7671180" y="2862559"/>
                    <a:pt x="7819098" y="3024585"/>
                    <a:pt x="8009991" y="3085994"/>
                  </a:cubicBezTo>
                  <a:cubicBezTo>
                    <a:pt x="8108234" y="3117973"/>
                    <a:pt x="8209204" y="3117147"/>
                    <a:pt x="8310121" y="3083478"/>
                  </a:cubicBezTo>
                  <a:cubicBezTo>
                    <a:pt x="8603689" y="2985763"/>
                    <a:pt x="8842657" y="2637083"/>
                    <a:pt x="9000796" y="2406366"/>
                  </a:cubicBezTo>
                  <a:cubicBezTo>
                    <a:pt x="9010523" y="2392170"/>
                    <a:pt x="9019917" y="2378449"/>
                    <a:pt x="9028993" y="2365292"/>
                  </a:cubicBezTo>
                  <a:cubicBezTo>
                    <a:pt x="9225057" y="2080923"/>
                    <a:pt x="9398394" y="1775675"/>
                    <a:pt x="9566014" y="1480488"/>
                  </a:cubicBezTo>
                  <a:cubicBezTo>
                    <a:pt x="9729079" y="1193322"/>
                    <a:pt x="9897702" y="896376"/>
                    <a:pt x="10087521" y="617971"/>
                  </a:cubicBezTo>
                  <a:cubicBezTo>
                    <a:pt x="10098322" y="602122"/>
                    <a:pt x="10110090" y="584549"/>
                    <a:pt x="10122544" y="565956"/>
                  </a:cubicBezTo>
                  <a:cubicBezTo>
                    <a:pt x="10203179" y="445478"/>
                    <a:pt x="10325064" y="263398"/>
                    <a:pt x="10465348" y="140212"/>
                  </a:cubicBezTo>
                  <a:cubicBezTo>
                    <a:pt x="10542359" y="72594"/>
                    <a:pt x="10617911" y="28934"/>
                    <a:pt x="10689891" y="10447"/>
                  </a:cubicBezTo>
                  <a:cubicBezTo>
                    <a:pt x="10774343" y="-11243"/>
                    <a:pt x="10856632" y="877"/>
                    <a:pt x="10934470" y="46472"/>
                  </a:cubicBezTo>
                  <a:cubicBezTo>
                    <a:pt x="11074896" y="128743"/>
                    <a:pt x="11167474" y="282009"/>
                    <a:pt x="11249130" y="417245"/>
                  </a:cubicBezTo>
                  <a:cubicBezTo>
                    <a:pt x="11268303" y="449014"/>
                    <a:pt x="11286439" y="479006"/>
                    <a:pt x="11304962" y="507960"/>
                  </a:cubicBezTo>
                  <a:cubicBezTo>
                    <a:pt x="11352386" y="582016"/>
                    <a:pt x="11417366" y="660769"/>
                    <a:pt x="11486162" y="744130"/>
                  </a:cubicBezTo>
                  <a:cubicBezTo>
                    <a:pt x="11635400" y="924996"/>
                    <a:pt x="11804569" y="1129979"/>
                    <a:pt x="11874174" y="1377689"/>
                  </a:cubicBezTo>
                  <a:lnTo>
                    <a:pt x="11870550" y="1378709"/>
                  </a:lnTo>
                  <a:cubicBezTo>
                    <a:pt x="11801155" y="1131773"/>
                    <a:pt x="11632269" y="927107"/>
                    <a:pt x="11483260" y="746523"/>
                  </a:cubicBezTo>
                  <a:cubicBezTo>
                    <a:pt x="11414393" y="663056"/>
                    <a:pt x="11349343" y="584232"/>
                    <a:pt x="11301796" y="509983"/>
                  </a:cubicBezTo>
                  <a:cubicBezTo>
                    <a:pt x="11283238" y="480993"/>
                    <a:pt x="11265102" y="450966"/>
                    <a:pt x="11245910" y="419198"/>
                  </a:cubicBezTo>
                  <a:cubicBezTo>
                    <a:pt x="11164467" y="284349"/>
                    <a:pt x="11072169" y="131522"/>
                    <a:pt x="10932570" y="49726"/>
                  </a:cubicBezTo>
                  <a:cubicBezTo>
                    <a:pt x="10602167" y="-143840"/>
                    <a:pt x="10292205" y="319266"/>
                    <a:pt x="10125675" y="568067"/>
                  </a:cubicBezTo>
                  <a:cubicBezTo>
                    <a:pt x="10113221" y="586677"/>
                    <a:pt x="10101453" y="604250"/>
                    <a:pt x="10090635" y="620117"/>
                  </a:cubicBezTo>
                  <a:cubicBezTo>
                    <a:pt x="9900886" y="898382"/>
                    <a:pt x="9732315" y="1195257"/>
                    <a:pt x="9569287" y="1482370"/>
                  </a:cubicBezTo>
                  <a:cubicBezTo>
                    <a:pt x="9401631" y="1777627"/>
                    <a:pt x="9228259" y="2082946"/>
                    <a:pt x="9032089" y="2367455"/>
                  </a:cubicBezTo>
                  <a:cubicBezTo>
                    <a:pt x="9023012" y="2380613"/>
                    <a:pt x="9013619" y="2394334"/>
                    <a:pt x="9003891" y="2408512"/>
                  </a:cubicBezTo>
                  <a:cubicBezTo>
                    <a:pt x="8845471" y="2639651"/>
                    <a:pt x="8606081" y="2988964"/>
                    <a:pt x="8311299" y="3087067"/>
                  </a:cubicBezTo>
                  <a:cubicBezTo>
                    <a:pt x="8259249" y="3104411"/>
                    <a:pt x="8207075" y="3113101"/>
                    <a:pt x="8155272" y="311310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" name="任意多边形: 形状 767"/>
            <p:cNvSpPr/>
            <p:nvPr>
              <p:custDataLst>
                <p:tags r:id="rId28"/>
              </p:custDataLst>
            </p:nvPr>
          </p:nvSpPr>
          <p:spPr>
            <a:xfrm>
              <a:off x="237437" y="2182363"/>
              <a:ext cx="11953349" cy="3224181"/>
            </a:xfrm>
            <a:custGeom>
              <a:avLst/>
              <a:gdLst>
                <a:gd name="connsiteX0" fmla="*/ 8271738 w 11953349"/>
                <a:gd name="connsiteY0" fmla="*/ 3224182 h 3224181"/>
                <a:gd name="connsiteX1" fmla="*/ 8121973 w 11953349"/>
                <a:gd name="connsiteY1" fmla="*/ 3199538 h 3224181"/>
                <a:gd name="connsiteX2" fmla="*/ 7852538 w 11953349"/>
                <a:gd name="connsiteY2" fmla="*/ 3030915 h 3224181"/>
                <a:gd name="connsiteX3" fmla="*/ 7643862 w 11953349"/>
                <a:gd name="connsiteY3" fmla="*/ 2792598 h 3224181"/>
                <a:gd name="connsiteX4" fmla="*/ 7123499 w 11953349"/>
                <a:gd name="connsiteY4" fmla="*/ 1946106 h 3224181"/>
                <a:gd name="connsiteX5" fmla="*/ 7114475 w 11953349"/>
                <a:gd name="connsiteY5" fmla="*/ 1929536 h 3224181"/>
                <a:gd name="connsiteX6" fmla="*/ 6976266 w 11953349"/>
                <a:gd name="connsiteY6" fmla="*/ 1673558 h 3224181"/>
                <a:gd name="connsiteX7" fmla="*/ 6612247 w 11953349"/>
                <a:gd name="connsiteY7" fmla="*/ 1017238 h 3224181"/>
                <a:gd name="connsiteX8" fmla="*/ 6053642 w 11953349"/>
                <a:gd name="connsiteY8" fmla="*/ 257098 h 3224181"/>
                <a:gd name="connsiteX9" fmla="*/ 5518151 w 11953349"/>
                <a:gd name="connsiteY9" fmla="*/ 11833 h 3224181"/>
                <a:gd name="connsiteX10" fmla="*/ 5225234 w 11953349"/>
                <a:gd name="connsiteY10" fmla="*/ 257169 h 3224181"/>
                <a:gd name="connsiteX11" fmla="*/ 5098230 w 11953349"/>
                <a:gd name="connsiteY11" fmla="*/ 803566 h 3224181"/>
                <a:gd name="connsiteX12" fmla="*/ 4633998 w 11953349"/>
                <a:gd name="connsiteY12" fmla="*/ 2150333 h 3224181"/>
                <a:gd name="connsiteX13" fmla="*/ 4352567 w 11953349"/>
                <a:gd name="connsiteY13" fmla="*/ 2465203 h 3224181"/>
                <a:gd name="connsiteX14" fmla="*/ 3964854 w 11953349"/>
                <a:gd name="connsiteY14" fmla="*/ 2741973 h 3224181"/>
                <a:gd name="connsiteX15" fmla="*/ 3450823 w 11953349"/>
                <a:gd name="connsiteY15" fmla="*/ 2965988 h 3224181"/>
                <a:gd name="connsiteX16" fmla="*/ 2790457 w 11953349"/>
                <a:gd name="connsiteY16" fmla="*/ 3122632 h 3224181"/>
                <a:gd name="connsiteX17" fmla="*/ 1751666 w 11953349"/>
                <a:gd name="connsiteY17" fmla="*/ 3220646 h 3224181"/>
                <a:gd name="connsiteX18" fmla="*/ 873581 w 11953349"/>
                <a:gd name="connsiteY18" fmla="*/ 2976683 h 3224181"/>
                <a:gd name="connsiteX19" fmla="*/ 137171 w 11953349"/>
                <a:gd name="connsiteY19" fmla="*/ 2440137 h 3224181"/>
                <a:gd name="connsiteX20" fmla="*/ 0 w 11953349"/>
                <a:gd name="connsiteY20" fmla="*/ 2328138 h 3224181"/>
                <a:gd name="connsiteX21" fmla="*/ 2322 w 11953349"/>
                <a:gd name="connsiteY21" fmla="*/ 2325253 h 3224181"/>
                <a:gd name="connsiteX22" fmla="*/ 139511 w 11953349"/>
                <a:gd name="connsiteY22" fmla="*/ 2437270 h 3224181"/>
                <a:gd name="connsiteX23" fmla="*/ 1751507 w 11953349"/>
                <a:gd name="connsiteY23" fmla="*/ 3216935 h 3224181"/>
                <a:gd name="connsiteX24" fmla="*/ 2789841 w 11953349"/>
                <a:gd name="connsiteY24" fmla="*/ 3118973 h 3224181"/>
                <a:gd name="connsiteX25" fmla="*/ 5094553 w 11953349"/>
                <a:gd name="connsiteY25" fmla="*/ 802950 h 3224181"/>
                <a:gd name="connsiteX26" fmla="*/ 5221803 w 11953349"/>
                <a:gd name="connsiteY26" fmla="*/ 255708 h 3224181"/>
                <a:gd name="connsiteX27" fmla="*/ 5517729 w 11953349"/>
                <a:gd name="connsiteY27" fmla="*/ 8139 h 3224181"/>
                <a:gd name="connsiteX28" fmla="*/ 6056175 w 11953349"/>
                <a:gd name="connsiteY28" fmla="*/ 254389 h 3224181"/>
                <a:gd name="connsiteX29" fmla="*/ 6615431 w 11953349"/>
                <a:gd name="connsiteY29" fmla="*/ 1015338 h 3224181"/>
                <a:gd name="connsiteX30" fmla="*/ 6979520 w 11953349"/>
                <a:gd name="connsiteY30" fmla="*/ 1671782 h 3224181"/>
                <a:gd name="connsiteX31" fmla="*/ 7117711 w 11953349"/>
                <a:gd name="connsiteY31" fmla="*/ 1927742 h 3224181"/>
                <a:gd name="connsiteX32" fmla="*/ 7126735 w 11953349"/>
                <a:gd name="connsiteY32" fmla="*/ 1944312 h 3224181"/>
                <a:gd name="connsiteX33" fmla="*/ 7646799 w 11953349"/>
                <a:gd name="connsiteY33" fmla="*/ 2790329 h 3224181"/>
                <a:gd name="connsiteX34" fmla="*/ 8123133 w 11953349"/>
                <a:gd name="connsiteY34" fmla="*/ 3196020 h 3224181"/>
                <a:gd name="connsiteX35" fmla="*/ 8429244 w 11953349"/>
                <a:gd name="connsiteY35" fmla="*/ 3193663 h 3224181"/>
                <a:gd name="connsiteX36" fmla="*/ 9131036 w 11953349"/>
                <a:gd name="connsiteY36" fmla="*/ 2485714 h 3224181"/>
                <a:gd name="connsiteX37" fmla="*/ 9155821 w 11953349"/>
                <a:gd name="connsiteY37" fmla="*/ 2448316 h 3224181"/>
                <a:gd name="connsiteX38" fmla="*/ 9693106 w 11953349"/>
                <a:gd name="connsiteY38" fmla="*/ 1532236 h 3224181"/>
                <a:gd name="connsiteX39" fmla="*/ 10215106 w 11953349"/>
                <a:gd name="connsiteY39" fmla="*/ 639041 h 3224181"/>
                <a:gd name="connsiteX40" fmla="*/ 10246452 w 11953349"/>
                <a:gd name="connsiteY40" fmla="*/ 590896 h 3224181"/>
                <a:gd name="connsiteX41" fmla="*/ 10593214 w 11953349"/>
                <a:gd name="connsiteY41" fmla="*/ 147333 h 3224181"/>
                <a:gd name="connsiteX42" fmla="*/ 10822805 w 11953349"/>
                <a:gd name="connsiteY42" fmla="*/ 10954 h 3224181"/>
                <a:gd name="connsiteX43" fmla="*/ 11073594 w 11953349"/>
                <a:gd name="connsiteY43" fmla="*/ 49213 h 3224181"/>
                <a:gd name="connsiteX44" fmla="*/ 11402326 w 11953349"/>
                <a:gd name="connsiteY44" fmla="*/ 455361 h 3224181"/>
                <a:gd name="connsiteX45" fmla="*/ 11446355 w 11953349"/>
                <a:gd name="connsiteY45" fmla="*/ 531898 h 3224181"/>
                <a:gd name="connsiteX46" fmla="*/ 11608293 w 11953349"/>
                <a:gd name="connsiteY46" fmla="*/ 771516 h 3224181"/>
                <a:gd name="connsiteX47" fmla="*/ 11953349 w 11953349"/>
                <a:gd name="connsiteY47" fmla="*/ 1390386 h 3224181"/>
                <a:gd name="connsiteX48" fmla="*/ 11949796 w 11953349"/>
                <a:gd name="connsiteY48" fmla="*/ 1391441 h 3224181"/>
                <a:gd name="connsiteX49" fmla="*/ 11605285 w 11953349"/>
                <a:gd name="connsiteY49" fmla="*/ 773662 h 3224181"/>
                <a:gd name="connsiteX50" fmla="*/ 11443153 w 11953349"/>
                <a:gd name="connsiteY50" fmla="*/ 533762 h 3224181"/>
                <a:gd name="connsiteX51" fmla="*/ 11399089 w 11953349"/>
                <a:gd name="connsiteY51" fmla="*/ 457173 h 3224181"/>
                <a:gd name="connsiteX52" fmla="*/ 11071676 w 11953349"/>
                <a:gd name="connsiteY52" fmla="*/ 52362 h 3224181"/>
                <a:gd name="connsiteX53" fmla="*/ 10595711 w 11953349"/>
                <a:gd name="connsiteY53" fmla="*/ 150060 h 3224181"/>
                <a:gd name="connsiteX54" fmla="*/ 10249583 w 11953349"/>
                <a:gd name="connsiteY54" fmla="*/ 592884 h 3224181"/>
                <a:gd name="connsiteX55" fmla="*/ 10218219 w 11953349"/>
                <a:gd name="connsiteY55" fmla="*/ 641064 h 3224181"/>
                <a:gd name="connsiteX56" fmla="*/ 9696378 w 11953349"/>
                <a:gd name="connsiteY56" fmla="*/ 1533995 h 3224181"/>
                <a:gd name="connsiteX57" fmla="*/ 9158917 w 11953349"/>
                <a:gd name="connsiteY57" fmla="*/ 2450339 h 3224181"/>
                <a:gd name="connsiteX58" fmla="*/ 9134132 w 11953349"/>
                <a:gd name="connsiteY58" fmla="*/ 2487719 h 3224181"/>
                <a:gd name="connsiteX59" fmla="*/ 8836975 w 11953349"/>
                <a:gd name="connsiteY59" fmla="*/ 2892583 h 3224181"/>
                <a:gd name="connsiteX60" fmla="*/ 8430457 w 11953349"/>
                <a:gd name="connsiteY60" fmla="*/ 3197128 h 3224181"/>
                <a:gd name="connsiteX61" fmla="*/ 8271738 w 11953349"/>
                <a:gd name="connsiteY61" fmla="*/ 3224182 h 322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1953349" h="3224181">
                  <a:moveTo>
                    <a:pt x="8271738" y="3224182"/>
                  </a:moveTo>
                  <a:cubicBezTo>
                    <a:pt x="8221395" y="3224182"/>
                    <a:pt x="8171384" y="3215967"/>
                    <a:pt x="8121973" y="3199538"/>
                  </a:cubicBezTo>
                  <a:cubicBezTo>
                    <a:pt x="8029992" y="3169212"/>
                    <a:pt x="7941845" y="3114048"/>
                    <a:pt x="7852538" y="3030915"/>
                  </a:cubicBezTo>
                  <a:cubicBezTo>
                    <a:pt x="7771868" y="2955803"/>
                    <a:pt x="7701770" y="2868290"/>
                    <a:pt x="7643862" y="2792598"/>
                  </a:cubicBezTo>
                  <a:cubicBezTo>
                    <a:pt x="7441043" y="2528740"/>
                    <a:pt x="7279615" y="2232551"/>
                    <a:pt x="7123499" y="1946106"/>
                  </a:cubicBezTo>
                  <a:lnTo>
                    <a:pt x="7114475" y="1929536"/>
                  </a:lnTo>
                  <a:cubicBezTo>
                    <a:pt x="7068071" y="1844398"/>
                    <a:pt x="7021403" y="1757553"/>
                    <a:pt x="6976266" y="1673558"/>
                  </a:cubicBezTo>
                  <a:cubicBezTo>
                    <a:pt x="6859887" y="1456949"/>
                    <a:pt x="6739533" y="1232968"/>
                    <a:pt x="6612247" y="1017238"/>
                  </a:cubicBezTo>
                  <a:cubicBezTo>
                    <a:pt x="6455111" y="750917"/>
                    <a:pt x="6282548" y="472846"/>
                    <a:pt x="6053642" y="257098"/>
                  </a:cubicBezTo>
                  <a:cubicBezTo>
                    <a:pt x="5928961" y="140121"/>
                    <a:pt x="5737822" y="-12582"/>
                    <a:pt x="5518151" y="11833"/>
                  </a:cubicBezTo>
                  <a:cubicBezTo>
                    <a:pt x="5383021" y="26856"/>
                    <a:pt x="5289949" y="104799"/>
                    <a:pt x="5225234" y="257169"/>
                  </a:cubicBezTo>
                  <a:cubicBezTo>
                    <a:pt x="5165830" y="397013"/>
                    <a:pt x="5134501" y="585426"/>
                    <a:pt x="5098230" y="803566"/>
                  </a:cubicBezTo>
                  <a:cubicBezTo>
                    <a:pt x="5030964" y="1208166"/>
                    <a:pt x="4947233" y="1711712"/>
                    <a:pt x="4633998" y="2150333"/>
                  </a:cubicBezTo>
                  <a:cubicBezTo>
                    <a:pt x="4552413" y="2264565"/>
                    <a:pt x="4457741" y="2370513"/>
                    <a:pt x="4352567" y="2465203"/>
                  </a:cubicBezTo>
                  <a:cubicBezTo>
                    <a:pt x="4238387" y="2568020"/>
                    <a:pt x="4107953" y="2661127"/>
                    <a:pt x="3964854" y="2741973"/>
                  </a:cubicBezTo>
                  <a:cubicBezTo>
                    <a:pt x="3811377" y="2828677"/>
                    <a:pt x="3638426" y="2904052"/>
                    <a:pt x="3450823" y="2965988"/>
                  </a:cubicBezTo>
                  <a:cubicBezTo>
                    <a:pt x="3251347" y="3031847"/>
                    <a:pt x="3029161" y="3084548"/>
                    <a:pt x="2790457" y="3122632"/>
                  </a:cubicBezTo>
                  <a:cubicBezTo>
                    <a:pt x="2472315" y="3174102"/>
                    <a:pt x="2122808" y="3207066"/>
                    <a:pt x="1751666" y="3220646"/>
                  </a:cubicBezTo>
                  <a:cubicBezTo>
                    <a:pt x="1468493" y="3231007"/>
                    <a:pt x="1181275" y="3151199"/>
                    <a:pt x="873581" y="2976683"/>
                  </a:cubicBezTo>
                  <a:cubicBezTo>
                    <a:pt x="605361" y="2824560"/>
                    <a:pt x="356631" y="2620334"/>
                    <a:pt x="137171" y="2440137"/>
                  </a:cubicBezTo>
                  <a:cubicBezTo>
                    <a:pt x="89677" y="2401139"/>
                    <a:pt x="44821" y="2364304"/>
                    <a:pt x="0" y="2328138"/>
                  </a:cubicBezTo>
                  <a:lnTo>
                    <a:pt x="2322" y="2325253"/>
                  </a:lnTo>
                  <a:cubicBezTo>
                    <a:pt x="47143" y="2361437"/>
                    <a:pt x="92016" y="2398271"/>
                    <a:pt x="139511" y="2437270"/>
                  </a:cubicBezTo>
                  <a:cubicBezTo>
                    <a:pt x="575158" y="2794955"/>
                    <a:pt x="1117351" y="3240119"/>
                    <a:pt x="1751507" y="3216935"/>
                  </a:cubicBezTo>
                  <a:cubicBezTo>
                    <a:pt x="2122492" y="3203372"/>
                    <a:pt x="2471840" y="3170408"/>
                    <a:pt x="2789841" y="3118973"/>
                  </a:cubicBezTo>
                  <a:cubicBezTo>
                    <a:pt x="4761776" y="2804366"/>
                    <a:pt x="4962027" y="1599942"/>
                    <a:pt x="5094553" y="802950"/>
                  </a:cubicBezTo>
                  <a:cubicBezTo>
                    <a:pt x="5130860" y="584564"/>
                    <a:pt x="5162224" y="395958"/>
                    <a:pt x="5221803" y="255708"/>
                  </a:cubicBezTo>
                  <a:cubicBezTo>
                    <a:pt x="5287099" y="101985"/>
                    <a:pt x="5381139" y="23320"/>
                    <a:pt x="5517729" y="8139"/>
                  </a:cubicBezTo>
                  <a:cubicBezTo>
                    <a:pt x="5738912" y="-16452"/>
                    <a:pt x="5930966" y="136902"/>
                    <a:pt x="6056175" y="254389"/>
                  </a:cubicBezTo>
                  <a:cubicBezTo>
                    <a:pt x="6285433" y="470471"/>
                    <a:pt x="6458154" y="748789"/>
                    <a:pt x="6615431" y="1015338"/>
                  </a:cubicBezTo>
                  <a:cubicBezTo>
                    <a:pt x="6742751" y="1231121"/>
                    <a:pt x="6863124" y="1455155"/>
                    <a:pt x="6979520" y="1671782"/>
                  </a:cubicBezTo>
                  <a:cubicBezTo>
                    <a:pt x="7024640" y="1755777"/>
                    <a:pt x="7071308" y="1842621"/>
                    <a:pt x="7117711" y="1927742"/>
                  </a:cubicBezTo>
                  <a:lnTo>
                    <a:pt x="7126735" y="1944312"/>
                  </a:lnTo>
                  <a:cubicBezTo>
                    <a:pt x="7282781" y="2230633"/>
                    <a:pt x="7444139" y="2526682"/>
                    <a:pt x="7646799" y="2790329"/>
                  </a:cubicBezTo>
                  <a:cubicBezTo>
                    <a:pt x="7778922" y="2963033"/>
                    <a:pt x="7928073" y="3131708"/>
                    <a:pt x="8123133" y="3196020"/>
                  </a:cubicBezTo>
                  <a:cubicBezTo>
                    <a:pt x="8223488" y="3229406"/>
                    <a:pt x="8326480" y="3228615"/>
                    <a:pt x="8429244" y="3193663"/>
                  </a:cubicBezTo>
                  <a:cubicBezTo>
                    <a:pt x="8730147" y="3091497"/>
                    <a:pt x="8971401" y="2726933"/>
                    <a:pt x="9131036" y="2485714"/>
                  </a:cubicBezTo>
                  <a:cubicBezTo>
                    <a:pt x="9139567" y="2472838"/>
                    <a:pt x="9147817" y="2460348"/>
                    <a:pt x="9155821" y="2448316"/>
                  </a:cubicBezTo>
                  <a:cubicBezTo>
                    <a:pt x="9352043" y="2153200"/>
                    <a:pt x="9525433" y="1837520"/>
                    <a:pt x="9693106" y="1532236"/>
                  </a:cubicBezTo>
                  <a:cubicBezTo>
                    <a:pt x="9856329" y="1235079"/>
                    <a:pt x="10025093" y="927808"/>
                    <a:pt x="10215106" y="639041"/>
                  </a:cubicBezTo>
                  <a:cubicBezTo>
                    <a:pt x="10224816" y="624265"/>
                    <a:pt x="10235335" y="608065"/>
                    <a:pt x="10246452" y="590896"/>
                  </a:cubicBezTo>
                  <a:cubicBezTo>
                    <a:pt x="10327544" y="465757"/>
                    <a:pt x="10450097" y="276659"/>
                    <a:pt x="10593214" y="147333"/>
                  </a:cubicBezTo>
                  <a:cubicBezTo>
                    <a:pt x="10671861" y="76267"/>
                    <a:pt x="10749119" y="30391"/>
                    <a:pt x="10822805" y="10954"/>
                  </a:cubicBezTo>
                  <a:cubicBezTo>
                    <a:pt x="10909386" y="-11861"/>
                    <a:pt x="10993750" y="998"/>
                    <a:pt x="11073594" y="49213"/>
                  </a:cubicBezTo>
                  <a:cubicBezTo>
                    <a:pt x="11222621" y="139206"/>
                    <a:pt x="11318084" y="307178"/>
                    <a:pt x="11402326" y="455361"/>
                  </a:cubicBezTo>
                  <a:cubicBezTo>
                    <a:pt x="11417489" y="482028"/>
                    <a:pt x="11431807" y="507236"/>
                    <a:pt x="11446355" y="531898"/>
                  </a:cubicBezTo>
                  <a:cubicBezTo>
                    <a:pt x="11491246" y="608012"/>
                    <a:pt x="11548099" y="687433"/>
                    <a:pt x="11608293" y="771516"/>
                  </a:cubicBezTo>
                  <a:cubicBezTo>
                    <a:pt x="11737478" y="951960"/>
                    <a:pt x="11883884" y="1156467"/>
                    <a:pt x="11953349" y="1390386"/>
                  </a:cubicBezTo>
                  <a:lnTo>
                    <a:pt x="11949796" y="1391441"/>
                  </a:lnTo>
                  <a:cubicBezTo>
                    <a:pt x="11880525" y="1158103"/>
                    <a:pt x="11734294" y="953859"/>
                    <a:pt x="11605285" y="773662"/>
                  </a:cubicBezTo>
                  <a:cubicBezTo>
                    <a:pt x="11545038" y="689509"/>
                    <a:pt x="11488132" y="610017"/>
                    <a:pt x="11443153" y="533762"/>
                  </a:cubicBezTo>
                  <a:cubicBezTo>
                    <a:pt x="11428589" y="509065"/>
                    <a:pt x="11414270" y="483858"/>
                    <a:pt x="11399089" y="457173"/>
                  </a:cubicBezTo>
                  <a:cubicBezTo>
                    <a:pt x="11315077" y="309377"/>
                    <a:pt x="11219876" y="141863"/>
                    <a:pt x="11071676" y="52362"/>
                  </a:cubicBezTo>
                  <a:cubicBezTo>
                    <a:pt x="10925376" y="-35995"/>
                    <a:pt x="10765231" y="-3119"/>
                    <a:pt x="10595711" y="150060"/>
                  </a:cubicBezTo>
                  <a:cubicBezTo>
                    <a:pt x="10452947" y="279051"/>
                    <a:pt x="10330569" y="467921"/>
                    <a:pt x="10249583" y="592884"/>
                  </a:cubicBezTo>
                  <a:cubicBezTo>
                    <a:pt x="10238448" y="610052"/>
                    <a:pt x="10227946" y="626271"/>
                    <a:pt x="10218219" y="641064"/>
                  </a:cubicBezTo>
                  <a:cubicBezTo>
                    <a:pt x="10028312" y="929690"/>
                    <a:pt x="9859565" y="1236909"/>
                    <a:pt x="9696378" y="1533995"/>
                  </a:cubicBezTo>
                  <a:cubicBezTo>
                    <a:pt x="9528652" y="1839349"/>
                    <a:pt x="9355227" y="2155099"/>
                    <a:pt x="9158917" y="2450339"/>
                  </a:cubicBezTo>
                  <a:cubicBezTo>
                    <a:pt x="9150931" y="2462371"/>
                    <a:pt x="9142664" y="2474843"/>
                    <a:pt x="9134132" y="2487719"/>
                  </a:cubicBezTo>
                  <a:cubicBezTo>
                    <a:pt x="9054535" y="2608003"/>
                    <a:pt x="8955482" y="2757699"/>
                    <a:pt x="8836975" y="2892583"/>
                  </a:cubicBezTo>
                  <a:cubicBezTo>
                    <a:pt x="8696690" y="3052270"/>
                    <a:pt x="8563724" y="3151885"/>
                    <a:pt x="8430457" y="3197128"/>
                  </a:cubicBezTo>
                  <a:cubicBezTo>
                    <a:pt x="8377475" y="3215176"/>
                    <a:pt x="8324439" y="3224182"/>
                    <a:pt x="8271738" y="3224182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1" name="任意多边形: 形状 768"/>
            <p:cNvSpPr/>
            <p:nvPr>
              <p:custDataLst>
                <p:tags r:id="rId29"/>
              </p:custDataLst>
            </p:nvPr>
          </p:nvSpPr>
          <p:spPr>
            <a:xfrm>
              <a:off x="158279" y="2119305"/>
              <a:ext cx="12032418" cy="3352113"/>
            </a:xfrm>
            <a:custGeom>
              <a:avLst/>
              <a:gdLst>
                <a:gd name="connsiteX0" fmla="*/ 1771437 w 12032418"/>
                <a:gd name="connsiteY0" fmla="*/ 3352114 h 3352113"/>
                <a:gd name="connsiteX1" fmla="*/ 901040 w 12032418"/>
                <a:gd name="connsiteY1" fmla="*/ 3081923 h 3352113"/>
                <a:gd name="connsiteX2" fmla="*/ 140689 w 12032418"/>
                <a:gd name="connsiteY2" fmla="*/ 2503915 h 3352113"/>
                <a:gd name="connsiteX3" fmla="*/ 0 w 12032418"/>
                <a:gd name="connsiteY3" fmla="*/ 2384335 h 3352113"/>
                <a:gd name="connsiteX4" fmla="*/ 2340 w 12032418"/>
                <a:gd name="connsiteY4" fmla="*/ 2381556 h 3352113"/>
                <a:gd name="connsiteX5" fmla="*/ 143046 w 12032418"/>
                <a:gd name="connsiteY5" fmla="*/ 2501154 h 3352113"/>
                <a:gd name="connsiteX6" fmla="*/ 1804824 w 12032418"/>
                <a:gd name="connsiteY6" fmla="*/ 3348050 h 3352113"/>
                <a:gd name="connsiteX7" fmla="*/ 2866642 w 12032418"/>
                <a:gd name="connsiteY7" fmla="*/ 3256509 h 3352113"/>
                <a:gd name="connsiteX8" fmla="*/ 5206060 w 12032418"/>
                <a:gd name="connsiteY8" fmla="*/ 826587 h 3352113"/>
                <a:gd name="connsiteX9" fmla="*/ 5322720 w 12032418"/>
                <a:gd name="connsiteY9" fmla="*/ 261228 h 3352113"/>
                <a:gd name="connsiteX10" fmla="*/ 5612102 w 12032418"/>
                <a:gd name="connsiteY10" fmla="*/ 3614 h 3352113"/>
                <a:gd name="connsiteX11" fmla="*/ 5909963 w 12032418"/>
                <a:gd name="connsiteY11" fmla="*/ 66729 h 3352113"/>
                <a:gd name="connsiteX12" fmla="*/ 6160294 w 12032418"/>
                <a:gd name="connsiteY12" fmla="*/ 255986 h 3352113"/>
                <a:gd name="connsiteX13" fmla="*/ 6723156 w 12032418"/>
                <a:gd name="connsiteY13" fmla="*/ 1042722 h 3352113"/>
                <a:gd name="connsiteX14" fmla="*/ 7079575 w 12032418"/>
                <a:gd name="connsiteY14" fmla="*/ 1710160 h 3352113"/>
                <a:gd name="connsiteX15" fmla="*/ 7224345 w 12032418"/>
                <a:gd name="connsiteY15" fmla="*/ 1988407 h 3352113"/>
                <a:gd name="connsiteX16" fmla="*/ 7753767 w 12032418"/>
                <a:gd name="connsiteY16" fmla="*/ 2884241 h 3352113"/>
                <a:gd name="connsiteX17" fmla="*/ 8236223 w 12032418"/>
                <a:gd name="connsiteY17" fmla="*/ 3306238 h 3352113"/>
                <a:gd name="connsiteX18" fmla="*/ 8548332 w 12032418"/>
                <a:gd name="connsiteY18" fmla="*/ 3304021 h 3352113"/>
                <a:gd name="connsiteX19" fmla="*/ 9261259 w 12032418"/>
                <a:gd name="connsiteY19" fmla="*/ 2564832 h 3352113"/>
                <a:gd name="connsiteX20" fmla="*/ 9282596 w 12032418"/>
                <a:gd name="connsiteY20" fmla="*/ 2531515 h 3352113"/>
                <a:gd name="connsiteX21" fmla="*/ 9820268 w 12032418"/>
                <a:gd name="connsiteY21" fmla="*/ 1584001 h 3352113"/>
                <a:gd name="connsiteX22" fmla="*/ 10342619 w 12032418"/>
                <a:gd name="connsiteY22" fmla="*/ 660304 h 3352113"/>
                <a:gd name="connsiteX23" fmla="*/ 10370254 w 12032418"/>
                <a:gd name="connsiteY23" fmla="*/ 616451 h 3352113"/>
                <a:gd name="connsiteX24" fmla="*/ 10720991 w 12032418"/>
                <a:gd name="connsiteY24" fmla="*/ 154699 h 3352113"/>
                <a:gd name="connsiteX25" fmla="*/ 10955684 w 12032418"/>
                <a:gd name="connsiteY25" fmla="*/ 11460 h 3352113"/>
                <a:gd name="connsiteX26" fmla="*/ 11212612 w 12032418"/>
                <a:gd name="connsiteY26" fmla="*/ 52146 h 3352113"/>
                <a:gd name="connsiteX27" fmla="*/ 11556331 w 12032418"/>
                <a:gd name="connsiteY27" fmla="*/ 497662 h 3352113"/>
                <a:gd name="connsiteX28" fmla="*/ 11587624 w 12032418"/>
                <a:gd name="connsiteY28" fmla="*/ 556028 h 3352113"/>
                <a:gd name="connsiteX29" fmla="*/ 11722139 w 12032418"/>
                <a:gd name="connsiteY29" fmla="*/ 784880 h 3352113"/>
                <a:gd name="connsiteX30" fmla="*/ 12032418 w 12032418"/>
                <a:gd name="connsiteY30" fmla="*/ 1403293 h 3352113"/>
                <a:gd name="connsiteX31" fmla="*/ 12028935 w 12032418"/>
                <a:gd name="connsiteY31" fmla="*/ 1404384 h 3352113"/>
                <a:gd name="connsiteX32" fmla="*/ 11719026 w 12032418"/>
                <a:gd name="connsiteY32" fmla="*/ 786762 h 3352113"/>
                <a:gd name="connsiteX33" fmla="*/ 11584423 w 12032418"/>
                <a:gd name="connsiteY33" fmla="*/ 557751 h 3352113"/>
                <a:gd name="connsiteX34" fmla="*/ 11553129 w 12032418"/>
                <a:gd name="connsiteY34" fmla="*/ 499351 h 3352113"/>
                <a:gd name="connsiteX35" fmla="*/ 11210712 w 12032418"/>
                <a:gd name="connsiteY35" fmla="*/ 55225 h 3352113"/>
                <a:gd name="connsiteX36" fmla="*/ 10723507 w 12032418"/>
                <a:gd name="connsiteY36" fmla="*/ 157338 h 3352113"/>
                <a:gd name="connsiteX37" fmla="*/ 10373367 w 12032418"/>
                <a:gd name="connsiteY37" fmla="*/ 618351 h 3352113"/>
                <a:gd name="connsiteX38" fmla="*/ 10345715 w 12032418"/>
                <a:gd name="connsiteY38" fmla="*/ 662222 h 3352113"/>
                <a:gd name="connsiteX39" fmla="*/ 9823505 w 12032418"/>
                <a:gd name="connsiteY39" fmla="*/ 1585672 h 3352113"/>
                <a:gd name="connsiteX40" fmla="*/ 9285674 w 12032418"/>
                <a:gd name="connsiteY40" fmla="*/ 2533450 h 3352113"/>
                <a:gd name="connsiteX41" fmla="*/ 9264337 w 12032418"/>
                <a:gd name="connsiteY41" fmla="*/ 2566766 h 3352113"/>
                <a:gd name="connsiteX42" fmla="*/ 8964524 w 12032418"/>
                <a:gd name="connsiteY42" fmla="*/ 2988447 h 3352113"/>
                <a:gd name="connsiteX43" fmla="*/ 8769990 w 12032418"/>
                <a:gd name="connsiteY43" fmla="*/ 3180782 h 3352113"/>
                <a:gd name="connsiteX44" fmla="*/ 8549527 w 12032418"/>
                <a:gd name="connsiteY44" fmla="*/ 3307434 h 3352113"/>
                <a:gd name="connsiteX45" fmla="*/ 8235062 w 12032418"/>
                <a:gd name="connsiteY45" fmla="*/ 3309650 h 3352113"/>
                <a:gd name="connsiteX46" fmla="*/ 7750865 w 12032418"/>
                <a:gd name="connsiteY46" fmla="*/ 2886369 h 3352113"/>
                <a:gd name="connsiteX47" fmla="*/ 7221143 w 12032418"/>
                <a:gd name="connsiteY47" fmla="*/ 1990043 h 3352113"/>
                <a:gd name="connsiteX48" fmla="*/ 7076356 w 12032418"/>
                <a:gd name="connsiteY48" fmla="*/ 1711778 h 3352113"/>
                <a:gd name="connsiteX49" fmla="*/ 6719989 w 12032418"/>
                <a:gd name="connsiteY49" fmla="*/ 1044464 h 3352113"/>
                <a:gd name="connsiteX50" fmla="*/ 6157778 w 12032418"/>
                <a:gd name="connsiteY50" fmla="*/ 258554 h 3352113"/>
                <a:gd name="connsiteX51" fmla="*/ 5612542 w 12032418"/>
                <a:gd name="connsiteY51" fmla="*/ 7168 h 3352113"/>
                <a:gd name="connsiteX52" fmla="*/ 5326098 w 12032418"/>
                <a:gd name="connsiteY52" fmla="*/ 262494 h 3352113"/>
                <a:gd name="connsiteX53" fmla="*/ 5209649 w 12032418"/>
                <a:gd name="connsiteY53" fmla="*/ 827045 h 3352113"/>
                <a:gd name="connsiteX54" fmla="*/ 4758187 w 12032418"/>
                <a:gd name="connsiteY54" fmla="*/ 2242186 h 3352113"/>
                <a:gd name="connsiteX55" fmla="*/ 4473203 w 12032418"/>
                <a:gd name="connsiteY55" fmla="*/ 2572958 h 3352113"/>
                <a:gd name="connsiteX56" fmla="*/ 4077099 w 12032418"/>
                <a:gd name="connsiteY56" fmla="*/ 2863255 h 3352113"/>
                <a:gd name="connsiteX57" fmla="*/ 3548803 w 12032418"/>
                <a:gd name="connsiteY57" fmla="*/ 3097473 h 3352113"/>
                <a:gd name="connsiteX58" fmla="*/ 2867205 w 12032418"/>
                <a:gd name="connsiteY58" fmla="*/ 3260045 h 3352113"/>
                <a:gd name="connsiteX59" fmla="*/ 1804895 w 12032418"/>
                <a:gd name="connsiteY59" fmla="*/ 3351639 h 3352113"/>
                <a:gd name="connsiteX60" fmla="*/ 1771437 w 12032418"/>
                <a:gd name="connsiteY60" fmla="*/ 3352114 h 335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2032418" h="3352113">
                  <a:moveTo>
                    <a:pt x="1771437" y="3352114"/>
                  </a:moveTo>
                  <a:cubicBezTo>
                    <a:pt x="1491326" y="3352114"/>
                    <a:pt x="1206218" y="3263545"/>
                    <a:pt x="901040" y="3081923"/>
                  </a:cubicBezTo>
                  <a:cubicBezTo>
                    <a:pt x="624411" y="2917293"/>
                    <a:pt x="367414" y="2697675"/>
                    <a:pt x="140689" y="2503915"/>
                  </a:cubicBezTo>
                  <a:cubicBezTo>
                    <a:pt x="91981" y="2462296"/>
                    <a:pt x="45982" y="2422981"/>
                    <a:pt x="0" y="2384335"/>
                  </a:cubicBezTo>
                  <a:lnTo>
                    <a:pt x="2340" y="2381556"/>
                  </a:lnTo>
                  <a:cubicBezTo>
                    <a:pt x="48321" y="2420202"/>
                    <a:pt x="94338" y="2459535"/>
                    <a:pt x="143046" y="2501154"/>
                  </a:cubicBezTo>
                  <a:cubicBezTo>
                    <a:pt x="593153" y="2885789"/>
                    <a:pt x="1153376" y="3364532"/>
                    <a:pt x="1804824" y="3348050"/>
                  </a:cubicBezTo>
                  <a:cubicBezTo>
                    <a:pt x="2182898" y="3339660"/>
                    <a:pt x="2540144" y="3308859"/>
                    <a:pt x="2866642" y="3256509"/>
                  </a:cubicBezTo>
                  <a:cubicBezTo>
                    <a:pt x="4905350" y="2932650"/>
                    <a:pt x="5086303" y="1665252"/>
                    <a:pt x="5206060" y="826587"/>
                  </a:cubicBezTo>
                  <a:cubicBezTo>
                    <a:pt x="5238251" y="601077"/>
                    <a:pt x="5266061" y="406314"/>
                    <a:pt x="5322720" y="261228"/>
                  </a:cubicBezTo>
                  <a:cubicBezTo>
                    <a:pt x="5384815" y="102244"/>
                    <a:pt x="5476761" y="20378"/>
                    <a:pt x="5612102" y="3614"/>
                  </a:cubicBezTo>
                  <a:cubicBezTo>
                    <a:pt x="5708006" y="-8277"/>
                    <a:pt x="5808219" y="12955"/>
                    <a:pt x="5909963" y="66729"/>
                  </a:cubicBezTo>
                  <a:cubicBezTo>
                    <a:pt x="5988786" y="108401"/>
                    <a:pt x="6070670" y="170302"/>
                    <a:pt x="6160294" y="255986"/>
                  </a:cubicBezTo>
                  <a:cubicBezTo>
                    <a:pt x="6390712" y="476923"/>
                    <a:pt x="6558015" y="754202"/>
                    <a:pt x="6723156" y="1042722"/>
                  </a:cubicBezTo>
                  <a:cubicBezTo>
                    <a:pt x="6847802" y="1262270"/>
                    <a:pt x="6965641" y="1489962"/>
                    <a:pt x="7079575" y="1710160"/>
                  </a:cubicBezTo>
                  <a:cubicBezTo>
                    <a:pt x="7126824" y="1801473"/>
                    <a:pt x="7175690" y="1895881"/>
                    <a:pt x="7224345" y="1988407"/>
                  </a:cubicBezTo>
                  <a:cubicBezTo>
                    <a:pt x="7381868" y="2290472"/>
                    <a:pt x="7544774" y="2602810"/>
                    <a:pt x="7753767" y="2884241"/>
                  </a:cubicBezTo>
                  <a:cubicBezTo>
                    <a:pt x="7886611" y="3063682"/>
                    <a:pt x="8037010" y="3239007"/>
                    <a:pt x="8236223" y="3306238"/>
                  </a:cubicBezTo>
                  <a:cubicBezTo>
                    <a:pt x="8338671" y="3341014"/>
                    <a:pt x="8443685" y="3340275"/>
                    <a:pt x="8548332" y="3304021"/>
                  </a:cubicBezTo>
                  <a:cubicBezTo>
                    <a:pt x="8856694" y="3197317"/>
                    <a:pt x="9109945" y="2801389"/>
                    <a:pt x="9261259" y="2564832"/>
                  </a:cubicBezTo>
                  <a:cubicBezTo>
                    <a:pt x="9268576" y="2553398"/>
                    <a:pt x="9275682" y="2542280"/>
                    <a:pt x="9282596" y="2531515"/>
                  </a:cubicBezTo>
                  <a:cubicBezTo>
                    <a:pt x="9478977" y="2225598"/>
                    <a:pt x="9652472" y="1899434"/>
                    <a:pt x="9820268" y="1584001"/>
                  </a:cubicBezTo>
                  <a:cubicBezTo>
                    <a:pt x="9983631" y="1276905"/>
                    <a:pt x="10152535" y="959361"/>
                    <a:pt x="10342619" y="660304"/>
                  </a:cubicBezTo>
                  <a:cubicBezTo>
                    <a:pt x="10351221" y="646759"/>
                    <a:pt x="10360473" y="632036"/>
                    <a:pt x="10370254" y="616451"/>
                  </a:cubicBezTo>
                  <a:cubicBezTo>
                    <a:pt x="10451786" y="486615"/>
                    <a:pt x="10574990" y="290393"/>
                    <a:pt x="10720991" y="154699"/>
                  </a:cubicBezTo>
                  <a:cubicBezTo>
                    <a:pt x="10801327" y="80045"/>
                    <a:pt x="10880291" y="31847"/>
                    <a:pt x="10955684" y="11460"/>
                  </a:cubicBezTo>
                  <a:cubicBezTo>
                    <a:pt x="11044394" y="-12516"/>
                    <a:pt x="11130851" y="1169"/>
                    <a:pt x="11212612" y="52146"/>
                  </a:cubicBezTo>
                  <a:cubicBezTo>
                    <a:pt x="11371366" y="150442"/>
                    <a:pt x="11469627" y="334914"/>
                    <a:pt x="11556331" y="497662"/>
                  </a:cubicBezTo>
                  <a:cubicBezTo>
                    <a:pt x="11567114" y="517909"/>
                    <a:pt x="11577298" y="537047"/>
                    <a:pt x="11587624" y="556028"/>
                  </a:cubicBezTo>
                  <a:cubicBezTo>
                    <a:pt x="11627678" y="629802"/>
                    <a:pt x="11673554" y="705125"/>
                    <a:pt x="11722139" y="784880"/>
                  </a:cubicBezTo>
                  <a:cubicBezTo>
                    <a:pt x="11834244" y="968930"/>
                    <a:pt x="11961317" y="1177554"/>
                    <a:pt x="12032418" y="1403293"/>
                  </a:cubicBezTo>
                  <a:lnTo>
                    <a:pt x="12028935" y="1404384"/>
                  </a:lnTo>
                  <a:cubicBezTo>
                    <a:pt x="11957975" y="1179049"/>
                    <a:pt x="11831025" y="970636"/>
                    <a:pt x="11719026" y="786762"/>
                  </a:cubicBezTo>
                  <a:cubicBezTo>
                    <a:pt x="11670423" y="706972"/>
                    <a:pt x="11624512" y="631596"/>
                    <a:pt x="11584423" y="557751"/>
                  </a:cubicBezTo>
                  <a:cubicBezTo>
                    <a:pt x="11574115" y="538753"/>
                    <a:pt x="11563912" y="519615"/>
                    <a:pt x="11553129" y="499351"/>
                  </a:cubicBezTo>
                  <a:cubicBezTo>
                    <a:pt x="11466654" y="337008"/>
                    <a:pt x="11368640" y="152993"/>
                    <a:pt x="11210712" y="55225"/>
                  </a:cubicBezTo>
                  <a:cubicBezTo>
                    <a:pt x="11060876" y="-38199"/>
                    <a:pt x="10896949" y="-3844"/>
                    <a:pt x="10723507" y="157338"/>
                  </a:cubicBezTo>
                  <a:cubicBezTo>
                    <a:pt x="10577857" y="292697"/>
                    <a:pt x="10454794" y="488673"/>
                    <a:pt x="10373367" y="618351"/>
                  </a:cubicBezTo>
                  <a:cubicBezTo>
                    <a:pt x="10363587" y="633936"/>
                    <a:pt x="10354334" y="648677"/>
                    <a:pt x="10345715" y="662222"/>
                  </a:cubicBezTo>
                  <a:cubicBezTo>
                    <a:pt x="10155702" y="961173"/>
                    <a:pt x="9986815" y="1278647"/>
                    <a:pt x="9823505" y="1585672"/>
                  </a:cubicBezTo>
                  <a:cubicBezTo>
                    <a:pt x="9655673" y="1901176"/>
                    <a:pt x="9482126" y="2227410"/>
                    <a:pt x="9285674" y="2533450"/>
                  </a:cubicBezTo>
                  <a:cubicBezTo>
                    <a:pt x="9278761" y="2544216"/>
                    <a:pt x="9271654" y="2555333"/>
                    <a:pt x="9264337" y="2566766"/>
                  </a:cubicBezTo>
                  <a:cubicBezTo>
                    <a:pt x="9184406" y="2691730"/>
                    <a:pt x="9084914" y="2847265"/>
                    <a:pt x="8964524" y="2988447"/>
                  </a:cubicBezTo>
                  <a:cubicBezTo>
                    <a:pt x="8899017" y="3065265"/>
                    <a:pt x="8833562" y="3129980"/>
                    <a:pt x="8769990" y="3180782"/>
                  </a:cubicBezTo>
                  <a:cubicBezTo>
                    <a:pt x="8696198" y="3239745"/>
                    <a:pt x="8622019" y="3282367"/>
                    <a:pt x="8549527" y="3307434"/>
                  </a:cubicBezTo>
                  <a:cubicBezTo>
                    <a:pt x="8444108" y="3343952"/>
                    <a:pt x="8338301" y="3344708"/>
                    <a:pt x="8235062" y="3309650"/>
                  </a:cubicBezTo>
                  <a:cubicBezTo>
                    <a:pt x="8034900" y="3242103"/>
                    <a:pt x="7884061" y="3066303"/>
                    <a:pt x="7750865" y="2886369"/>
                  </a:cubicBezTo>
                  <a:cubicBezTo>
                    <a:pt x="7541696" y="2604692"/>
                    <a:pt x="7378738" y="2292231"/>
                    <a:pt x="7221143" y="1990043"/>
                  </a:cubicBezTo>
                  <a:cubicBezTo>
                    <a:pt x="7172471" y="1897517"/>
                    <a:pt x="7123622" y="1803091"/>
                    <a:pt x="7076356" y="1711778"/>
                  </a:cubicBezTo>
                  <a:cubicBezTo>
                    <a:pt x="6962422" y="1491615"/>
                    <a:pt x="6844618" y="1263941"/>
                    <a:pt x="6719989" y="1044464"/>
                  </a:cubicBezTo>
                  <a:cubicBezTo>
                    <a:pt x="6554990" y="756190"/>
                    <a:pt x="6387827" y="479139"/>
                    <a:pt x="6157778" y="258554"/>
                  </a:cubicBezTo>
                  <a:cubicBezTo>
                    <a:pt x="6030986" y="137338"/>
                    <a:pt x="5836540" y="-20590"/>
                    <a:pt x="5612542" y="7168"/>
                  </a:cubicBezTo>
                  <a:cubicBezTo>
                    <a:pt x="5478678" y="23755"/>
                    <a:pt x="5387647" y="104901"/>
                    <a:pt x="5326098" y="262494"/>
                  </a:cubicBezTo>
                  <a:cubicBezTo>
                    <a:pt x="5269597" y="407176"/>
                    <a:pt x="5241804" y="601745"/>
                    <a:pt x="5209649" y="827045"/>
                  </a:cubicBezTo>
                  <a:cubicBezTo>
                    <a:pt x="5148961" y="1252138"/>
                    <a:pt x="5073409" y="1781191"/>
                    <a:pt x="4758187" y="2242186"/>
                  </a:cubicBezTo>
                  <a:cubicBezTo>
                    <a:pt x="4676075" y="2362259"/>
                    <a:pt x="4580189" y="2473554"/>
                    <a:pt x="4473203" y="2572958"/>
                  </a:cubicBezTo>
                  <a:cubicBezTo>
                    <a:pt x="4357017" y="2680912"/>
                    <a:pt x="4223751" y="2778574"/>
                    <a:pt x="4077099" y="2863255"/>
                  </a:cubicBezTo>
                  <a:cubicBezTo>
                    <a:pt x="3919770" y="2954093"/>
                    <a:pt x="3742035" y="3032898"/>
                    <a:pt x="3548803" y="3097473"/>
                  </a:cubicBezTo>
                  <a:cubicBezTo>
                    <a:pt x="3343310" y="3166147"/>
                    <a:pt x="3113982" y="3220853"/>
                    <a:pt x="2867205" y="3260045"/>
                  </a:cubicBezTo>
                  <a:cubicBezTo>
                    <a:pt x="2540548" y="3312429"/>
                    <a:pt x="2183126" y="3343231"/>
                    <a:pt x="1804895" y="3351639"/>
                  </a:cubicBezTo>
                  <a:cubicBezTo>
                    <a:pt x="1793777" y="3351973"/>
                    <a:pt x="1782607" y="3352114"/>
                    <a:pt x="1771437" y="3352114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2" name="任意多边形: 形状 769"/>
            <p:cNvSpPr/>
            <p:nvPr>
              <p:custDataLst>
                <p:tags r:id="rId30"/>
              </p:custDataLst>
            </p:nvPr>
          </p:nvSpPr>
          <p:spPr>
            <a:xfrm>
              <a:off x="79139" y="2051468"/>
              <a:ext cx="12111540" cy="3487639"/>
            </a:xfrm>
            <a:custGeom>
              <a:avLst/>
              <a:gdLst>
                <a:gd name="connsiteX0" fmla="*/ 1841817 w 12111540"/>
                <a:gd name="connsiteY0" fmla="*/ 3487640 h 3487639"/>
                <a:gd name="connsiteX1" fmla="*/ 927250 w 12111540"/>
                <a:gd name="connsiteY1" fmla="*/ 3190535 h 3487639"/>
                <a:gd name="connsiteX2" fmla="*/ 142149 w 12111540"/>
                <a:gd name="connsiteY2" fmla="*/ 2570610 h 3487639"/>
                <a:gd name="connsiteX3" fmla="*/ 0 w 12111540"/>
                <a:gd name="connsiteY3" fmla="*/ 2445365 h 3487639"/>
                <a:gd name="connsiteX4" fmla="*/ 2357 w 12111540"/>
                <a:gd name="connsiteY4" fmla="*/ 2442674 h 3487639"/>
                <a:gd name="connsiteX5" fmla="*/ 144524 w 12111540"/>
                <a:gd name="connsiteY5" fmla="*/ 2567936 h 3487639"/>
                <a:gd name="connsiteX6" fmla="*/ 1842186 w 12111540"/>
                <a:gd name="connsiteY6" fmla="*/ 3484069 h 3487639"/>
                <a:gd name="connsiteX7" fmla="*/ 1858141 w 12111540"/>
                <a:gd name="connsiteY7" fmla="*/ 3483963 h 3487639"/>
                <a:gd name="connsiteX8" fmla="*/ 2943460 w 12111540"/>
                <a:gd name="connsiteY8" fmla="*/ 3398843 h 3487639"/>
                <a:gd name="connsiteX9" fmla="*/ 5316986 w 12111540"/>
                <a:gd name="connsiteY9" fmla="*/ 854600 h 3487639"/>
                <a:gd name="connsiteX10" fmla="*/ 5423374 w 12111540"/>
                <a:gd name="connsiteY10" fmla="*/ 271368 h 3487639"/>
                <a:gd name="connsiteX11" fmla="*/ 5706511 w 12111540"/>
                <a:gd name="connsiteY11" fmla="*/ 3869 h 3487639"/>
                <a:gd name="connsiteX12" fmla="*/ 6010211 w 12111540"/>
                <a:gd name="connsiteY12" fmla="*/ 67195 h 3487639"/>
                <a:gd name="connsiteX13" fmla="*/ 6264447 w 12111540"/>
                <a:gd name="connsiteY13" fmla="*/ 262344 h 3487639"/>
                <a:gd name="connsiteX14" fmla="*/ 6577225 w 12111540"/>
                <a:gd name="connsiteY14" fmla="*/ 647911 h 3487639"/>
                <a:gd name="connsiteX15" fmla="*/ 6830933 w 12111540"/>
                <a:gd name="connsiteY15" fmla="*/ 1074869 h 3487639"/>
                <a:gd name="connsiteX16" fmla="*/ 7196552 w 12111540"/>
                <a:gd name="connsiteY16" fmla="*/ 1784875 h 3487639"/>
                <a:gd name="connsiteX17" fmla="*/ 7331049 w 12111540"/>
                <a:gd name="connsiteY17" fmla="*/ 2053817 h 3487639"/>
                <a:gd name="connsiteX18" fmla="*/ 7860805 w 12111540"/>
                <a:gd name="connsiteY18" fmla="*/ 2982914 h 3487639"/>
                <a:gd name="connsiteX19" fmla="*/ 8349365 w 12111540"/>
                <a:gd name="connsiteY19" fmla="*/ 3421218 h 3487639"/>
                <a:gd name="connsiteX20" fmla="*/ 8667455 w 12111540"/>
                <a:gd name="connsiteY20" fmla="*/ 3419159 h 3487639"/>
                <a:gd name="connsiteX21" fmla="*/ 9388949 w 12111540"/>
                <a:gd name="connsiteY21" fmla="*/ 2652441 h 3487639"/>
                <a:gd name="connsiteX22" fmla="*/ 9409423 w 12111540"/>
                <a:gd name="connsiteY22" fmla="*/ 2619476 h 3487639"/>
                <a:gd name="connsiteX23" fmla="*/ 9944387 w 12111540"/>
                <a:gd name="connsiteY23" fmla="*/ 1645523 h 3487639"/>
                <a:gd name="connsiteX24" fmla="*/ 10470221 w 12111540"/>
                <a:gd name="connsiteY24" fmla="*/ 686311 h 3487639"/>
                <a:gd name="connsiteX25" fmla="*/ 10494091 w 12111540"/>
                <a:gd name="connsiteY25" fmla="*/ 647207 h 3487639"/>
                <a:gd name="connsiteX26" fmla="*/ 10747659 w 12111540"/>
                <a:gd name="connsiteY26" fmla="*/ 276452 h 3487639"/>
                <a:gd name="connsiteX27" fmla="*/ 10915683 w 12111540"/>
                <a:gd name="connsiteY27" fmla="*/ 109201 h 3487639"/>
                <a:gd name="connsiteX28" fmla="*/ 11103216 w 12111540"/>
                <a:gd name="connsiteY28" fmla="*/ 13332 h 3487639"/>
                <a:gd name="connsiteX29" fmla="*/ 11351717 w 12111540"/>
                <a:gd name="connsiteY29" fmla="*/ 59842 h 3487639"/>
                <a:gd name="connsiteX30" fmla="*/ 11563050 w 12111540"/>
                <a:gd name="connsiteY30" fmla="*/ 280322 h 3487639"/>
                <a:gd name="connsiteX31" fmla="*/ 11712429 w 12111540"/>
                <a:gd name="connsiteY31" fmla="*/ 551691 h 3487639"/>
                <a:gd name="connsiteX32" fmla="*/ 11728964 w 12111540"/>
                <a:gd name="connsiteY32" fmla="*/ 584919 h 3487639"/>
                <a:gd name="connsiteX33" fmla="*/ 11799995 w 12111540"/>
                <a:gd name="connsiteY33" fmla="*/ 725309 h 3487639"/>
                <a:gd name="connsiteX34" fmla="*/ 12111541 w 12111540"/>
                <a:gd name="connsiteY34" fmla="*/ 1420980 h 3487639"/>
                <a:gd name="connsiteX35" fmla="*/ 12108146 w 12111540"/>
                <a:gd name="connsiteY35" fmla="*/ 1422123 h 3487639"/>
                <a:gd name="connsiteX36" fmla="*/ 11796811 w 12111540"/>
                <a:gd name="connsiteY36" fmla="*/ 726945 h 3487639"/>
                <a:gd name="connsiteX37" fmla="*/ 11725763 w 12111540"/>
                <a:gd name="connsiteY37" fmla="*/ 586538 h 3487639"/>
                <a:gd name="connsiteX38" fmla="*/ 11709210 w 12111540"/>
                <a:gd name="connsiteY38" fmla="*/ 553309 h 3487639"/>
                <a:gd name="connsiteX39" fmla="*/ 11349783 w 12111540"/>
                <a:gd name="connsiteY39" fmla="*/ 62885 h 3487639"/>
                <a:gd name="connsiteX40" fmla="*/ 11104026 w 12111540"/>
                <a:gd name="connsiteY40" fmla="*/ 16851 h 3487639"/>
                <a:gd name="connsiteX41" fmla="*/ 10750421 w 12111540"/>
                <a:gd name="connsiteY41" fmla="*/ 278774 h 3487639"/>
                <a:gd name="connsiteX42" fmla="*/ 10497152 w 12111540"/>
                <a:gd name="connsiteY42" fmla="*/ 649090 h 3487639"/>
                <a:gd name="connsiteX43" fmla="*/ 10473264 w 12111540"/>
                <a:gd name="connsiteY43" fmla="*/ 688193 h 3487639"/>
                <a:gd name="connsiteX44" fmla="*/ 9947571 w 12111540"/>
                <a:gd name="connsiteY44" fmla="*/ 1647177 h 3487639"/>
                <a:gd name="connsiteX45" fmla="*/ 9412467 w 12111540"/>
                <a:gd name="connsiteY45" fmla="*/ 2621376 h 3487639"/>
                <a:gd name="connsiteX46" fmla="*/ 9391974 w 12111540"/>
                <a:gd name="connsiteY46" fmla="*/ 2654341 h 3487639"/>
                <a:gd name="connsiteX47" fmla="*/ 9090032 w 12111540"/>
                <a:gd name="connsiteY47" fmla="*/ 3091149 h 3487639"/>
                <a:gd name="connsiteX48" fmla="*/ 8892877 w 12111540"/>
                <a:gd name="connsiteY48" fmla="*/ 3290960 h 3487639"/>
                <a:gd name="connsiteX49" fmla="*/ 8668651 w 12111540"/>
                <a:gd name="connsiteY49" fmla="*/ 3422537 h 3487639"/>
                <a:gd name="connsiteX50" fmla="*/ 8348204 w 12111540"/>
                <a:gd name="connsiteY50" fmla="*/ 3424613 h 3487639"/>
                <a:gd name="connsiteX51" fmla="*/ 7857903 w 12111540"/>
                <a:gd name="connsiteY51" fmla="*/ 2985008 h 3487639"/>
                <a:gd name="connsiteX52" fmla="*/ 7327866 w 12111540"/>
                <a:gd name="connsiteY52" fmla="*/ 2055436 h 3487639"/>
                <a:gd name="connsiteX53" fmla="*/ 7193368 w 12111540"/>
                <a:gd name="connsiteY53" fmla="*/ 1786476 h 3487639"/>
                <a:gd name="connsiteX54" fmla="*/ 6827819 w 12111540"/>
                <a:gd name="connsiteY54" fmla="*/ 1076593 h 3487639"/>
                <a:gd name="connsiteX55" fmla="*/ 6261985 w 12111540"/>
                <a:gd name="connsiteY55" fmla="*/ 264895 h 3487639"/>
                <a:gd name="connsiteX56" fmla="*/ 5707021 w 12111540"/>
                <a:gd name="connsiteY56" fmla="*/ 7404 h 3487639"/>
                <a:gd name="connsiteX57" fmla="*/ 5426768 w 12111540"/>
                <a:gd name="connsiteY57" fmla="*/ 272564 h 3487639"/>
                <a:gd name="connsiteX58" fmla="*/ 5320557 w 12111540"/>
                <a:gd name="connsiteY58" fmla="*/ 855022 h 3487639"/>
                <a:gd name="connsiteX59" fmla="*/ 4882183 w 12111540"/>
                <a:gd name="connsiteY59" fmla="*/ 2338731 h 3487639"/>
                <a:gd name="connsiteX60" fmla="*/ 4593733 w 12111540"/>
                <a:gd name="connsiteY60" fmla="*/ 2685494 h 3487639"/>
                <a:gd name="connsiteX61" fmla="*/ 4189327 w 12111540"/>
                <a:gd name="connsiteY61" fmla="*/ 2989405 h 3487639"/>
                <a:gd name="connsiteX62" fmla="*/ 3646817 w 12111540"/>
                <a:gd name="connsiteY62" fmla="*/ 3233878 h 3487639"/>
                <a:gd name="connsiteX63" fmla="*/ 2944040 w 12111540"/>
                <a:gd name="connsiteY63" fmla="*/ 3402396 h 3487639"/>
                <a:gd name="connsiteX64" fmla="*/ 1858211 w 12111540"/>
                <a:gd name="connsiteY64" fmla="*/ 3487569 h 3487639"/>
                <a:gd name="connsiteX65" fmla="*/ 1841817 w 12111540"/>
                <a:gd name="connsiteY65" fmla="*/ 3487640 h 3487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12111540" h="3487639">
                  <a:moveTo>
                    <a:pt x="1841817" y="3487640"/>
                  </a:moveTo>
                  <a:cubicBezTo>
                    <a:pt x="1548002" y="3487640"/>
                    <a:pt x="1248664" y="3390364"/>
                    <a:pt x="927250" y="3190535"/>
                  </a:cubicBezTo>
                  <a:cubicBezTo>
                    <a:pt x="641861" y="3013117"/>
                    <a:pt x="376385" y="2778019"/>
                    <a:pt x="142149" y="2570610"/>
                  </a:cubicBezTo>
                  <a:cubicBezTo>
                    <a:pt x="92948" y="2527038"/>
                    <a:pt x="46474" y="2485876"/>
                    <a:pt x="0" y="2445365"/>
                  </a:cubicBezTo>
                  <a:lnTo>
                    <a:pt x="2357" y="2442674"/>
                  </a:lnTo>
                  <a:cubicBezTo>
                    <a:pt x="48831" y="2483202"/>
                    <a:pt x="95306" y="2524364"/>
                    <a:pt x="144524" y="2567936"/>
                  </a:cubicBezTo>
                  <a:cubicBezTo>
                    <a:pt x="605836" y="2976423"/>
                    <a:pt x="1179146" y="3484069"/>
                    <a:pt x="1842186" y="3484069"/>
                  </a:cubicBezTo>
                  <a:cubicBezTo>
                    <a:pt x="1847534" y="3484069"/>
                    <a:pt x="1852776" y="3484033"/>
                    <a:pt x="1858141" y="3483963"/>
                  </a:cubicBezTo>
                  <a:cubicBezTo>
                    <a:pt x="2249530" y="3479741"/>
                    <a:pt x="2614675" y="3451104"/>
                    <a:pt x="2943460" y="3398843"/>
                  </a:cubicBezTo>
                  <a:cubicBezTo>
                    <a:pt x="5048888" y="3065766"/>
                    <a:pt x="5210229" y="1735112"/>
                    <a:pt x="5316986" y="854600"/>
                  </a:cubicBezTo>
                  <a:cubicBezTo>
                    <a:pt x="5345183" y="622035"/>
                    <a:pt x="5369529" y="421204"/>
                    <a:pt x="5423374" y="271368"/>
                  </a:cubicBezTo>
                  <a:cubicBezTo>
                    <a:pt x="5482372" y="107196"/>
                    <a:pt x="5572330" y="22198"/>
                    <a:pt x="5706511" y="3869"/>
                  </a:cubicBezTo>
                  <a:cubicBezTo>
                    <a:pt x="5804331" y="-9500"/>
                    <a:pt x="5906515" y="11820"/>
                    <a:pt x="6010211" y="67195"/>
                  </a:cubicBezTo>
                  <a:cubicBezTo>
                    <a:pt x="6090336" y="109992"/>
                    <a:pt x="6173504" y="173829"/>
                    <a:pt x="6264447" y="262344"/>
                  </a:cubicBezTo>
                  <a:cubicBezTo>
                    <a:pt x="6371820" y="367008"/>
                    <a:pt x="6474126" y="493132"/>
                    <a:pt x="6577225" y="647911"/>
                  </a:cubicBezTo>
                  <a:cubicBezTo>
                    <a:pt x="6673533" y="792505"/>
                    <a:pt x="6758688" y="944118"/>
                    <a:pt x="6830933" y="1074869"/>
                  </a:cubicBezTo>
                  <a:cubicBezTo>
                    <a:pt x="6959361" y="1308242"/>
                    <a:pt x="7079945" y="1550552"/>
                    <a:pt x="7196552" y="1784875"/>
                  </a:cubicBezTo>
                  <a:cubicBezTo>
                    <a:pt x="7240458" y="1873110"/>
                    <a:pt x="7285877" y="1964352"/>
                    <a:pt x="7331049" y="2053817"/>
                  </a:cubicBezTo>
                  <a:cubicBezTo>
                    <a:pt x="7488977" y="2367896"/>
                    <a:pt x="7652270" y="2692670"/>
                    <a:pt x="7860805" y="2982914"/>
                  </a:cubicBezTo>
                  <a:cubicBezTo>
                    <a:pt x="7994371" y="3169110"/>
                    <a:pt x="8146001" y="3351066"/>
                    <a:pt x="8349365" y="3421218"/>
                  </a:cubicBezTo>
                  <a:cubicBezTo>
                    <a:pt x="8453923" y="3457384"/>
                    <a:pt x="8560944" y="3456698"/>
                    <a:pt x="8667455" y="3419159"/>
                  </a:cubicBezTo>
                  <a:cubicBezTo>
                    <a:pt x="8981657" y="3308480"/>
                    <a:pt x="9236614" y="2897811"/>
                    <a:pt x="9388949" y="2652441"/>
                  </a:cubicBezTo>
                  <a:cubicBezTo>
                    <a:pt x="9395967" y="2641130"/>
                    <a:pt x="9402792" y="2630136"/>
                    <a:pt x="9409423" y="2619476"/>
                  </a:cubicBezTo>
                  <a:cubicBezTo>
                    <a:pt x="9604327" y="2304113"/>
                    <a:pt x="9777206" y="1969312"/>
                    <a:pt x="9944387" y="1645523"/>
                  </a:cubicBezTo>
                  <a:cubicBezTo>
                    <a:pt x="10108911" y="1326871"/>
                    <a:pt x="10279047" y="997365"/>
                    <a:pt x="10470221" y="686311"/>
                  </a:cubicBezTo>
                  <a:cubicBezTo>
                    <a:pt x="10477697" y="674139"/>
                    <a:pt x="10485665" y="661051"/>
                    <a:pt x="10494091" y="647207"/>
                  </a:cubicBezTo>
                  <a:cubicBezTo>
                    <a:pt x="10557135" y="543652"/>
                    <a:pt x="10643488" y="401819"/>
                    <a:pt x="10747659" y="276452"/>
                  </a:cubicBezTo>
                  <a:cubicBezTo>
                    <a:pt x="10804687" y="207813"/>
                    <a:pt x="10861223" y="151559"/>
                    <a:pt x="10915683" y="109201"/>
                  </a:cubicBezTo>
                  <a:cubicBezTo>
                    <a:pt x="10979414" y="59648"/>
                    <a:pt x="11042511" y="27387"/>
                    <a:pt x="11103216" y="13332"/>
                  </a:cubicBezTo>
                  <a:cubicBezTo>
                    <a:pt x="11188830" y="-6492"/>
                    <a:pt x="11272437" y="9163"/>
                    <a:pt x="11351717" y="59842"/>
                  </a:cubicBezTo>
                  <a:cubicBezTo>
                    <a:pt x="11427586" y="108181"/>
                    <a:pt x="11496716" y="180302"/>
                    <a:pt x="11563050" y="280322"/>
                  </a:cubicBezTo>
                  <a:cubicBezTo>
                    <a:pt x="11620958" y="367623"/>
                    <a:pt x="11669543" y="465409"/>
                    <a:pt x="11712429" y="551691"/>
                  </a:cubicBezTo>
                  <a:cubicBezTo>
                    <a:pt x="11718005" y="562896"/>
                    <a:pt x="11723512" y="573978"/>
                    <a:pt x="11728964" y="584919"/>
                  </a:cubicBezTo>
                  <a:cubicBezTo>
                    <a:pt x="11752043" y="631095"/>
                    <a:pt x="11775333" y="676848"/>
                    <a:pt x="11799995" y="725309"/>
                  </a:cubicBezTo>
                  <a:cubicBezTo>
                    <a:pt x="11912662" y="946616"/>
                    <a:pt x="12029182" y="1175434"/>
                    <a:pt x="12111541" y="1420980"/>
                  </a:cubicBezTo>
                  <a:lnTo>
                    <a:pt x="12108146" y="1422123"/>
                  </a:lnTo>
                  <a:cubicBezTo>
                    <a:pt x="12025857" y="1176841"/>
                    <a:pt x="11909408" y="948129"/>
                    <a:pt x="11796811" y="726945"/>
                  </a:cubicBezTo>
                  <a:cubicBezTo>
                    <a:pt x="11772131" y="678483"/>
                    <a:pt x="11748842" y="632713"/>
                    <a:pt x="11725763" y="586538"/>
                  </a:cubicBezTo>
                  <a:cubicBezTo>
                    <a:pt x="11720292" y="575596"/>
                    <a:pt x="11714787" y="564514"/>
                    <a:pt x="11709210" y="553309"/>
                  </a:cubicBezTo>
                  <a:cubicBezTo>
                    <a:pt x="11620097" y="373991"/>
                    <a:pt x="11519092" y="170750"/>
                    <a:pt x="11349783" y="62885"/>
                  </a:cubicBezTo>
                  <a:cubicBezTo>
                    <a:pt x="11271346" y="12734"/>
                    <a:pt x="11188671" y="-2763"/>
                    <a:pt x="11104026" y="16851"/>
                  </a:cubicBezTo>
                  <a:cubicBezTo>
                    <a:pt x="10992308" y="42726"/>
                    <a:pt x="10873343" y="130837"/>
                    <a:pt x="10750421" y="278774"/>
                  </a:cubicBezTo>
                  <a:cubicBezTo>
                    <a:pt x="10646425" y="403930"/>
                    <a:pt x="10560143" y="545640"/>
                    <a:pt x="10497152" y="649090"/>
                  </a:cubicBezTo>
                  <a:cubicBezTo>
                    <a:pt x="10488726" y="662933"/>
                    <a:pt x="10480757" y="676021"/>
                    <a:pt x="10473264" y="688193"/>
                  </a:cubicBezTo>
                  <a:cubicBezTo>
                    <a:pt x="10282178" y="999124"/>
                    <a:pt x="10112078" y="1328577"/>
                    <a:pt x="9947571" y="1647177"/>
                  </a:cubicBezTo>
                  <a:cubicBezTo>
                    <a:pt x="9780355" y="1971019"/>
                    <a:pt x="9607458" y="2305890"/>
                    <a:pt x="9412467" y="2621376"/>
                  </a:cubicBezTo>
                  <a:cubicBezTo>
                    <a:pt x="9405835" y="2632036"/>
                    <a:pt x="9398993" y="2643030"/>
                    <a:pt x="9391974" y="2654341"/>
                  </a:cubicBezTo>
                  <a:cubicBezTo>
                    <a:pt x="9311708" y="2783631"/>
                    <a:pt x="9211812" y="2944549"/>
                    <a:pt x="9090032" y="3091149"/>
                  </a:cubicBezTo>
                  <a:cubicBezTo>
                    <a:pt x="9023734" y="3170957"/>
                    <a:pt x="8957400" y="3238188"/>
                    <a:pt x="8892877" y="3290960"/>
                  </a:cubicBezTo>
                  <a:cubicBezTo>
                    <a:pt x="8817942" y="3352245"/>
                    <a:pt x="8742496" y="3396521"/>
                    <a:pt x="8668651" y="3422537"/>
                  </a:cubicBezTo>
                  <a:cubicBezTo>
                    <a:pt x="8561348" y="3460357"/>
                    <a:pt x="8453537" y="3461042"/>
                    <a:pt x="8348204" y="3424613"/>
                  </a:cubicBezTo>
                  <a:cubicBezTo>
                    <a:pt x="8143890" y="3354127"/>
                    <a:pt x="7991803" y="3171678"/>
                    <a:pt x="7857903" y="2985008"/>
                  </a:cubicBezTo>
                  <a:cubicBezTo>
                    <a:pt x="7649210" y="2694535"/>
                    <a:pt x="7485846" y="2369638"/>
                    <a:pt x="7327866" y="2055436"/>
                  </a:cubicBezTo>
                  <a:cubicBezTo>
                    <a:pt x="7282693" y="1965970"/>
                    <a:pt x="7237274" y="1874728"/>
                    <a:pt x="7193368" y="1786476"/>
                  </a:cubicBezTo>
                  <a:cubicBezTo>
                    <a:pt x="7076778" y="1552170"/>
                    <a:pt x="6956213" y="1309896"/>
                    <a:pt x="6827819" y="1076593"/>
                  </a:cubicBezTo>
                  <a:cubicBezTo>
                    <a:pt x="6670190" y="791309"/>
                    <a:pt x="6496660" y="493642"/>
                    <a:pt x="6261985" y="264895"/>
                  </a:cubicBezTo>
                  <a:cubicBezTo>
                    <a:pt x="6133064" y="139421"/>
                    <a:pt x="5935276" y="-23784"/>
                    <a:pt x="5707021" y="7404"/>
                  </a:cubicBezTo>
                  <a:cubicBezTo>
                    <a:pt x="5574300" y="25540"/>
                    <a:pt x="5485257" y="109799"/>
                    <a:pt x="5426768" y="272564"/>
                  </a:cubicBezTo>
                  <a:cubicBezTo>
                    <a:pt x="5373064" y="422013"/>
                    <a:pt x="5348737" y="622669"/>
                    <a:pt x="5320557" y="855022"/>
                  </a:cubicBezTo>
                  <a:cubicBezTo>
                    <a:pt x="5266518" y="1300661"/>
                    <a:pt x="5199287" y="1855255"/>
                    <a:pt x="4882183" y="2338731"/>
                  </a:cubicBezTo>
                  <a:cubicBezTo>
                    <a:pt x="4799578" y="2464679"/>
                    <a:pt x="4702531" y="2581340"/>
                    <a:pt x="4593733" y="2685494"/>
                  </a:cubicBezTo>
                  <a:cubicBezTo>
                    <a:pt x="4475560" y="2798618"/>
                    <a:pt x="4339497" y="2900854"/>
                    <a:pt x="4189327" y="2989405"/>
                  </a:cubicBezTo>
                  <a:cubicBezTo>
                    <a:pt x="4028197" y="3084394"/>
                    <a:pt x="3845660" y="3166648"/>
                    <a:pt x="3646817" y="3233878"/>
                  </a:cubicBezTo>
                  <a:cubicBezTo>
                    <a:pt x="3435309" y="3305384"/>
                    <a:pt x="3198857" y="3362078"/>
                    <a:pt x="2944040" y="3402396"/>
                  </a:cubicBezTo>
                  <a:cubicBezTo>
                    <a:pt x="2615097" y="3454675"/>
                    <a:pt x="2249777" y="3483330"/>
                    <a:pt x="1858211" y="3487569"/>
                  </a:cubicBezTo>
                  <a:cubicBezTo>
                    <a:pt x="1852741" y="3487604"/>
                    <a:pt x="1847270" y="3487640"/>
                    <a:pt x="1841817" y="3487640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3" name="任意多边形: 形状 770"/>
            <p:cNvSpPr/>
            <p:nvPr>
              <p:custDataLst>
                <p:tags r:id="rId31"/>
              </p:custDataLst>
            </p:nvPr>
          </p:nvSpPr>
          <p:spPr>
            <a:xfrm>
              <a:off x="0" y="1983176"/>
              <a:ext cx="12190575" cy="3623830"/>
            </a:xfrm>
            <a:custGeom>
              <a:avLst/>
              <a:gdLst>
                <a:gd name="connsiteX0" fmla="*/ 1911423 w 12190575"/>
                <a:gd name="connsiteY0" fmla="*/ 3623831 h 3623830"/>
                <a:gd name="connsiteX1" fmla="*/ 953513 w 12190575"/>
                <a:gd name="connsiteY1" fmla="*/ 3299550 h 3623830"/>
                <a:gd name="connsiteX2" fmla="*/ 143697 w 12190575"/>
                <a:gd name="connsiteY2" fmla="*/ 2637635 h 3623830"/>
                <a:gd name="connsiteX3" fmla="*/ 0 w 12190575"/>
                <a:gd name="connsiteY3" fmla="*/ 2506814 h 3623830"/>
                <a:gd name="connsiteX4" fmla="*/ 2357 w 12190575"/>
                <a:gd name="connsiteY4" fmla="*/ 2504193 h 3623830"/>
                <a:gd name="connsiteX5" fmla="*/ 146072 w 12190575"/>
                <a:gd name="connsiteY5" fmla="*/ 2635032 h 3623830"/>
                <a:gd name="connsiteX6" fmla="*/ 1911423 w 12190575"/>
                <a:gd name="connsiteY6" fmla="*/ 3620313 h 3623830"/>
                <a:gd name="connsiteX7" fmla="*/ 4843062 w 12190575"/>
                <a:gd name="connsiteY7" fmla="*/ 2653168 h 3623830"/>
                <a:gd name="connsiteX8" fmla="*/ 5427296 w 12190575"/>
                <a:gd name="connsiteY8" fmla="*/ 882680 h 3623830"/>
                <a:gd name="connsiteX9" fmla="*/ 5523674 w 12190575"/>
                <a:gd name="connsiteY9" fmla="*/ 281787 h 3623830"/>
                <a:gd name="connsiteX10" fmla="*/ 5800849 w 12190575"/>
                <a:gd name="connsiteY10" fmla="*/ 4578 h 3623830"/>
                <a:gd name="connsiteX11" fmla="*/ 6110389 w 12190575"/>
                <a:gd name="connsiteY11" fmla="*/ 68098 h 3623830"/>
                <a:gd name="connsiteX12" fmla="*/ 6368548 w 12190575"/>
                <a:gd name="connsiteY12" fmla="*/ 269175 h 3623830"/>
                <a:gd name="connsiteX13" fmla="*/ 6938640 w 12190575"/>
                <a:gd name="connsiteY13" fmla="*/ 1107487 h 3623830"/>
                <a:gd name="connsiteX14" fmla="*/ 7312773 w 12190575"/>
                <a:gd name="connsiteY14" fmla="*/ 1860116 h 3623830"/>
                <a:gd name="connsiteX15" fmla="*/ 7437666 w 12190575"/>
                <a:gd name="connsiteY15" fmla="*/ 2119699 h 3623830"/>
                <a:gd name="connsiteX16" fmla="*/ 7440058 w 12190575"/>
                <a:gd name="connsiteY16" fmla="*/ 2124642 h 3623830"/>
                <a:gd name="connsiteX17" fmla="*/ 7967739 w 12190575"/>
                <a:gd name="connsiteY17" fmla="*/ 3082060 h 3623830"/>
                <a:gd name="connsiteX18" fmla="*/ 8462419 w 12190575"/>
                <a:gd name="connsiteY18" fmla="*/ 3536687 h 3623830"/>
                <a:gd name="connsiteX19" fmla="*/ 8620980 w 12190575"/>
                <a:gd name="connsiteY19" fmla="*/ 3564498 h 3623830"/>
                <a:gd name="connsiteX20" fmla="*/ 9521757 w 12190575"/>
                <a:gd name="connsiteY20" fmla="*/ 2731991 h 3623830"/>
                <a:gd name="connsiteX21" fmla="*/ 9536163 w 12190575"/>
                <a:gd name="connsiteY21" fmla="*/ 2707962 h 3623830"/>
                <a:gd name="connsiteX22" fmla="*/ 10074962 w 12190575"/>
                <a:gd name="connsiteY22" fmla="*/ 1696981 h 3623830"/>
                <a:gd name="connsiteX23" fmla="*/ 10597700 w 12190575"/>
                <a:gd name="connsiteY23" fmla="*/ 712844 h 3623830"/>
                <a:gd name="connsiteX24" fmla="*/ 10617770 w 12190575"/>
                <a:gd name="connsiteY24" fmla="*/ 678929 h 3623830"/>
                <a:gd name="connsiteX25" fmla="*/ 11237696 w 12190575"/>
                <a:gd name="connsiteY25" fmla="*/ 18985 h 3623830"/>
                <a:gd name="connsiteX26" fmla="*/ 11490700 w 12190575"/>
                <a:gd name="connsiteY26" fmla="*/ 68062 h 3623830"/>
                <a:gd name="connsiteX27" fmla="*/ 11870058 w 12190575"/>
                <a:gd name="connsiteY27" fmla="*/ 614020 h 3623830"/>
                <a:gd name="connsiteX28" fmla="*/ 11870199 w 12190575"/>
                <a:gd name="connsiteY28" fmla="*/ 614337 h 3623830"/>
                <a:gd name="connsiteX29" fmla="*/ 12164735 w 12190575"/>
                <a:gd name="connsiteY29" fmla="*/ 1367088 h 3623830"/>
                <a:gd name="connsiteX30" fmla="*/ 12190575 w 12190575"/>
                <a:gd name="connsiteY30" fmla="*/ 1439157 h 3623830"/>
                <a:gd name="connsiteX31" fmla="*/ 12187268 w 12190575"/>
                <a:gd name="connsiteY31" fmla="*/ 1440353 h 3623830"/>
                <a:gd name="connsiteX32" fmla="*/ 12161428 w 12190575"/>
                <a:gd name="connsiteY32" fmla="*/ 1368285 h 3623830"/>
                <a:gd name="connsiteX33" fmla="*/ 11866998 w 12190575"/>
                <a:gd name="connsiteY33" fmla="*/ 615814 h 3623830"/>
                <a:gd name="connsiteX34" fmla="*/ 11866857 w 12190575"/>
                <a:gd name="connsiteY34" fmla="*/ 615497 h 3623830"/>
                <a:gd name="connsiteX35" fmla="*/ 11488783 w 12190575"/>
                <a:gd name="connsiteY35" fmla="*/ 71018 h 3623830"/>
                <a:gd name="connsiteX36" fmla="*/ 11238487 w 12190575"/>
                <a:gd name="connsiteY36" fmla="*/ 22415 h 3623830"/>
                <a:gd name="connsiteX37" fmla="*/ 10620813 w 12190575"/>
                <a:gd name="connsiteY37" fmla="*/ 680723 h 3623830"/>
                <a:gd name="connsiteX38" fmla="*/ 10600725 w 12190575"/>
                <a:gd name="connsiteY38" fmla="*/ 714638 h 3623830"/>
                <a:gd name="connsiteX39" fmla="*/ 10078110 w 12190575"/>
                <a:gd name="connsiteY39" fmla="*/ 1698547 h 3623830"/>
                <a:gd name="connsiteX40" fmla="*/ 9539189 w 12190575"/>
                <a:gd name="connsiteY40" fmla="*/ 2709774 h 3623830"/>
                <a:gd name="connsiteX41" fmla="*/ 9524783 w 12190575"/>
                <a:gd name="connsiteY41" fmla="*/ 2733803 h 3623830"/>
                <a:gd name="connsiteX42" fmla="*/ 8621086 w 12190575"/>
                <a:gd name="connsiteY42" fmla="*/ 3568051 h 3623830"/>
                <a:gd name="connsiteX43" fmla="*/ 8461259 w 12190575"/>
                <a:gd name="connsiteY43" fmla="*/ 3540012 h 3623830"/>
                <a:gd name="connsiteX44" fmla="*/ 8179406 w 12190575"/>
                <a:gd name="connsiteY44" fmla="*/ 3350844 h 3623830"/>
                <a:gd name="connsiteX45" fmla="*/ 7964854 w 12190575"/>
                <a:gd name="connsiteY45" fmla="*/ 3084083 h 3623830"/>
                <a:gd name="connsiteX46" fmla="*/ 7436891 w 12190575"/>
                <a:gd name="connsiteY46" fmla="*/ 2126190 h 3623830"/>
                <a:gd name="connsiteX47" fmla="*/ 7434499 w 12190575"/>
                <a:gd name="connsiteY47" fmla="*/ 2121247 h 3623830"/>
                <a:gd name="connsiteX48" fmla="*/ 7309589 w 12190575"/>
                <a:gd name="connsiteY48" fmla="*/ 1861646 h 3623830"/>
                <a:gd name="connsiteX49" fmla="*/ 6935526 w 12190575"/>
                <a:gd name="connsiteY49" fmla="*/ 1109158 h 3623830"/>
                <a:gd name="connsiteX50" fmla="*/ 6366068 w 12190575"/>
                <a:gd name="connsiteY50" fmla="*/ 271690 h 3623830"/>
                <a:gd name="connsiteX51" fmla="*/ 5801359 w 12190575"/>
                <a:gd name="connsiteY51" fmla="*/ 8079 h 3623830"/>
                <a:gd name="connsiteX52" fmla="*/ 5526999 w 12190575"/>
                <a:gd name="connsiteY52" fmla="*/ 282913 h 3623830"/>
                <a:gd name="connsiteX53" fmla="*/ 5430779 w 12190575"/>
                <a:gd name="connsiteY53" fmla="*/ 883067 h 3623830"/>
                <a:gd name="connsiteX54" fmla="*/ 5290846 w 12190575"/>
                <a:gd name="connsiteY54" fmla="*/ 1763403 h 3623830"/>
                <a:gd name="connsiteX55" fmla="*/ 4845735 w 12190575"/>
                <a:gd name="connsiteY55" fmla="*/ 2655454 h 3623830"/>
                <a:gd name="connsiteX56" fmla="*/ 4420484 w 12190575"/>
                <a:gd name="connsiteY56" fmla="*/ 3039385 h 3623830"/>
                <a:gd name="connsiteX57" fmla="*/ 3813153 w 12190575"/>
                <a:gd name="connsiteY57" fmla="*/ 3346446 h 3623830"/>
                <a:gd name="connsiteX58" fmla="*/ 2988544 w 12190575"/>
                <a:gd name="connsiteY58" fmla="*/ 3550092 h 3623830"/>
                <a:gd name="connsiteX59" fmla="*/ 1911423 w 12190575"/>
                <a:gd name="connsiteY59" fmla="*/ 3623831 h 3623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12190575" h="3623830">
                  <a:moveTo>
                    <a:pt x="1911423" y="3623831"/>
                  </a:moveTo>
                  <a:cubicBezTo>
                    <a:pt x="1604239" y="3623831"/>
                    <a:pt x="1290899" y="3517760"/>
                    <a:pt x="953513" y="3299550"/>
                  </a:cubicBezTo>
                  <a:cubicBezTo>
                    <a:pt x="659399" y="3109325"/>
                    <a:pt x="385426" y="2858731"/>
                    <a:pt x="143697" y="2637635"/>
                  </a:cubicBezTo>
                  <a:cubicBezTo>
                    <a:pt x="93969" y="2592146"/>
                    <a:pt x="46984" y="2549172"/>
                    <a:pt x="0" y="2506814"/>
                  </a:cubicBezTo>
                  <a:lnTo>
                    <a:pt x="2357" y="2504193"/>
                  </a:lnTo>
                  <a:cubicBezTo>
                    <a:pt x="49359" y="2546569"/>
                    <a:pt x="96343" y="2589543"/>
                    <a:pt x="146072" y="2635032"/>
                  </a:cubicBezTo>
                  <a:cubicBezTo>
                    <a:pt x="626012" y="3074004"/>
                    <a:pt x="1223299" y="3620313"/>
                    <a:pt x="1911423" y="3620313"/>
                  </a:cubicBezTo>
                  <a:cubicBezTo>
                    <a:pt x="3339669" y="3620313"/>
                    <a:pt x="4298617" y="3303947"/>
                    <a:pt x="4843062" y="2653168"/>
                  </a:cubicBezTo>
                  <a:cubicBezTo>
                    <a:pt x="5303564" y="2102725"/>
                    <a:pt x="5372167" y="1426245"/>
                    <a:pt x="5427296" y="882680"/>
                  </a:cubicBezTo>
                  <a:cubicBezTo>
                    <a:pt x="5451588" y="643150"/>
                    <a:pt x="5472574" y="436303"/>
                    <a:pt x="5523674" y="281787"/>
                  </a:cubicBezTo>
                  <a:cubicBezTo>
                    <a:pt x="5579665" y="112514"/>
                    <a:pt x="5667741" y="24420"/>
                    <a:pt x="5800849" y="4578"/>
                  </a:cubicBezTo>
                  <a:cubicBezTo>
                    <a:pt x="5900569" y="-10286"/>
                    <a:pt x="6004706" y="11087"/>
                    <a:pt x="6110389" y="68098"/>
                  </a:cubicBezTo>
                  <a:cubicBezTo>
                    <a:pt x="6191833" y="112039"/>
                    <a:pt x="6276268" y="177810"/>
                    <a:pt x="6368548" y="269175"/>
                  </a:cubicBezTo>
                  <a:cubicBezTo>
                    <a:pt x="6608289" y="506577"/>
                    <a:pt x="6781644" y="813479"/>
                    <a:pt x="6938640" y="1107487"/>
                  </a:cubicBezTo>
                  <a:cubicBezTo>
                    <a:pt x="7070639" y="1354687"/>
                    <a:pt x="7193738" y="1611632"/>
                    <a:pt x="7312773" y="1860116"/>
                  </a:cubicBezTo>
                  <a:cubicBezTo>
                    <a:pt x="7353565" y="1945272"/>
                    <a:pt x="7395748" y="2033330"/>
                    <a:pt x="7437666" y="2119699"/>
                  </a:cubicBezTo>
                  <a:lnTo>
                    <a:pt x="7440058" y="2124642"/>
                  </a:lnTo>
                  <a:cubicBezTo>
                    <a:pt x="7597176" y="2448343"/>
                    <a:pt x="7759642" y="2783056"/>
                    <a:pt x="7967739" y="3082060"/>
                  </a:cubicBezTo>
                  <a:cubicBezTo>
                    <a:pt x="8102025" y="3274993"/>
                    <a:pt x="8254886" y="3463581"/>
                    <a:pt x="8462419" y="3536687"/>
                  </a:cubicBezTo>
                  <a:cubicBezTo>
                    <a:pt x="8516545" y="3555756"/>
                    <a:pt x="8569476" y="3564498"/>
                    <a:pt x="8620980" y="3564498"/>
                  </a:cubicBezTo>
                  <a:cubicBezTo>
                    <a:pt x="9022837" y="3564498"/>
                    <a:pt x="9341207" y="3033264"/>
                    <a:pt x="9521757" y="2731991"/>
                  </a:cubicBezTo>
                  <a:cubicBezTo>
                    <a:pt x="9526665" y="2723811"/>
                    <a:pt x="9531467" y="2715790"/>
                    <a:pt x="9536163" y="2707962"/>
                  </a:cubicBezTo>
                  <a:cubicBezTo>
                    <a:pt x="9732878" y="2380286"/>
                    <a:pt x="9906778" y="2032908"/>
                    <a:pt x="10074962" y="1696981"/>
                  </a:cubicBezTo>
                  <a:cubicBezTo>
                    <a:pt x="10238536" y="1370219"/>
                    <a:pt x="10407687" y="1032323"/>
                    <a:pt x="10597700" y="712844"/>
                  </a:cubicBezTo>
                  <a:cubicBezTo>
                    <a:pt x="10604032" y="702184"/>
                    <a:pt x="10610734" y="690855"/>
                    <a:pt x="10617770" y="678929"/>
                  </a:cubicBezTo>
                  <a:cubicBezTo>
                    <a:pt x="10741185" y="470006"/>
                    <a:pt x="10970918" y="81132"/>
                    <a:pt x="11237696" y="18985"/>
                  </a:cubicBezTo>
                  <a:cubicBezTo>
                    <a:pt x="11324804" y="-1315"/>
                    <a:pt x="11409943" y="15203"/>
                    <a:pt x="11490700" y="68062"/>
                  </a:cubicBezTo>
                  <a:cubicBezTo>
                    <a:pt x="11674346" y="188258"/>
                    <a:pt x="11782862" y="424341"/>
                    <a:pt x="11870058" y="614020"/>
                  </a:cubicBezTo>
                  <a:lnTo>
                    <a:pt x="11870199" y="614337"/>
                  </a:lnTo>
                  <a:cubicBezTo>
                    <a:pt x="11982743" y="859197"/>
                    <a:pt x="12075269" y="1117391"/>
                    <a:pt x="12164735" y="1367088"/>
                  </a:cubicBezTo>
                  <a:cubicBezTo>
                    <a:pt x="12173354" y="1391117"/>
                    <a:pt x="12181956" y="1415146"/>
                    <a:pt x="12190575" y="1439157"/>
                  </a:cubicBezTo>
                  <a:lnTo>
                    <a:pt x="12187268" y="1440353"/>
                  </a:lnTo>
                  <a:cubicBezTo>
                    <a:pt x="12178649" y="1416342"/>
                    <a:pt x="12170029" y="1392313"/>
                    <a:pt x="12161428" y="1368285"/>
                  </a:cubicBezTo>
                  <a:cubicBezTo>
                    <a:pt x="12071980" y="1118657"/>
                    <a:pt x="11979489" y="860534"/>
                    <a:pt x="11866998" y="615814"/>
                  </a:cubicBezTo>
                  <a:lnTo>
                    <a:pt x="11866857" y="615497"/>
                  </a:lnTo>
                  <a:cubicBezTo>
                    <a:pt x="11779854" y="426223"/>
                    <a:pt x="11671584" y="190651"/>
                    <a:pt x="11488783" y="71018"/>
                  </a:cubicBezTo>
                  <a:cubicBezTo>
                    <a:pt x="11408852" y="18703"/>
                    <a:pt x="11324646" y="2344"/>
                    <a:pt x="11238487" y="22415"/>
                  </a:cubicBezTo>
                  <a:cubicBezTo>
                    <a:pt x="10973169" y="84210"/>
                    <a:pt x="10743947" y="472258"/>
                    <a:pt x="10620813" y="680723"/>
                  </a:cubicBezTo>
                  <a:cubicBezTo>
                    <a:pt x="10613760" y="692649"/>
                    <a:pt x="10607076" y="703995"/>
                    <a:pt x="10600725" y="714638"/>
                  </a:cubicBezTo>
                  <a:cubicBezTo>
                    <a:pt x="10410782" y="1034011"/>
                    <a:pt x="10241649" y="1371838"/>
                    <a:pt x="10078110" y="1698547"/>
                  </a:cubicBezTo>
                  <a:cubicBezTo>
                    <a:pt x="9909910" y="2034544"/>
                    <a:pt x="9735974" y="2381992"/>
                    <a:pt x="9539189" y="2709774"/>
                  </a:cubicBezTo>
                  <a:cubicBezTo>
                    <a:pt x="9534493" y="2717602"/>
                    <a:pt x="9529690" y="2725623"/>
                    <a:pt x="9524783" y="2733803"/>
                  </a:cubicBezTo>
                  <a:cubicBezTo>
                    <a:pt x="9343829" y="3035709"/>
                    <a:pt x="9024772" y="3568051"/>
                    <a:pt x="8621086" y="3568051"/>
                  </a:cubicBezTo>
                  <a:cubicBezTo>
                    <a:pt x="8569177" y="3568051"/>
                    <a:pt x="8515860" y="3559256"/>
                    <a:pt x="8461259" y="3540012"/>
                  </a:cubicBezTo>
                  <a:cubicBezTo>
                    <a:pt x="8364212" y="3505834"/>
                    <a:pt x="8272020" y="3443950"/>
                    <a:pt x="8179406" y="3350844"/>
                  </a:cubicBezTo>
                  <a:cubicBezTo>
                    <a:pt x="8094672" y="3265653"/>
                    <a:pt x="8023396" y="3168183"/>
                    <a:pt x="7964854" y="3084083"/>
                  </a:cubicBezTo>
                  <a:cubicBezTo>
                    <a:pt x="7756582" y="2784850"/>
                    <a:pt x="7594063" y="2450015"/>
                    <a:pt x="7436891" y="2126190"/>
                  </a:cubicBezTo>
                  <a:lnTo>
                    <a:pt x="7434499" y="2121247"/>
                  </a:lnTo>
                  <a:cubicBezTo>
                    <a:pt x="7392564" y="2034860"/>
                    <a:pt x="7350381" y="1946802"/>
                    <a:pt x="7309589" y="1861646"/>
                  </a:cubicBezTo>
                  <a:cubicBezTo>
                    <a:pt x="7190571" y="1613198"/>
                    <a:pt x="7067490" y="1356270"/>
                    <a:pt x="6935526" y="1109158"/>
                  </a:cubicBezTo>
                  <a:cubicBezTo>
                    <a:pt x="6778654" y="815396"/>
                    <a:pt x="6605458" y="508740"/>
                    <a:pt x="6366068" y="271690"/>
                  </a:cubicBezTo>
                  <a:cubicBezTo>
                    <a:pt x="6235018" y="141925"/>
                    <a:pt x="6033906" y="-26610"/>
                    <a:pt x="5801359" y="8079"/>
                  </a:cubicBezTo>
                  <a:cubicBezTo>
                    <a:pt x="5669711" y="27710"/>
                    <a:pt x="5582533" y="115047"/>
                    <a:pt x="5526999" y="282913"/>
                  </a:cubicBezTo>
                  <a:cubicBezTo>
                    <a:pt x="5476004" y="437059"/>
                    <a:pt x="5455054" y="643748"/>
                    <a:pt x="5430779" y="883067"/>
                  </a:cubicBezTo>
                  <a:cubicBezTo>
                    <a:pt x="5403531" y="1151727"/>
                    <a:pt x="5372642" y="1456237"/>
                    <a:pt x="5290846" y="1763403"/>
                  </a:cubicBezTo>
                  <a:cubicBezTo>
                    <a:pt x="5196209" y="2118767"/>
                    <a:pt x="5050612" y="2410559"/>
                    <a:pt x="4845735" y="2655454"/>
                  </a:cubicBezTo>
                  <a:cubicBezTo>
                    <a:pt x="4725451" y="2799222"/>
                    <a:pt x="4582388" y="2928407"/>
                    <a:pt x="4420484" y="3039385"/>
                  </a:cubicBezTo>
                  <a:cubicBezTo>
                    <a:pt x="4244315" y="3160145"/>
                    <a:pt x="4039983" y="3263454"/>
                    <a:pt x="3813153" y="3346446"/>
                  </a:cubicBezTo>
                  <a:cubicBezTo>
                    <a:pt x="3569348" y="3435630"/>
                    <a:pt x="3291911" y="3504145"/>
                    <a:pt x="2988544" y="3550092"/>
                  </a:cubicBezTo>
                  <a:cubicBezTo>
                    <a:pt x="2665353" y="3599011"/>
                    <a:pt x="2302953" y="3623831"/>
                    <a:pt x="1911423" y="362383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2" name="26"/>
          <p:cNvCxnSpPr/>
          <p:nvPr>
            <p:custDataLst>
              <p:tags r:id="rId32"/>
            </p:custDataLst>
          </p:nvPr>
        </p:nvCxnSpPr>
        <p:spPr>
          <a:xfrm>
            <a:off x="3096640" y="450188"/>
            <a:ext cx="3183563" cy="0"/>
          </a:xfrm>
          <a:prstGeom prst="line">
            <a:avLst/>
          </a:prstGeom>
          <a:ln w="12700">
            <a:gradFill>
              <a:gsLst>
                <a:gs pos="34000">
                  <a:srgbClr val="3884C0"/>
                </a:gs>
                <a:gs pos="100000">
                  <a:srgbClr val="50B99A">
                    <a:alpha val="0"/>
                  </a:srgbClr>
                </a:gs>
              </a:gsLst>
              <a:lin ang="0" scaled="0"/>
            </a:gra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19860" y="246745"/>
            <a:ext cx="406400" cy="406400"/>
            <a:chOff x="1061" y="-1328"/>
            <a:chExt cx="640" cy="640"/>
          </a:xfrm>
        </p:grpSpPr>
        <p:sp>
          <p:nvSpPr>
            <p:cNvPr id="4" name="27"/>
            <p:cNvSpPr/>
            <p:nvPr>
              <p:custDataLst>
                <p:tags r:id="rId33"/>
              </p:custDataLst>
            </p:nvPr>
          </p:nvSpPr>
          <p:spPr>
            <a:xfrm>
              <a:off x="1061" y="-1328"/>
              <a:ext cx="641" cy="641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rgbClr val="0E4F92"/>
                  </a:gs>
                  <a:gs pos="100000">
                    <a:srgbClr val="50B99A"/>
                  </a:gs>
                </a:gsLst>
                <a:path path="circle">
                  <a:fillToRect r="100000" b="100000"/>
                </a:path>
                <a:tileRect l="-100000" t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" name="28"/>
            <p:cNvSpPr/>
            <p:nvPr>
              <p:custDataLst>
                <p:tags r:id="rId34"/>
              </p:custDataLst>
            </p:nvPr>
          </p:nvSpPr>
          <p:spPr>
            <a:xfrm>
              <a:off x="1146" y="-1243"/>
              <a:ext cx="471" cy="471"/>
            </a:xfrm>
            <a:custGeom>
              <a:avLst/>
              <a:gdLst>
                <a:gd name="connsiteX0" fmla="*/ 203577 w 407154"/>
                <a:gd name="connsiteY0" fmla="*/ 0 h 407154"/>
                <a:gd name="connsiteX1" fmla="*/ 407154 w 407154"/>
                <a:gd name="connsiteY1" fmla="*/ 203577 h 407154"/>
                <a:gd name="connsiteX2" fmla="*/ 203577 w 407154"/>
                <a:gd name="connsiteY2" fmla="*/ 407154 h 407154"/>
                <a:gd name="connsiteX3" fmla="*/ 0 w 407154"/>
                <a:gd name="connsiteY3" fmla="*/ 203577 h 407154"/>
                <a:gd name="connsiteX4" fmla="*/ 203577 w 407154"/>
                <a:gd name="connsiteY4" fmla="*/ 0 h 407154"/>
                <a:gd name="connsiteX5" fmla="*/ 203576 w 407154"/>
                <a:gd name="connsiteY5" fmla="*/ 113987 h 407154"/>
                <a:gd name="connsiteX6" fmla="*/ 113987 w 407154"/>
                <a:gd name="connsiteY6" fmla="*/ 203576 h 407154"/>
                <a:gd name="connsiteX7" fmla="*/ 203576 w 407154"/>
                <a:gd name="connsiteY7" fmla="*/ 293165 h 407154"/>
                <a:gd name="connsiteX8" fmla="*/ 293165 w 407154"/>
                <a:gd name="connsiteY8" fmla="*/ 203576 h 407154"/>
                <a:gd name="connsiteX9" fmla="*/ 203576 w 407154"/>
                <a:gd name="connsiteY9" fmla="*/ 113987 h 407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154" h="407154">
                  <a:moveTo>
                    <a:pt x="203577" y="0"/>
                  </a:moveTo>
                  <a:cubicBezTo>
                    <a:pt x="316009" y="0"/>
                    <a:pt x="407154" y="91145"/>
                    <a:pt x="407154" y="203577"/>
                  </a:cubicBezTo>
                  <a:cubicBezTo>
                    <a:pt x="407154" y="316009"/>
                    <a:pt x="316009" y="407154"/>
                    <a:pt x="203577" y="407154"/>
                  </a:cubicBezTo>
                  <a:cubicBezTo>
                    <a:pt x="91145" y="407154"/>
                    <a:pt x="0" y="316009"/>
                    <a:pt x="0" y="203577"/>
                  </a:cubicBezTo>
                  <a:cubicBezTo>
                    <a:pt x="0" y="91145"/>
                    <a:pt x="91145" y="0"/>
                    <a:pt x="203577" y="0"/>
                  </a:cubicBezTo>
                  <a:close/>
                  <a:moveTo>
                    <a:pt x="203576" y="113987"/>
                  </a:moveTo>
                  <a:cubicBezTo>
                    <a:pt x="154097" y="113987"/>
                    <a:pt x="113987" y="154097"/>
                    <a:pt x="113987" y="203576"/>
                  </a:cubicBezTo>
                  <a:cubicBezTo>
                    <a:pt x="113987" y="253055"/>
                    <a:pt x="154097" y="293165"/>
                    <a:pt x="203576" y="293165"/>
                  </a:cubicBezTo>
                  <a:cubicBezTo>
                    <a:pt x="253055" y="293165"/>
                    <a:pt x="293165" y="253055"/>
                    <a:pt x="293165" y="203576"/>
                  </a:cubicBezTo>
                  <a:cubicBezTo>
                    <a:pt x="293165" y="154097"/>
                    <a:pt x="253055" y="113987"/>
                    <a:pt x="203576" y="113987"/>
                  </a:cubicBezTo>
                  <a:close/>
                </a:path>
              </a:pathLst>
            </a:custGeom>
            <a:gradFill>
              <a:gsLst>
                <a:gs pos="60000">
                  <a:srgbClr val="0E4F92"/>
                </a:gs>
                <a:gs pos="100000">
                  <a:srgbClr val="50B99A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0" name="29"/>
          <p:cNvSpPr txBox="1"/>
          <p:nvPr>
            <p:custDataLst>
              <p:tags r:id="rId35"/>
            </p:custDataLst>
          </p:nvPr>
        </p:nvSpPr>
        <p:spPr>
          <a:xfrm>
            <a:off x="572634" y="212381"/>
            <a:ext cx="1773555" cy="47561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defTabSz="348615">
              <a:defRPr sz="3200">
                <a:gradFill flip="none" rotWithShape="1">
                  <a:gsLst>
                    <a:gs pos="81000">
                      <a:schemeClr val="accent1">
                        <a:lumMod val="10000"/>
                        <a:lumOff val="90000"/>
                      </a:schemeClr>
                    </a:gs>
                    <a:gs pos="0">
                      <a:schemeClr val="accent2">
                        <a:lumMod val="10000"/>
                        <a:lumOff val="90000"/>
                      </a:schemeClr>
                    </a:gs>
                    <a:gs pos="33000">
                      <a:schemeClr val="bg1">
                        <a:lumMod val="91000"/>
                        <a:lumOff val="9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50800" dist="76200" dir="5400000" algn="t" rotWithShape="0">
                    <a:prstClr val="black">
                      <a:alpha val="5000"/>
                    </a:prstClr>
                  </a:outerShdw>
                </a:effectLst>
                <a:latin typeface="MiSans Demibold" panose="00000700000000000000" pitchFamily="2" charset="-122"/>
                <a:ea typeface="MiSans Demibold" panose="00000700000000000000" pitchFamily="2" charset="-122"/>
                <a:cs typeface="阿里巴巴普惠体 2.0 115 Black" panose="00020600040101010101" pitchFamily="18" charset="-122"/>
              </a:defRPr>
            </a:lvl1pPr>
          </a:lstStyle>
          <a:p>
            <a:pPr algn="l"/>
            <a:r>
              <a:rPr lang="zh-CN" altLang="en-US" sz="2500" b="1" dirty="0">
                <a:solidFill>
                  <a:srgbClr val="052D91"/>
                </a:solidFill>
                <a:effectLst>
                  <a:outerShdw blurRad="50800" dist="76200" dir="5400000" algn="t" rotWithShape="0">
                    <a:prstClr val="black">
                      <a:alpha val="5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痛点与瓶颈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1" name="图片 10" descr="post_object_image_2421104485"/>
          <p:cNvPicPr>
            <a:picLocks noChangeAspect="1"/>
          </p:cNvPicPr>
          <p:nvPr/>
        </p:nvPicPr>
        <p:blipFill>
          <a:blip r:embed="rId36"/>
          <a:srcRect l="149546" t="-157986" r="-206812" b="100720"/>
          <a:stretch>
            <a:fillRect/>
          </a:stretch>
        </p:blipFill>
        <p:spPr>
          <a:xfrm>
            <a:off x="29173330" y="-15030189"/>
            <a:ext cx="26003250" cy="14620875"/>
          </a:xfrm>
          <a:prstGeom prst="rect">
            <a:avLst/>
          </a:prstGeom>
        </p:spPr>
      </p:pic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39775" y="1101090"/>
            <a:ext cx="3352800" cy="4114800"/>
          </a:xfrm>
          <a:prstGeom prst="rect">
            <a:avLst/>
          </a:prstGeom>
        </p:spPr>
      </p:pic>
      <p:pic>
        <p:nvPicPr>
          <p:cNvPr id="49" name="Image 3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52195" y="2967990"/>
            <a:ext cx="190500" cy="190500"/>
          </a:xfrm>
          <a:prstGeom prst="rect">
            <a:avLst/>
          </a:prstGeom>
        </p:spPr>
      </p:pic>
      <p:pic>
        <p:nvPicPr>
          <p:cNvPr id="50" name="Image 4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52195" y="3691890"/>
            <a:ext cx="190500" cy="190500"/>
          </a:xfrm>
          <a:prstGeom prst="rect">
            <a:avLst/>
          </a:prstGeom>
        </p:spPr>
      </p:pic>
      <p:pic>
        <p:nvPicPr>
          <p:cNvPr id="55" name="Image 5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52195" y="4410710"/>
            <a:ext cx="190500" cy="190500"/>
          </a:xfrm>
          <a:prstGeom prst="rect">
            <a:avLst/>
          </a:prstGeom>
        </p:spPr>
      </p:pic>
      <p:pic>
        <p:nvPicPr>
          <p:cNvPr id="56" name="Image 6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397375" y="1101090"/>
            <a:ext cx="3352800" cy="4114800"/>
          </a:xfrm>
          <a:prstGeom prst="rect">
            <a:avLst/>
          </a:prstGeom>
        </p:spPr>
      </p:pic>
      <p:pic>
        <p:nvPicPr>
          <p:cNvPr id="62" name="Image 7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816600" y="1405890"/>
            <a:ext cx="514350" cy="457200"/>
          </a:xfrm>
          <a:prstGeom prst="rect">
            <a:avLst/>
          </a:prstGeom>
        </p:spPr>
      </p:pic>
      <p:pic>
        <p:nvPicPr>
          <p:cNvPr id="63" name="Image 8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702175" y="2967990"/>
            <a:ext cx="190500" cy="190500"/>
          </a:xfrm>
          <a:prstGeom prst="rect">
            <a:avLst/>
          </a:prstGeom>
        </p:spPr>
      </p:pic>
      <p:pic>
        <p:nvPicPr>
          <p:cNvPr id="64" name="Image 9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702175" y="3691890"/>
            <a:ext cx="190500" cy="190500"/>
          </a:xfrm>
          <a:prstGeom prst="rect">
            <a:avLst/>
          </a:prstGeom>
        </p:spPr>
      </p:pic>
      <p:pic>
        <p:nvPicPr>
          <p:cNvPr id="65" name="Image 10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702175" y="4415790"/>
            <a:ext cx="190500" cy="190500"/>
          </a:xfrm>
          <a:prstGeom prst="rect">
            <a:avLst/>
          </a:prstGeom>
        </p:spPr>
      </p:pic>
      <p:pic>
        <p:nvPicPr>
          <p:cNvPr id="66" name="Image 11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054975" y="1101090"/>
            <a:ext cx="3352800" cy="4114800"/>
          </a:xfrm>
          <a:prstGeom prst="rect">
            <a:avLst/>
          </a:prstGeom>
        </p:spPr>
      </p:pic>
      <p:pic>
        <p:nvPicPr>
          <p:cNvPr id="67" name="Image 12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502775" y="1405890"/>
            <a:ext cx="457200" cy="457200"/>
          </a:xfrm>
          <a:prstGeom prst="rect">
            <a:avLst/>
          </a:prstGeom>
        </p:spPr>
      </p:pic>
      <p:pic>
        <p:nvPicPr>
          <p:cNvPr id="68" name="Image 13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359775" y="2967990"/>
            <a:ext cx="190500" cy="190500"/>
          </a:xfrm>
          <a:prstGeom prst="rect">
            <a:avLst/>
          </a:prstGeom>
        </p:spPr>
      </p:pic>
      <p:pic>
        <p:nvPicPr>
          <p:cNvPr id="69" name="Image 14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359775" y="3691890"/>
            <a:ext cx="190500" cy="190500"/>
          </a:xfrm>
          <a:prstGeom prst="rect">
            <a:avLst/>
          </a:prstGeom>
        </p:spPr>
      </p:pic>
      <p:pic>
        <p:nvPicPr>
          <p:cNvPr id="70" name="Image 15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359775" y="4415790"/>
            <a:ext cx="190500" cy="190500"/>
          </a:xfrm>
          <a:prstGeom prst="rect">
            <a:avLst/>
          </a:prstGeom>
        </p:spPr>
      </p:pic>
      <p:pic>
        <p:nvPicPr>
          <p:cNvPr id="71" name="Image 16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52475" y="5304155"/>
            <a:ext cx="10668000" cy="762000"/>
          </a:xfrm>
          <a:prstGeom prst="rect">
            <a:avLst/>
          </a:prstGeom>
        </p:spPr>
      </p:pic>
      <p:pic>
        <p:nvPicPr>
          <p:cNvPr id="72" name="Image 17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68375" y="5579110"/>
            <a:ext cx="228600" cy="228600"/>
          </a:xfrm>
          <a:prstGeom prst="rect">
            <a:avLst/>
          </a:prstGeom>
        </p:spPr>
      </p:pic>
      <p:pic>
        <p:nvPicPr>
          <p:cNvPr id="74" name="Image 18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1385500" y="7829550"/>
            <a:ext cx="749350" cy="190500"/>
          </a:xfrm>
          <a:prstGeom prst="rect">
            <a:avLst/>
          </a:prstGeom>
        </p:spPr>
      </p:pic>
      <p:sp>
        <p:nvSpPr>
          <p:cNvPr id="85" name="Text 2"/>
          <p:cNvSpPr/>
          <p:nvPr/>
        </p:nvSpPr>
        <p:spPr>
          <a:xfrm>
            <a:off x="1043940" y="2015490"/>
            <a:ext cx="27432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传统盲杖</a:t>
            </a:r>
            <a:endParaRPr lang="en-US" sz="2250" dirty="0"/>
          </a:p>
        </p:txBody>
      </p:sp>
      <p:sp>
        <p:nvSpPr>
          <p:cNvPr id="88" name="Text 3"/>
          <p:cNvSpPr/>
          <p:nvPr/>
        </p:nvSpPr>
        <p:spPr>
          <a:xfrm>
            <a:off x="1043940" y="2434590"/>
            <a:ext cx="2743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基础物理工具</a:t>
            </a:r>
            <a:endParaRPr lang="en-US" sz="1500" dirty="0"/>
          </a:p>
        </p:txBody>
      </p:sp>
      <p:sp>
        <p:nvSpPr>
          <p:cNvPr id="93" name="Text 4"/>
          <p:cNvSpPr/>
          <p:nvPr/>
        </p:nvSpPr>
        <p:spPr>
          <a:xfrm>
            <a:off x="1386840" y="2967990"/>
            <a:ext cx="24003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只能探测低位：</a:t>
            </a:r>
            <a:r>
              <a:rPr lang="en-US" sz="135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对悬空障碍物(树枝、路牌)无能为力</a:t>
            </a:r>
            <a:endParaRPr lang="en-US" sz="1350" dirty="0"/>
          </a:p>
        </p:txBody>
      </p:sp>
      <p:sp>
        <p:nvSpPr>
          <p:cNvPr id="96" name="Text 5"/>
          <p:cNvSpPr/>
          <p:nvPr/>
        </p:nvSpPr>
        <p:spPr>
          <a:xfrm>
            <a:off x="1386840" y="3691890"/>
            <a:ext cx="24003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环境语义缺失：</a:t>
            </a:r>
            <a:r>
              <a:rPr lang="en-US" sz="135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无法分辨前方是车辆还是行人</a:t>
            </a:r>
            <a:endParaRPr lang="en-US" sz="1350" dirty="0"/>
          </a:p>
        </p:txBody>
      </p:sp>
      <p:sp>
        <p:nvSpPr>
          <p:cNvPr id="119" name="Text 6"/>
          <p:cNvSpPr/>
          <p:nvPr/>
        </p:nvSpPr>
        <p:spPr>
          <a:xfrm>
            <a:off x="1386840" y="4410710"/>
            <a:ext cx="24003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探测距离短：</a:t>
            </a:r>
            <a:r>
              <a:rPr lang="en-US" sz="135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仅能感知手杖前端的障碍物</a:t>
            </a:r>
            <a:endParaRPr lang="en-US" sz="1350" dirty="0"/>
          </a:p>
        </p:txBody>
      </p:sp>
      <p:sp>
        <p:nvSpPr>
          <p:cNvPr id="120" name="Text 7"/>
          <p:cNvSpPr/>
          <p:nvPr/>
        </p:nvSpPr>
        <p:spPr>
          <a:xfrm>
            <a:off x="4702175" y="2015490"/>
            <a:ext cx="27432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单一智能眼镜</a:t>
            </a:r>
            <a:endParaRPr lang="en-US" sz="2250" dirty="0"/>
          </a:p>
        </p:txBody>
      </p:sp>
      <p:sp>
        <p:nvSpPr>
          <p:cNvPr id="121" name="Text 8"/>
          <p:cNvSpPr/>
          <p:nvPr/>
        </p:nvSpPr>
        <p:spPr>
          <a:xfrm>
            <a:off x="4702175" y="2434590"/>
            <a:ext cx="2743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如OrCam、导盲兔等</a:t>
            </a:r>
            <a:endParaRPr lang="en-US" sz="1500" dirty="0"/>
          </a:p>
        </p:txBody>
      </p:sp>
      <p:sp>
        <p:nvSpPr>
          <p:cNvPr id="122" name="Text 9"/>
          <p:cNvSpPr/>
          <p:nvPr/>
        </p:nvSpPr>
        <p:spPr>
          <a:xfrm>
            <a:off x="5045075" y="2929890"/>
            <a:ext cx="24003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存在脚下盲区：</a:t>
            </a:r>
            <a:r>
              <a:rPr lang="en-US" sz="135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无法感知低矮障碍物，易绊倒</a:t>
            </a:r>
            <a:endParaRPr lang="en-US" sz="1350" dirty="0"/>
          </a:p>
        </p:txBody>
      </p:sp>
      <p:sp>
        <p:nvSpPr>
          <p:cNvPr id="123" name="Text 10"/>
          <p:cNvSpPr/>
          <p:nvPr/>
        </p:nvSpPr>
        <p:spPr>
          <a:xfrm>
            <a:off x="5045075" y="3653790"/>
            <a:ext cx="24003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头部发热明显：</a:t>
            </a:r>
            <a:r>
              <a:rPr lang="en-US" sz="135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长时佩戴不适，散热条件差</a:t>
            </a:r>
            <a:endParaRPr lang="en-US" sz="1350" dirty="0"/>
          </a:p>
        </p:txBody>
      </p:sp>
      <p:sp>
        <p:nvSpPr>
          <p:cNvPr id="124" name="Text 11"/>
          <p:cNvSpPr/>
          <p:nvPr/>
        </p:nvSpPr>
        <p:spPr>
          <a:xfrm>
            <a:off x="5045075" y="4377690"/>
            <a:ext cx="24003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续航与算力受限：</a:t>
            </a:r>
            <a:r>
              <a:rPr lang="en-US" sz="135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电池容量有限，AI算力不足</a:t>
            </a:r>
            <a:endParaRPr lang="en-US" sz="1350" dirty="0"/>
          </a:p>
        </p:txBody>
      </p:sp>
      <p:sp>
        <p:nvSpPr>
          <p:cNvPr id="125" name="Text 12"/>
          <p:cNvSpPr/>
          <p:nvPr/>
        </p:nvSpPr>
        <p:spPr>
          <a:xfrm>
            <a:off x="8359775" y="2015490"/>
            <a:ext cx="27432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高端进口产品</a:t>
            </a:r>
            <a:endParaRPr lang="en-US" sz="2250" dirty="0"/>
          </a:p>
        </p:txBody>
      </p:sp>
      <p:sp>
        <p:nvSpPr>
          <p:cNvPr id="126" name="Text 13"/>
          <p:cNvSpPr/>
          <p:nvPr/>
        </p:nvSpPr>
        <p:spPr>
          <a:xfrm>
            <a:off x="8359775" y="2434590"/>
            <a:ext cx="2743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如OrCam MyEye专业版</a:t>
            </a:r>
            <a:endParaRPr lang="en-US" sz="1500" dirty="0"/>
          </a:p>
        </p:txBody>
      </p:sp>
      <p:sp>
        <p:nvSpPr>
          <p:cNvPr id="127" name="Text 14"/>
          <p:cNvSpPr/>
          <p:nvPr/>
        </p:nvSpPr>
        <p:spPr>
          <a:xfrm>
            <a:off x="8702675" y="2929890"/>
            <a:ext cx="24003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价格高昂：</a:t>
            </a:r>
            <a:r>
              <a:rPr lang="en-US" sz="135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约6000美元，难以普及</a:t>
            </a:r>
            <a:endParaRPr lang="en-US" sz="1350" dirty="0"/>
          </a:p>
        </p:txBody>
      </p:sp>
      <p:sp>
        <p:nvSpPr>
          <p:cNvPr id="128" name="Text 15"/>
          <p:cNvSpPr/>
          <p:nvPr/>
        </p:nvSpPr>
        <p:spPr>
          <a:xfrm>
            <a:off x="8702675" y="3653790"/>
            <a:ext cx="24003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市场普及度低：</a:t>
            </a:r>
            <a:r>
              <a:rPr lang="en-US" sz="135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高昂价格导致难以惠及广大视障群体</a:t>
            </a:r>
            <a:endParaRPr lang="en-US" sz="1350" dirty="0"/>
          </a:p>
        </p:txBody>
      </p:sp>
      <p:sp>
        <p:nvSpPr>
          <p:cNvPr id="129" name="Text 16"/>
          <p:cNvSpPr/>
          <p:nvPr/>
        </p:nvSpPr>
        <p:spPr>
          <a:xfrm>
            <a:off x="8702675" y="4377690"/>
            <a:ext cx="24003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技术迭代慢：</a:t>
            </a:r>
            <a:r>
              <a:rPr lang="en-US" sz="135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封闭生态系统，功能扩展困难</a:t>
            </a:r>
            <a:endParaRPr lang="en-US" sz="1350" dirty="0"/>
          </a:p>
        </p:txBody>
      </p:sp>
      <p:sp>
        <p:nvSpPr>
          <p:cNvPr id="130" name="Text 17"/>
          <p:cNvSpPr/>
          <p:nvPr/>
        </p:nvSpPr>
        <p:spPr>
          <a:xfrm>
            <a:off x="1314450" y="5548630"/>
            <a:ext cx="10820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9731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现有产品共性痛点：</a:t>
            </a:r>
            <a:r>
              <a:rPr lang="en-US" sz="1800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感知不全面、交互单一、续航有限、价格高昂，亟需多模态融合解决方案</a:t>
            </a:r>
            <a:endParaRPr lang="en-US" sz="1800" dirty="0"/>
          </a:p>
        </p:txBody>
      </p:sp>
      <p:sp>
        <p:nvSpPr>
          <p:cNvPr id="131" name="Text 18"/>
          <p:cNvSpPr/>
          <p:nvPr/>
        </p:nvSpPr>
        <p:spPr>
          <a:xfrm>
            <a:off x="11442650" y="7829550"/>
            <a:ext cx="74935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天工 AI 生成</a:t>
            </a:r>
            <a:endParaRPr lang="en-US" sz="900" dirty="0"/>
          </a:p>
        </p:txBody>
      </p:sp>
      <p:pic>
        <p:nvPicPr>
          <p:cNvPr id="132" name="Image 16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209165" y="1291273"/>
            <a:ext cx="428625" cy="571500"/>
          </a:xfrm>
          <a:prstGeom prst="rect">
            <a:avLst/>
          </a:prstGeom>
        </p:spPr>
      </p:pic>
    </p:spTree>
    <p:custDataLst>
      <p:tags r:id="rId47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背景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0"/>
            <a:ext cx="12192000" cy="6852285"/>
          </a:xfrm>
          <a:prstGeom prst="rect">
            <a:avLst/>
          </a:prstGeom>
        </p:spPr>
      </p:pic>
      <p:cxnSp>
        <p:nvCxnSpPr>
          <p:cNvPr id="2" name="26"/>
          <p:cNvCxnSpPr/>
          <p:nvPr>
            <p:custDataLst>
              <p:tags r:id="rId2"/>
            </p:custDataLst>
          </p:nvPr>
        </p:nvCxnSpPr>
        <p:spPr>
          <a:xfrm>
            <a:off x="3096640" y="450188"/>
            <a:ext cx="3183563" cy="0"/>
          </a:xfrm>
          <a:prstGeom prst="line">
            <a:avLst/>
          </a:prstGeom>
          <a:ln w="12700">
            <a:gradFill>
              <a:gsLst>
                <a:gs pos="34000">
                  <a:srgbClr val="3884C0"/>
                </a:gs>
                <a:gs pos="100000">
                  <a:srgbClr val="50B99A">
                    <a:alpha val="0"/>
                  </a:srgbClr>
                </a:gs>
              </a:gsLst>
              <a:lin ang="0" scaled="0"/>
            </a:gra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19860" y="246745"/>
            <a:ext cx="406400" cy="406400"/>
            <a:chOff x="1061" y="-1328"/>
            <a:chExt cx="640" cy="640"/>
          </a:xfrm>
        </p:grpSpPr>
        <p:sp>
          <p:nvSpPr>
            <p:cNvPr id="4" name="27"/>
            <p:cNvSpPr/>
            <p:nvPr>
              <p:custDataLst>
                <p:tags r:id="rId3"/>
              </p:custDataLst>
            </p:nvPr>
          </p:nvSpPr>
          <p:spPr>
            <a:xfrm>
              <a:off x="1061" y="-1328"/>
              <a:ext cx="641" cy="641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rgbClr val="0E4F92"/>
                  </a:gs>
                  <a:gs pos="100000">
                    <a:srgbClr val="50B99A"/>
                  </a:gs>
                </a:gsLst>
                <a:path path="circle">
                  <a:fillToRect r="100000" b="100000"/>
                </a:path>
                <a:tileRect l="-100000" t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" name="28"/>
            <p:cNvSpPr/>
            <p:nvPr>
              <p:custDataLst>
                <p:tags r:id="rId4"/>
              </p:custDataLst>
            </p:nvPr>
          </p:nvSpPr>
          <p:spPr>
            <a:xfrm>
              <a:off x="1146" y="-1243"/>
              <a:ext cx="471" cy="471"/>
            </a:xfrm>
            <a:custGeom>
              <a:avLst/>
              <a:gdLst>
                <a:gd name="connsiteX0" fmla="*/ 203577 w 407154"/>
                <a:gd name="connsiteY0" fmla="*/ 0 h 407154"/>
                <a:gd name="connsiteX1" fmla="*/ 407154 w 407154"/>
                <a:gd name="connsiteY1" fmla="*/ 203577 h 407154"/>
                <a:gd name="connsiteX2" fmla="*/ 203577 w 407154"/>
                <a:gd name="connsiteY2" fmla="*/ 407154 h 407154"/>
                <a:gd name="connsiteX3" fmla="*/ 0 w 407154"/>
                <a:gd name="connsiteY3" fmla="*/ 203577 h 407154"/>
                <a:gd name="connsiteX4" fmla="*/ 203577 w 407154"/>
                <a:gd name="connsiteY4" fmla="*/ 0 h 407154"/>
                <a:gd name="connsiteX5" fmla="*/ 203576 w 407154"/>
                <a:gd name="connsiteY5" fmla="*/ 113987 h 407154"/>
                <a:gd name="connsiteX6" fmla="*/ 113987 w 407154"/>
                <a:gd name="connsiteY6" fmla="*/ 203576 h 407154"/>
                <a:gd name="connsiteX7" fmla="*/ 203576 w 407154"/>
                <a:gd name="connsiteY7" fmla="*/ 293165 h 407154"/>
                <a:gd name="connsiteX8" fmla="*/ 293165 w 407154"/>
                <a:gd name="connsiteY8" fmla="*/ 203576 h 407154"/>
                <a:gd name="connsiteX9" fmla="*/ 203576 w 407154"/>
                <a:gd name="connsiteY9" fmla="*/ 113987 h 407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154" h="407154">
                  <a:moveTo>
                    <a:pt x="203577" y="0"/>
                  </a:moveTo>
                  <a:cubicBezTo>
                    <a:pt x="316009" y="0"/>
                    <a:pt x="407154" y="91145"/>
                    <a:pt x="407154" y="203577"/>
                  </a:cubicBezTo>
                  <a:cubicBezTo>
                    <a:pt x="407154" y="316009"/>
                    <a:pt x="316009" y="407154"/>
                    <a:pt x="203577" y="407154"/>
                  </a:cubicBezTo>
                  <a:cubicBezTo>
                    <a:pt x="91145" y="407154"/>
                    <a:pt x="0" y="316009"/>
                    <a:pt x="0" y="203577"/>
                  </a:cubicBezTo>
                  <a:cubicBezTo>
                    <a:pt x="0" y="91145"/>
                    <a:pt x="91145" y="0"/>
                    <a:pt x="203577" y="0"/>
                  </a:cubicBezTo>
                  <a:close/>
                  <a:moveTo>
                    <a:pt x="203576" y="113987"/>
                  </a:moveTo>
                  <a:cubicBezTo>
                    <a:pt x="154097" y="113987"/>
                    <a:pt x="113987" y="154097"/>
                    <a:pt x="113987" y="203576"/>
                  </a:cubicBezTo>
                  <a:cubicBezTo>
                    <a:pt x="113987" y="253055"/>
                    <a:pt x="154097" y="293165"/>
                    <a:pt x="203576" y="293165"/>
                  </a:cubicBezTo>
                  <a:cubicBezTo>
                    <a:pt x="253055" y="293165"/>
                    <a:pt x="293165" y="253055"/>
                    <a:pt x="293165" y="203576"/>
                  </a:cubicBezTo>
                  <a:cubicBezTo>
                    <a:pt x="293165" y="154097"/>
                    <a:pt x="253055" y="113987"/>
                    <a:pt x="203576" y="113987"/>
                  </a:cubicBezTo>
                  <a:close/>
                </a:path>
              </a:pathLst>
            </a:custGeom>
            <a:gradFill>
              <a:gsLst>
                <a:gs pos="60000">
                  <a:srgbClr val="0E4F92"/>
                </a:gs>
                <a:gs pos="100000">
                  <a:srgbClr val="50B99A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0" name="29"/>
          <p:cNvSpPr txBox="1"/>
          <p:nvPr>
            <p:custDataLst>
              <p:tags r:id="rId5"/>
            </p:custDataLst>
          </p:nvPr>
        </p:nvSpPr>
        <p:spPr>
          <a:xfrm>
            <a:off x="572634" y="212381"/>
            <a:ext cx="1770380" cy="47561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defTabSz="348615">
              <a:defRPr sz="3200">
                <a:gradFill flip="none" rotWithShape="1">
                  <a:gsLst>
                    <a:gs pos="81000">
                      <a:schemeClr val="accent1">
                        <a:lumMod val="10000"/>
                        <a:lumOff val="90000"/>
                      </a:schemeClr>
                    </a:gs>
                    <a:gs pos="0">
                      <a:schemeClr val="accent2">
                        <a:lumMod val="10000"/>
                        <a:lumOff val="90000"/>
                      </a:schemeClr>
                    </a:gs>
                    <a:gs pos="33000">
                      <a:schemeClr val="bg1">
                        <a:lumMod val="91000"/>
                        <a:lumOff val="9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50800" dist="76200" dir="5400000" algn="t" rotWithShape="0">
                    <a:prstClr val="black">
                      <a:alpha val="5000"/>
                    </a:prstClr>
                  </a:outerShdw>
                </a:effectLst>
                <a:latin typeface="MiSans Demibold" panose="00000700000000000000" pitchFamily="2" charset="-122"/>
                <a:ea typeface="MiSans Demibold" panose="00000700000000000000" pitchFamily="2" charset="-122"/>
                <a:cs typeface="阿里巴巴普惠体 2.0 115 Black" panose="00020600040101010101" pitchFamily="18" charset="-122"/>
              </a:defRPr>
            </a:lvl1pPr>
          </a:lstStyle>
          <a:p>
            <a:pPr algn="l"/>
            <a:r>
              <a:rPr lang="zh-CN" altLang="en-US" sz="2500" b="1" dirty="0">
                <a:solidFill>
                  <a:srgbClr val="052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痛点与瓶颈</a:t>
            </a:r>
            <a:endParaRPr lang="zh-CN" altLang="en-US" sz="2500" b="1" dirty="0">
              <a:solidFill>
                <a:srgbClr val="052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80" name="Image 2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4419600"/>
            <a:ext cx="5486400" cy="25146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562100"/>
            <a:ext cx="987623" cy="68580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4823" y="1562100"/>
            <a:ext cx="2831009" cy="68580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75832" y="1562100"/>
            <a:ext cx="2719239" cy="685800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2400300"/>
            <a:ext cx="114300" cy="152400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4823" y="2247900"/>
            <a:ext cx="2831009" cy="457200"/>
          </a:xfrm>
          <a:prstGeom prst="rect">
            <a:avLst/>
          </a:prstGeom>
        </p:spPr>
      </p:pic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75832" y="2247900"/>
            <a:ext cx="2719239" cy="457200"/>
          </a:xfrm>
          <a:prstGeom prst="rect">
            <a:avLst/>
          </a:prstGeom>
        </p:spPr>
      </p:pic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2705100"/>
            <a:ext cx="6537871" cy="457200"/>
          </a:xfrm>
          <a:prstGeom prst="rect">
            <a:avLst/>
          </a:prstGeom>
        </p:spPr>
      </p:pic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2857500"/>
            <a:ext cx="152400" cy="152400"/>
          </a:xfrm>
          <a:prstGeom prst="rect">
            <a:avLst/>
          </a:prstGeom>
        </p:spPr>
      </p:pic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4823" y="2705100"/>
            <a:ext cx="2831009" cy="457200"/>
          </a:xfrm>
          <a:prstGeom prst="rect">
            <a:avLst/>
          </a:prstGeom>
        </p:spPr>
      </p:pic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75832" y="2705100"/>
            <a:ext cx="2719239" cy="457200"/>
          </a:xfrm>
          <a:prstGeom prst="rect">
            <a:avLst/>
          </a:prstGeom>
        </p:spPr>
      </p:pic>
      <p:pic>
        <p:nvPicPr>
          <p:cNvPr id="49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429000"/>
            <a:ext cx="171450" cy="152400"/>
          </a:xfrm>
          <a:prstGeom prst="rect">
            <a:avLst/>
          </a:prstGeom>
        </p:spPr>
      </p:pic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44823" y="3162300"/>
            <a:ext cx="2831009" cy="685800"/>
          </a:xfrm>
          <a:prstGeom prst="rect">
            <a:avLst/>
          </a:prstGeom>
        </p:spPr>
      </p:pic>
      <p:pic>
        <p:nvPicPr>
          <p:cNvPr id="51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75832" y="3162300"/>
            <a:ext cx="2719239" cy="685800"/>
          </a:xfrm>
          <a:prstGeom prst="rect">
            <a:avLst/>
          </a:prstGeom>
        </p:spPr>
      </p:pic>
      <p:pic>
        <p:nvPicPr>
          <p:cNvPr id="52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7200" y="3848100"/>
            <a:ext cx="6537871" cy="685800"/>
          </a:xfrm>
          <a:prstGeom prst="rect">
            <a:avLst/>
          </a:prstGeom>
        </p:spPr>
      </p:pic>
      <p:pic>
        <p:nvPicPr>
          <p:cNvPr id="54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114800"/>
            <a:ext cx="190500" cy="152400"/>
          </a:xfrm>
          <a:prstGeom prst="rect">
            <a:avLst/>
          </a:prstGeom>
        </p:spPr>
      </p:pic>
      <p:pic>
        <p:nvPicPr>
          <p:cNvPr id="55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44823" y="3848100"/>
            <a:ext cx="2831009" cy="685800"/>
          </a:xfrm>
          <a:prstGeom prst="rect">
            <a:avLst/>
          </a:prstGeom>
        </p:spPr>
      </p:pic>
      <p:pic>
        <p:nvPicPr>
          <p:cNvPr id="56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275832" y="3848100"/>
            <a:ext cx="2719239" cy="685800"/>
          </a:xfrm>
          <a:prstGeom prst="rect">
            <a:avLst/>
          </a:prstGeom>
        </p:spPr>
      </p:pic>
      <p:pic>
        <p:nvPicPr>
          <p:cNvPr id="57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1500" y="4800600"/>
            <a:ext cx="171450" cy="152400"/>
          </a:xfrm>
          <a:prstGeom prst="rect">
            <a:avLst/>
          </a:prstGeom>
        </p:spPr>
      </p:pic>
      <p:pic>
        <p:nvPicPr>
          <p:cNvPr id="58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44823" y="4533900"/>
            <a:ext cx="2831009" cy="685800"/>
          </a:xfrm>
          <a:prstGeom prst="rect">
            <a:avLst/>
          </a:prstGeom>
        </p:spPr>
      </p:pic>
      <p:pic>
        <p:nvPicPr>
          <p:cNvPr id="59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275832" y="4533900"/>
            <a:ext cx="2719239" cy="685800"/>
          </a:xfrm>
          <a:prstGeom prst="rect">
            <a:avLst/>
          </a:prstGeom>
        </p:spPr>
      </p:pic>
      <p:pic>
        <p:nvPicPr>
          <p:cNvPr id="60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57200" y="5219700"/>
            <a:ext cx="6537871" cy="685800"/>
          </a:xfrm>
          <a:prstGeom prst="rect">
            <a:avLst/>
          </a:prstGeom>
        </p:spPr>
      </p:pic>
      <p:pic>
        <p:nvPicPr>
          <p:cNvPr id="62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71500" y="5486400"/>
            <a:ext cx="152400" cy="152400"/>
          </a:xfrm>
          <a:prstGeom prst="rect">
            <a:avLst/>
          </a:prstGeom>
        </p:spPr>
      </p:pic>
      <p:pic>
        <p:nvPicPr>
          <p:cNvPr id="63" name="Image 2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444823" y="5219700"/>
            <a:ext cx="2831009" cy="685800"/>
          </a:xfrm>
          <a:prstGeom prst="rect">
            <a:avLst/>
          </a:prstGeom>
        </p:spPr>
      </p:pic>
      <p:pic>
        <p:nvPicPr>
          <p:cNvPr id="64" name="Image 26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275832" y="5219700"/>
            <a:ext cx="2719239" cy="685800"/>
          </a:xfrm>
          <a:prstGeom prst="rect">
            <a:avLst/>
          </a:prstGeom>
        </p:spPr>
      </p:pic>
      <p:pic>
        <p:nvPicPr>
          <p:cNvPr id="65" name="Image 2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223671" y="1562100"/>
            <a:ext cx="4510980" cy="1333500"/>
          </a:xfrm>
          <a:prstGeom prst="rect">
            <a:avLst/>
          </a:prstGeom>
        </p:spPr>
      </p:pic>
      <p:pic>
        <p:nvPicPr>
          <p:cNvPr id="66" name="Image 28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414171" y="1752600"/>
            <a:ext cx="381000" cy="381000"/>
          </a:xfrm>
          <a:prstGeom prst="rect">
            <a:avLst/>
          </a:prstGeom>
        </p:spPr>
      </p:pic>
      <p:pic>
        <p:nvPicPr>
          <p:cNvPr id="67" name="Image 29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518946" y="1866900"/>
            <a:ext cx="171450" cy="152400"/>
          </a:xfrm>
          <a:prstGeom prst="rect">
            <a:avLst/>
          </a:prstGeom>
        </p:spPr>
      </p:pic>
      <p:pic>
        <p:nvPicPr>
          <p:cNvPr id="68" name="Image 30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223671" y="3048000"/>
            <a:ext cx="4510980" cy="1333500"/>
          </a:xfrm>
          <a:prstGeom prst="rect">
            <a:avLst/>
          </a:prstGeom>
        </p:spPr>
      </p:pic>
      <p:pic>
        <p:nvPicPr>
          <p:cNvPr id="69" name="Image 31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414171" y="3238500"/>
            <a:ext cx="381000" cy="381000"/>
          </a:xfrm>
          <a:prstGeom prst="rect">
            <a:avLst/>
          </a:prstGeom>
        </p:spPr>
      </p:pic>
      <p:pic>
        <p:nvPicPr>
          <p:cNvPr id="70" name="Image 3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537996" y="3352800"/>
            <a:ext cx="133350" cy="152400"/>
          </a:xfrm>
          <a:prstGeom prst="rect">
            <a:avLst/>
          </a:prstGeom>
        </p:spPr>
      </p:pic>
      <p:pic>
        <p:nvPicPr>
          <p:cNvPr id="71" name="Image 33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223671" y="4533900"/>
            <a:ext cx="4510980" cy="1333500"/>
          </a:xfrm>
          <a:prstGeom prst="rect">
            <a:avLst/>
          </a:prstGeom>
        </p:spPr>
      </p:pic>
      <p:pic>
        <p:nvPicPr>
          <p:cNvPr id="72" name="Image 34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414171" y="4724400"/>
            <a:ext cx="381000" cy="381000"/>
          </a:xfrm>
          <a:prstGeom prst="rect">
            <a:avLst/>
          </a:prstGeom>
        </p:spPr>
      </p:pic>
      <p:pic>
        <p:nvPicPr>
          <p:cNvPr id="73" name="Image 35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547521" y="4838700"/>
            <a:ext cx="114300" cy="152400"/>
          </a:xfrm>
          <a:prstGeom prst="rect">
            <a:avLst/>
          </a:prstGeom>
        </p:spPr>
      </p:pic>
      <p:sp>
        <p:nvSpPr>
          <p:cNvPr id="75" name="Text 1"/>
          <p:cNvSpPr/>
          <p:nvPr/>
        </p:nvSpPr>
        <p:spPr>
          <a:xfrm>
            <a:off x="457200" y="1172845"/>
            <a:ext cx="11277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本系统与传统导盲眼镜方案的关键性能对比</a:t>
            </a:r>
            <a:endParaRPr lang="en-US" sz="1200" dirty="0"/>
          </a:p>
        </p:txBody>
      </p:sp>
      <p:sp>
        <p:nvSpPr>
          <p:cNvPr id="76" name="Text 2"/>
          <p:cNvSpPr/>
          <p:nvPr/>
        </p:nvSpPr>
        <p:spPr>
          <a:xfrm>
            <a:off x="571500" y="1562100"/>
            <a:ext cx="1185148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对比维度</a:t>
            </a:r>
            <a:endParaRPr lang="en-US" sz="1200" dirty="0"/>
          </a:p>
        </p:txBody>
      </p:sp>
      <p:sp>
        <p:nvSpPr>
          <p:cNvPr id="77" name="Text 3"/>
          <p:cNvSpPr/>
          <p:nvPr/>
        </p:nvSpPr>
        <p:spPr>
          <a:xfrm>
            <a:off x="1559123" y="1562100"/>
            <a:ext cx="2831009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传统导盲眼镜</a:t>
            </a:r>
            <a:r>
              <a:rPr lang="en-US" sz="1200" b="1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
</a:t>
            </a:r>
            <a:r>
              <a:rPr lang="en-US" sz="1200" b="1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(如OrCam、导盲兔等)</a:t>
            </a:r>
            <a:endParaRPr lang="en-US" sz="1200" dirty="0"/>
          </a:p>
        </p:txBody>
      </p:sp>
      <p:sp>
        <p:nvSpPr>
          <p:cNvPr id="78" name="Text 4"/>
          <p:cNvSpPr/>
          <p:nvPr/>
        </p:nvSpPr>
        <p:spPr>
          <a:xfrm>
            <a:off x="4390132" y="1562100"/>
            <a:ext cx="2719239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本项目多模态系统</a:t>
            </a:r>
            <a:endParaRPr lang="en-US" sz="1200" dirty="0"/>
          </a:p>
        </p:txBody>
      </p:sp>
      <p:sp>
        <p:nvSpPr>
          <p:cNvPr id="79" name="Text 5"/>
          <p:cNvSpPr/>
          <p:nvPr/>
        </p:nvSpPr>
        <p:spPr>
          <a:xfrm>
            <a:off x="762000" y="2362200"/>
            <a:ext cx="759023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形态</a:t>
            </a:r>
            <a:endParaRPr lang="en-US" sz="1200" dirty="0"/>
          </a:p>
        </p:txBody>
      </p:sp>
      <p:sp>
        <p:nvSpPr>
          <p:cNvPr id="84" name="Text 6"/>
          <p:cNvSpPr/>
          <p:nvPr/>
        </p:nvSpPr>
        <p:spPr>
          <a:xfrm>
            <a:off x="1559123" y="2247900"/>
            <a:ext cx="339721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单一眼镜一体化设计，头部</a:t>
            </a:r>
            <a:endParaRPr lang="en-US" sz="1200" dirty="0"/>
          </a:p>
        </p:txBody>
      </p:sp>
      <p:sp>
        <p:nvSpPr>
          <p:cNvPr id="85" name="Text 7"/>
          <p:cNvSpPr/>
          <p:nvPr/>
        </p:nvSpPr>
        <p:spPr>
          <a:xfrm>
            <a:off x="4390132" y="2247900"/>
            <a:ext cx="3263086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眼镜 + 手杖 + 腰挂分体</a:t>
            </a:r>
            <a:endParaRPr lang="en-US" sz="1200" dirty="0"/>
          </a:p>
        </p:txBody>
      </p:sp>
      <p:sp>
        <p:nvSpPr>
          <p:cNvPr id="86" name="Text 8"/>
          <p:cNvSpPr/>
          <p:nvPr/>
        </p:nvSpPr>
        <p:spPr>
          <a:xfrm>
            <a:off x="800100" y="2819400"/>
            <a:ext cx="759023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重量</a:t>
            </a:r>
            <a:endParaRPr lang="en-US" sz="1200" dirty="0"/>
          </a:p>
        </p:txBody>
      </p:sp>
      <p:sp>
        <p:nvSpPr>
          <p:cNvPr id="87" name="Text 9"/>
          <p:cNvSpPr/>
          <p:nvPr/>
        </p:nvSpPr>
        <p:spPr>
          <a:xfrm>
            <a:off x="1559123" y="2705100"/>
            <a:ext cx="339721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负重较大（&gt;100g），长时间佩戴不适</a:t>
            </a:r>
            <a:endParaRPr lang="en-US" sz="1200" dirty="0"/>
          </a:p>
        </p:txBody>
      </p:sp>
      <p:sp>
        <p:nvSpPr>
          <p:cNvPr id="88" name="Text 10"/>
          <p:cNvSpPr/>
          <p:nvPr/>
        </p:nvSpPr>
        <p:spPr>
          <a:xfrm>
            <a:off x="4390132" y="2705100"/>
            <a:ext cx="3263086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头部重量降低60%，轻量化设计</a:t>
            </a:r>
            <a:endParaRPr lang="en-US" sz="1200" dirty="0"/>
          </a:p>
        </p:txBody>
      </p:sp>
      <p:sp>
        <p:nvSpPr>
          <p:cNvPr id="90" name="Text 11"/>
          <p:cNvSpPr/>
          <p:nvPr/>
        </p:nvSpPr>
        <p:spPr>
          <a:xfrm>
            <a:off x="819150" y="3276600"/>
            <a:ext cx="759023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避障能力</a:t>
            </a:r>
            <a:endParaRPr lang="en-US" sz="1200" dirty="0"/>
          </a:p>
        </p:txBody>
      </p:sp>
      <p:sp>
        <p:nvSpPr>
          <p:cNvPr id="91" name="Text 12"/>
          <p:cNvSpPr/>
          <p:nvPr/>
        </p:nvSpPr>
        <p:spPr>
          <a:xfrm>
            <a:off x="1559123" y="3162300"/>
            <a:ext cx="2831009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仅依赖前方单目/双目视觉探测，存在</a:t>
            </a:r>
            <a:endParaRPr lang="en-US" sz="1200" dirty="0">
              <a:solidFill>
                <a:srgbClr val="00000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脚下盲区，无法测距</a:t>
            </a:r>
            <a:endParaRPr lang="en-US" sz="1200" dirty="0"/>
          </a:p>
        </p:txBody>
      </p:sp>
      <p:sp>
        <p:nvSpPr>
          <p:cNvPr id="92" name="Text 13"/>
          <p:cNvSpPr/>
          <p:nvPr/>
        </p:nvSpPr>
        <p:spPr>
          <a:xfrm>
            <a:off x="4390132" y="3162300"/>
            <a:ext cx="2719239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视觉 + 低位雷达双重感知，高低障碍</a:t>
            </a:r>
            <a:endParaRPr lang="en-US" sz="1200" dirty="0">
              <a:solidFill>
                <a:srgbClr val="00000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全覆盖探测</a:t>
            </a:r>
            <a:endParaRPr lang="en-US" sz="1200" dirty="0"/>
          </a:p>
        </p:txBody>
      </p:sp>
      <p:sp>
        <p:nvSpPr>
          <p:cNvPr id="93" name="Text 14"/>
          <p:cNvSpPr/>
          <p:nvPr/>
        </p:nvSpPr>
        <p:spPr>
          <a:xfrm>
            <a:off x="838200" y="3962400"/>
            <a:ext cx="759023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交互方式</a:t>
            </a:r>
            <a:endParaRPr lang="en-US" sz="1200" dirty="0"/>
          </a:p>
        </p:txBody>
      </p:sp>
      <p:sp>
        <p:nvSpPr>
          <p:cNvPr id="94" name="Text 15"/>
          <p:cNvSpPr/>
          <p:nvPr/>
        </p:nvSpPr>
        <p:spPr>
          <a:xfrm>
            <a:off x="1559123" y="3848100"/>
            <a:ext cx="2831009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主要通过语音提示，嘈杂环境下难以</a:t>
            </a:r>
            <a:endParaRPr lang="en-US" sz="1200" dirty="0">
              <a:solidFill>
                <a:srgbClr val="00000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及时听清</a:t>
            </a:r>
            <a:endParaRPr lang="en-US" sz="1200" dirty="0"/>
          </a:p>
        </p:txBody>
      </p:sp>
      <p:sp>
        <p:nvSpPr>
          <p:cNvPr id="95" name="Text 16"/>
          <p:cNvSpPr/>
          <p:nvPr/>
        </p:nvSpPr>
        <p:spPr>
          <a:xfrm>
            <a:off x="4390132" y="3848100"/>
            <a:ext cx="3263086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语音提示 + 手杖震动双通道反馈</a:t>
            </a:r>
            <a:endParaRPr lang="en-US" sz="1200" dirty="0"/>
          </a:p>
        </p:txBody>
      </p:sp>
      <p:sp>
        <p:nvSpPr>
          <p:cNvPr id="96" name="Text 17"/>
          <p:cNvSpPr/>
          <p:nvPr/>
        </p:nvSpPr>
        <p:spPr>
          <a:xfrm>
            <a:off x="819150" y="4648200"/>
            <a:ext cx="759023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续航与散热</a:t>
            </a:r>
            <a:endParaRPr lang="en-US" sz="1200" dirty="0"/>
          </a:p>
        </p:txBody>
      </p:sp>
      <p:sp>
        <p:nvSpPr>
          <p:cNvPr id="97" name="Text 18"/>
          <p:cNvSpPr/>
          <p:nvPr/>
        </p:nvSpPr>
        <p:spPr>
          <a:xfrm>
            <a:off x="1559123" y="4533900"/>
            <a:ext cx="2831009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受限于眼镜电池容量，散热条件差，</a:t>
            </a:r>
            <a:endParaRPr lang="en-US" sz="1200" dirty="0">
              <a:solidFill>
                <a:srgbClr val="00000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续航短</a:t>
            </a:r>
            <a:endParaRPr lang="en-US" sz="1200" dirty="0"/>
          </a:p>
        </p:txBody>
      </p:sp>
      <p:sp>
        <p:nvSpPr>
          <p:cNvPr id="98" name="Text 19"/>
          <p:cNvSpPr/>
          <p:nvPr/>
        </p:nvSpPr>
        <p:spPr>
          <a:xfrm>
            <a:off x="4390132" y="4533900"/>
            <a:ext cx="2719239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大电池和处理器移至腰挂，散热条件</a:t>
            </a:r>
            <a:endParaRPr lang="en-US" sz="1200" dirty="0">
              <a:solidFill>
                <a:srgbClr val="00000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好，可连续工作8小时+</a:t>
            </a:r>
            <a:endParaRPr lang="en-US" sz="1200" dirty="0"/>
          </a:p>
        </p:txBody>
      </p:sp>
      <p:sp>
        <p:nvSpPr>
          <p:cNvPr id="99" name="Text 20"/>
          <p:cNvSpPr/>
          <p:nvPr/>
        </p:nvSpPr>
        <p:spPr>
          <a:xfrm>
            <a:off x="800100" y="5334000"/>
            <a:ext cx="759023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算力性能</a:t>
            </a:r>
            <a:endParaRPr lang="en-US" sz="1200" dirty="0"/>
          </a:p>
        </p:txBody>
      </p:sp>
      <p:sp>
        <p:nvSpPr>
          <p:cNvPr id="100" name="Text 21"/>
          <p:cNvSpPr/>
          <p:nvPr/>
        </p:nvSpPr>
        <p:spPr>
          <a:xfrm>
            <a:off x="1559123" y="5219700"/>
            <a:ext cx="2831009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受限于眼镜尺寸，仅能嵌入低功耗芯</a:t>
            </a:r>
            <a:endParaRPr lang="en-US" sz="1200" dirty="0">
              <a:solidFill>
                <a:srgbClr val="00000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片，AI算力有限</a:t>
            </a:r>
            <a:endParaRPr lang="en-US" sz="1200" dirty="0"/>
          </a:p>
        </p:txBody>
      </p:sp>
      <p:sp>
        <p:nvSpPr>
          <p:cNvPr id="101" name="Text 22"/>
          <p:cNvSpPr/>
          <p:nvPr/>
        </p:nvSpPr>
        <p:spPr>
          <a:xfrm>
            <a:off x="4390132" y="5219700"/>
            <a:ext cx="2719239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独立算力盒搭载高性能AI芯片，运算</a:t>
            </a:r>
            <a:endParaRPr lang="en-US" sz="1200" dirty="0">
              <a:solidFill>
                <a:srgbClr val="00000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能力远超嵌入式眼镜</a:t>
            </a:r>
            <a:endParaRPr lang="en-US" sz="1200" dirty="0"/>
          </a:p>
        </p:txBody>
      </p:sp>
      <p:sp>
        <p:nvSpPr>
          <p:cNvPr id="102" name="Text 23"/>
          <p:cNvSpPr/>
          <p:nvPr/>
        </p:nvSpPr>
        <p:spPr>
          <a:xfrm>
            <a:off x="7909471" y="1809750"/>
            <a:ext cx="1143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全方位感知</a:t>
            </a:r>
            <a:endParaRPr lang="en-US" sz="1500" dirty="0"/>
          </a:p>
        </p:txBody>
      </p:sp>
      <p:sp>
        <p:nvSpPr>
          <p:cNvPr id="103" name="Text 24"/>
          <p:cNvSpPr/>
          <p:nvPr/>
        </p:nvSpPr>
        <p:spPr>
          <a:xfrm>
            <a:off x="7414171" y="2247900"/>
            <a:ext cx="412998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视觉 + 低位雷达双重感知，高低障碍全覆盖探测，前方悬空+地面障碍均能感知，可靠避障无死角。</a:t>
            </a:r>
            <a:endParaRPr lang="en-US" sz="1200" dirty="0"/>
          </a:p>
        </p:txBody>
      </p:sp>
      <p:sp>
        <p:nvSpPr>
          <p:cNvPr id="104" name="Text 25"/>
          <p:cNvSpPr/>
          <p:nvPr/>
        </p:nvSpPr>
        <p:spPr>
          <a:xfrm>
            <a:off x="7909471" y="3295650"/>
            <a:ext cx="1143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多通道反馈</a:t>
            </a:r>
            <a:endParaRPr lang="en-US" sz="1500" dirty="0"/>
          </a:p>
        </p:txBody>
      </p:sp>
      <p:sp>
        <p:nvSpPr>
          <p:cNvPr id="106" name="Text 26"/>
          <p:cNvSpPr/>
          <p:nvPr/>
        </p:nvSpPr>
        <p:spPr>
          <a:xfrm>
            <a:off x="7414171" y="3733800"/>
            <a:ext cx="412998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危险警报通过震动直接传达，更直观且不受环境噪音影响，语音与触觉相结合，实现多层次信息提示。</a:t>
            </a:r>
            <a:endParaRPr lang="en-US" sz="1200" dirty="0"/>
          </a:p>
        </p:txBody>
      </p:sp>
      <p:sp>
        <p:nvSpPr>
          <p:cNvPr id="107" name="Text 27"/>
          <p:cNvSpPr/>
          <p:nvPr/>
        </p:nvSpPr>
        <p:spPr>
          <a:xfrm>
            <a:off x="7909471" y="4781550"/>
            <a:ext cx="1371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高性能低负担</a:t>
            </a:r>
            <a:endParaRPr lang="en-US" sz="1500" dirty="0"/>
          </a:p>
        </p:txBody>
      </p:sp>
      <p:sp>
        <p:nvSpPr>
          <p:cNvPr id="108" name="Text 28"/>
          <p:cNvSpPr/>
          <p:nvPr/>
        </p:nvSpPr>
        <p:spPr>
          <a:xfrm>
            <a:off x="7414171" y="5219700"/>
            <a:ext cx="412998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计算与散热分离，眼镜几乎无热感，可长期佩戴无负担，腰挂算力盒提供强劲AI能力，实现更复杂模型和算法。</a:t>
            </a:r>
            <a:endParaRPr lang="en-US" sz="1200" dirty="0"/>
          </a:p>
        </p:txBody>
      </p:sp>
      <p:sp>
        <p:nvSpPr>
          <p:cNvPr id="109" name="Text 14"/>
          <p:cNvSpPr/>
          <p:nvPr/>
        </p:nvSpPr>
        <p:spPr>
          <a:xfrm>
            <a:off x="909320" y="758825"/>
            <a:ext cx="109728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竞品分析</a:t>
            </a:r>
            <a:endParaRPr lang="en-US" sz="1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pic>
        <p:nvPicPr>
          <p:cNvPr id="110" name="Image 23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92135" y="720708"/>
            <a:ext cx="381000" cy="381000"/>
          </a:xfrm>
          <a:prstGeom prst="rect">
            <a:avLst/>
          </a:prstGeom>
        </p:spPr>
      </p:pic>
      <p:pic>
        <p:nvPicPr>
          <p:cNvPr id="118" name="Image 13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84208" y="777858"/>
            <a:ext cx="190500" cy="266700"/>
          </a:xfrm>
          <a:prstGeom prst="rect">
            <a:avLst/>
          </a:prstGeom>
        </p:spPr>
      </p:pic>
    </p:spTree>
    <p:custDataLst>
      <p:tags r:id="rId38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图片 54" descr="背景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0"/>
            <a:ext cx="12192000" cy="6852285"/>
          </a:xfrm>
          <a:prstGeom prst="rect">
            <a:avLst/>
          </a:prstGeom>
        </p:spPr>
      </p:pic>
      <p:grpSp>
        <p:nvGrpSpPr>
          <p:cNvPr id="14" name="图形 39"/>
          <p:cNvGrpSpPr/>
          <p:nvPr>
            <p:custDataLst>
              <p:tags r:id="rId2"/>
            </p:custDataLst>
          </p:nvPr>
        </p:nvGrpSpPr>
        <p:grpSpPr>
          <a:xfrm>
            <a:off x="321945" y="5059045"/>
            <a:ext cx="12872085" cy="1747520"/>
            <a:chOff x="0" y="1983176"/>
            <a:chExt cx="12191630" cy="3623830"/>
          </a:xfrm>
          <a:gradFill flip="none" rotWithShape="1">
            <a:gsLst>
              <a:gs pos="40000">
                <a:srgbClr val="ACD556"/>
              </a:gs>
              <a:gs pos="70000">
                <a:srgbClr val="53BADC"/>
              </a:gs>
              <a:gs pos="25000">
                <a:srgbClr val="53A3A2"/>
              </a:gs>
              <a:gs pos="11000">
                <a:srgbClr val="53BADC"/>
              </a:gs>
              <a:gs pos="50000">
                <a:schemeClr val="accent5">
                  <a:lumMod val="40000"/>
                  <a:lumOff val="60000"/>
                </a:schemeClr>
              </a:gs>
              <a:gs pos="100000">
                <a:srgbClr val="99D061"/>
              </a:gs>
            </a:gsLst>
            <a:lin ang="0" scaled="1"/>
            <a:tileRect/>
          </a:gradFill>
        </p:grpSpPr>
        <p:sp>
          <p:nvSpPr>
            <p:cNvPr id="15" name="任意多边形: 形状 1382"/>
            <p:cNvSpPr/>
            <p:nvPr>
              <p:custDataLst>
                <p:tags r:id="rId3"/>
              </p:custDataLst>
            </p:nvPr>
          </p:nvSpPr>
          <p:spPr>
            <a:xfrm>
              <a:off x="2214577" y="3383201"/>
              <a:ext cx="9977052" cy="1443507"/>
            </a:xfrm>
            <a:custGeom>
              <a:avLst/>
              <a:gdLst>
                <a:gd name="connsiteX0" fmla="*/ 9971793 w 9977052"/>
                <a:gd name="connsiteY0" fmla="*/ 1443508 h 1443507"/>
                <a:gd name="connsiteX1" fmla="*/ 9050366 w 9977052"/>
                <a:gd name="connsiteY1" fmla="*/ 532423 h 1443507"/>
                <a:gd name="connsiteX2" fmla="*/ 8388505 w 9977052"/>
                <a:gd name="connsiteY2" fmla="*/ 345119 h 1443507"/>
                <a:gd name="connsiteX3" fmla="*/ 7913754 w 9977052"/>
                <a:gd name="connsiteY3" fmla="*/ 309322 h 1443507"/>
                <a:gd name="connsiteX4" fmla="*/ 6781961 w 9977052"/>
                <a:gd name="connsiteY4" fmla="*/ 554763 h 1443507"/>
                <a:gd name="connsiteX5" fmla="*/ 5453964 w 9977052"/>
                <a:gd name="connsiteY5" fmla="*/ 815332 h 1443507"/>
                <a:gd name="connsiteX6" fmla="*/ 5096823 w 9977052"/>
                <a:gd name="connsiteY6" fmla="*/ 824338 h 1443507"/>
                <a:gd name="connsiteX7" fmla="*/ 3823848 w 9977052"/>
                <a:gd name="connsiteY7" fmla="*/ 690509 h 1443507"/>
                <a:gd name="connsiteX8" fmla="*/ 2679901 w 9977052"/>
                <a:gd name="connsiteY8" fmla="*/ 327018 h 1443507"/>
                <a:gd name="connsiteX9" fmla="*/ 872649 w 9977052"/>
                <a:gd name="connsiteY9" fmla="*/ 61137 h 1443507"/>
                <a:gd name="connsiteX10" fmla="*/ 5119 w 9977052"/>
                <a:gd name="connsiteY10" fmla="*/ 1296081 h 1443507"/>
                <a:gd name="connsiteX11" fmla="*/ 0 w 9977052"/>
                <a:gd name="connsiteY11" fmla="*/ 1294779 h 1443507"/>
                <a:gd name="connsiteX12" fmla="*/ 263014 w 9977052"/>
                <a:gd name="connsiteY12" fmla="*/ 534780 h 1443507"/>
                <a:gd name="connsiteX13" fmla="*/ 871523 w 9977052"/>
                <a:gd name="connsiteY13" fmla="*/ 56001 h 1443507"/>
                <a:gd name="connsiteX14" fmla="*/ 1812810 w 9977052"/>
                <a:gd name="connsiteY14" fmla="*/ 45007 h 1443507"/>
                <a:gd name="connsiteX15" fmla="*/ 2681783 w 9977052"/>
                <a:gd name="connsiteY15" fmla="*/ 322128 h 1443507"/>
                <a:gd name="connsiteX16" fmla="*/ 5453734 w 9977052"/>
                <a:gd name="connsiteY16" fmla="*/ 810107 h 1443507"/>
                <a:gd name="connsiteX17" fmla="*/ 6780606 w 9977052"/>
                <a:gd name="connsiteY17" fmla="*/ 549715 h 1443507"/>
                <a:gd name="connsiteX18" fmla="*/ 7913208 w 9977052"/>
                <a:gd name="connsiteY18" fmla="*/ 304133 h 1443507"/>
                <a:gd name="connsiteX19" fmla="*/ 8389454 w 9977052"/>
                <a:gd name="connsiteY19" fmla="*/ 339983 h 1443507"/>
                <a:gd name="connsiteX20" fmla="*/ 9052353 w 9977052"/>
                <a:gd name="connsiteY20" fmla="*/ 527568 h 1443507"/>
                <a:gd name="connsiteX21" fmla="*/ 9661813 w 9977052"/>
                <a:gd name="connsiteY21" fmla="*/ 887981 h 1443507"/>
                <a:gd name="connsiteX22" fmla="*/ 9977053 w 9977052"/>
                <a:gd name="connsiteY22" fmla="*/ 1442857 h 1443507"/>
                <a:gd name="connsiteX23" fmla="*/ 9971793 w 9977052"/>
                <a:gd name="connsiteY23" fmla="*/ 1443508 h 1443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77052" h="1443507">
                  <a:moveTo>
                    <a:pt x="9971793" y="1443508"/>
                  </a:moveTo>
                  <a:cubicBezTo>
                    <a:pt x="9909030" y="969970"/>
                    <a:pt x="9436073" y="686692"/>
                    <a:pt x="9050366" y="532423"/>
                  </a:cubicBezTo>
                  <a:cubicBezTo>
                    <a:pt x="8791063" y="428709"/>
                    <a:pt x="8547329" y="373334"/>
                    <a:pt x="8388505" y="345119"/>
                  </a:cubicBezTo>
                  <a:cubicBezTo>
                    <a:pt x="8197067" y="311116"/>
                    <a:pt x="8019579" y="297748"/>
                    <a:pt x="7913754" y="309322"/>
                  </a:cubicBezTo>
                  <a:cubicBezTo>
                    <a:pt x="7529752" y="351364"/>
                    <a:pt x="7149603" y="454761"/>
                    <a:pt x="6781961" y="554763"/>
                  </a:cubicBezTo>
                  <a:cubicBezTo>
                    <a:pt x="6351397" y="671881"/>
                    <a:pt x="5906181" y="792974"/>
                    <a:pt x="5453964" y="815332"/>
                  </a:cubicBezTo>
                  <a:cubicBezTo>
                    <a:pt x="5332764" y="821330"/>
                    <a:pt x="5213764" y="824338"/>
                    <a:pt x="5096823" y="824338"/>
                  </a:cubicBezTo>
                  <a:cubicBezTo>
                    <a:pt x="4648229" y="824338"/>
                    <a:pt x="4229011" y="780115"/>
                    <a:pt x="3823848" y="690509"/>
                  </a:cubicBezTo>
                  <a:cubicBezTo>
                    <a:pt x="3378192" y="591949"/>
                    <a:pt x="3007208" y="451208"/>
                    <a:pt x="2679901" y="327018"/>
                  </a:cubicBezTo>
                  <a:cubicBezTo>
                    <a:pt x="2085605" y="101560"/>
                    <a:pt x="1572348" y="-93167"/>
                    <a:pt x="872649" y="61137"/>
                  </a:cubicBezTo>
                  <a:cubicBezTo>
                    <a:pt x="284509" y="190850"/>
                    <a:pt x="129590" y="803669"/>
                    <a:pt x="5119" y="1296081"/>
                  </a:cubicBezTo>
                  <a:lnTo>
                    <a:pt x="0" y="1294779"/>
                  </a:lnTo>
                  <a:cubicBezTo>
                    <a:pt x="62464" y="1047668"/>
                    <a:pt x="133266" y="767573"/>
                    <a:pt x="263014" y="534780"/>
                  </a:cubicBezTo>
                  <a:cubicBezTo>
                    <a:pt x="410334" y="270412"/>
                    <a:pt x="609371" y="113804"/>
                    <a:pt x="871523" y="56001"/>
                  </a:cubicBezTo>
                  <a:cubicBezTo>
                    <a:pt x="1192990" y="-14889"/>
                    <a:pt x="1492100" y="-18389"/>
                    <a:pt x="1812810" y="45007"/>
                  </a:cubicBezTo>
                  <a:cubicBezTo>
                    <a:pt x="2102051" y="102176"/>
                    <a:pt x="2383659" y="209004"/>
                    <a:pt x="2681783" y="322128"/>
                  </a:cubicBezTo>
                  <a:cubicBezTo>
                    <a:pt x="3364946" y="581307"/>
                    <a:pt x="4139264" y="875069"/>
                    <a:pt x="5453734" y="810107"/>
                  </a:cubicBezTo>
                  <a:cubicBezTo>
                    <a:pt x="5905371" y="787785"/>
                    <a:pt x="6350306" y="666762"/>
                    <a:pt x="6780606" y="549715"/>
                  </a:cubicBezTo>
                  <a:cubicBezTo>
                    <a:pt x="7148442" y="449660"/>
                    <a:pt x="7528785" y="346210"/>
                    <a:pt x="7913208" y="304133"/>
                  </a:cubicBezTo>
                  <a:cubicBezTo>
                    <a:pt x="8019525" y="292506"/>
                    <a:pt x="8197542" y="305892"/>
                    <a:pt x="8389454" y="339983"/>
                  </a:cubicBezTo>
                  <a:cubicBezTo>
                    <a:pt x="8548508" y="368233"/>
                    <a:pt x="8792629" y="423696"/>
                    <a:pt x="9052353" y="527568"/>
                  </a:cubicBezTo>
                  <a:cubicBezTo>
                    <a:pt x="9302966" y="627799"/>
                    <a:pt x="9508018" y="749068"/>
                    <a:pt x="9661813" y="887981"/>
                  </a:cubicBezTo>
                  <a:cubicBezTo>
                    <a:pt x="9843998" y="1052558"/>
                    <a:pt x="9950069" y="1239246"/>
                    <a:pt x="9977053" y="1442857"/>
                  </a:cubicBezTo>
                  <a:lnTo>
                    <a:pt x="9971793" y="1443508"/>
                  </a:ln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任意多边形: 形状 1383"/>
            <p:cNvSpPr/>
            <p:nvPr>
              <p:custDataLst>
                <p:tags r:id="rId4"/>
              </p:custDataLst>
            </p:nvPr>
          </p:nvSpPr>
          <p:spPr>
            <a:xfrm>
              <a:off x="2135490" y="3436533"/>
              <a:ext cx="10056016" cy="1340042"/>
            </a:xfrm>
            <a:custGeom>
              <a:avLst/>
              <a:gdLst>
                <a:gd name="connsiteX0" fmla="*/ 10050898 w 10056016"/>
                <a:gd name="connsiteY0" fmla="*/ 1340042 h 1340042"/>
                <a:gd name="connsiteX1" fmla="*/ 9157228 w 10056016"/>
                <a:gd name="connsiteY1" fmla="*/ 449820 h 1340042"/>
                <a:gd name="connsiteX2" fmla="*/ 8054882 w 10056016"/>
                <a:gd name="connsiteY2" fmla="*/ 216992 h 1340042"/>
                <a:gd name="connsiteX3" fmla="*/ 8015198 w 10056016"/>
                <a:gd name="connsiteY3" fmla="*/ 219437 h 1340042"/>
                <a:gd name="connsiteX4" fmla="*/ 7736915 w 10056016"/>
                <a:gd name="connsiteY4" fmla="*/ 242991 h 1340042"/>
                <a:gd name="connsiteX5" fmla="*/ 7215268 w 10056016"/>
                <a:gd name="connsiteY5" fmla="*/ 374638 h 1340042"/>
                <a:gd name="connsiteX6" fmla="*/ 7157836 w 10056016"/>
                <a:gd name="connsiteY6" fmla="*/ 392669 h 1340042"/>
                <a:gd name="connsiteX7" fmla="*/ 6824055 w 10056016"/>
                <a:gd name="connsiteY7" fmla="*/ 501413 h 1340042"/>
                <a:gd name="connsiteX8" fmla="*/ 6116458 w 10056016"/>
                <a:gd name="connsiteY8" fmla="*/ 715174 h 1340042"/>
                <a:gd name="connsiteX9" fmla="*/ 5573051 w 10056016"/>
                <a:gd name="connsiteY9" fmla="*/ 809230 h 1340042"/>
                <a:gd name="connsiteX10" fmla="*/ 5409389 w 10056016"/>
                <a:gd name="connsiteY10" fmla="*/ 815229 h 1340042"/>
                <a:gd name="connsiteX11" fmla="*/ 5078493 w 10056016"/>
                <a:gd name="connsiteY11" fmla="*/ 800611 h 1340042"/>
                <a:gd name="connsiteX12" fmla="*/ 4556864 w 10056016"/>
                <a:gd name="connsiteY12" fmla="*/ 735931 h 1340042"/>
                <a:gd name="connsiteX13" fmla="*/ 4028391 w 10056016"/>
                <a:gd name="connsiteY13" fmla="*/ 621926 h 1340042"/>
                <a:gd name="connsiteX14" fmla="*/ 3556121 w 10056016"/>
                <a:gd name="connsiteY14" fmla="*/ 480146 h 1340042"/>
                <a:gd name="connsiteX15" fmla="*/ 3464245 w 10056016"/>
                <a:gd name="connsiteY15" fmla="*/ 449768 h 1340042"/>
                <a:gd name="connsiteX16" fmla="*/ 3253071 w 10056016"/>
                <a:gd name="connsiteY16" fmla="*/ 381077 h 1340042"/>
                <a:gd name="connsiteX17" fmla="*/ 2937373 w 10056016"/>
                <a:gd name="connsiteY17" fmla="*/ 279773 h 1340042"/>
                <a:gd name="connsiteX18" fmla="*/ 949309 w 10056016"/>
                <a:gd name="connsiteY18" fmla="*/ 82213 h 1340042"/>
                <a:gd name="connsiteX19" fmla="*/ 476176 w 10056016"/>
                <a:gd name="connsiteY19" fmla="*/ 333582 h 1340042"/>
                <a:gd name="connsiteX20" fmla="*/ 4960 w 10056016"/>
                <a:gd name="connsiteY20" fmla="*/ 1236100 h 1340042"/>
                <a:gd name="connsiteX21" fmla="*/ 0 w 10056016"/>
                <a:gd name="connsiteY21" fmla="*/ 1234482 h 1340042"/>
                <a:gd name="connsiteX22" fmla="*/ 178984 w 10056016"/>
                <a:gd name="connsiteY22" fmla="*/ 757285 h 1340042"/>
                <a:gd name="connsiteX23" fmla="*/ 472552 w 10056016"/>
                <a:gd name="connsiteY23" fmla="*/ 329835 h 1340042"/>
                <a:gd name="connsiteX24" fmla="*/ 683234 w 10056016"/>
                <a:gd name="connsiteY24" fmla="*/ 174564 h 1340042"/>
                <a:gd name="connsiteX25" fmla="*/ 948200 w 10056016"/>
                <a:gd name="connsiteY25" fmla="*/ 77112 h 1340042"/>
                <a:gd name="connsiteX26" fmla="*/ 2938974 w 10056016"/>
                <a:gd name="connsiteY26" fmla="*/ 274812 h 1340042"/>
                <a:gd name="connsiteX27" fmla="*/ 3254618 w 10056016"/>
                <a:gd name="connsiteY27" fmla="*/ 376098 h 1340042"/>
                <a:gd name="connsiteX28" fmla="*/ 3465881 w 10056016"/>
                <a:gd name="connsiteY28" fmla="*/ 444807 h 1340042"/>
                <a:gd name="connsiteX29" fmla="*/ 3557756 w 10056016"/>
                <a:gd name="connsiteY29" fmla="*/ 475186 h 1340042"/>
                <a:gd name="connsiteX30" fmla="*/ 4029710 w 10056016"/>
                <a:gd name="connsiteY30" fmla="*/ 616878 h 1340042"/>
                <a:gd name="connsiteX31" fmla="*/ 4557726 w 10056016"/>
                <a:gd name="connsiteY31" fmla="*/ 730776 h 1340042"/>
                <a:gd name="connsiteX32" fmla="*/ 5078880 w 10056016"/>
                <a:gd name="connsiteY32" fmla="*/ 795404 h 1340042"/>
                <a:gd name="connsiteX33" fmla="*/ 5409372 w 10056016"/>
                <a:gd name="connsiteY33" fmla="*/ 810004 h 1340042"/>
                <a:gd name="connsiteX34" fmla="*/ 5410497 w 10056016"/>
                <a:gd name="connsiteY34" fmla="*/ 810004 h 1340042"/>
                <a:gd name="connsiteX35" fmla="*/ 5572665 w 10056016"/>
                <a:gd name="connsiteY35" fmla="*/ 804023 h 1340042"/>
                <a:gd name="connsiteX36" fmla="*/ 6115209 w 10056016"/>
                <a:gd name="connsiteY36" fmla="*/ 710090 h 1340042"/>
                <a:gd name="connsiteX37" fmla="*/ 6822384 w 10056016"/>
                <a:gd name="connsiteY37" fmla="*/ 496453 h 1340042"/>
                <a:gd name="connsiteX38" fmla="*/ 7156253 w 10056016"/>
                <a:gd name="connsiteY38" fmla="*/ 387673 h 1340042"/>
                <a:gd name="connsiteX39" fmla="*/ 7213686 w 10056016"/>
                <a:gd name="connsiteY39" fmla="*/ 369643 h 1340042"/>
                <a:gd name="connsiteX40" fmla="*/ 7736212 w 10056016"/>
                <a:gd name="connsiteY40" fmla="*/ 237802 h 1340042"/>
                <a:gd name="connsiteX41" fmla="*/ 8014846 w 10056016"/>
                <a:gd name="connsiteY41" fmla="*/ 214213 h 1340042"/>
                <a:gd name="connsiteX42" fmla="*/ 8054513 w 10056016"/>
                <a:gd name="connsiteY42" fmla="*/ 211768 h 1340042"/>
                <a:gd name="connsiteX43" fmla="*/ 9159145 w 10056016"/>
                <a:gd name="connsiteY43" fmla="*/ 444965 h 1340042"/>
                <a:gd name="connsiteX44" fmla="*/ 10056017 w 10056016"/>
                <a:gd name="connsiteY44" fmla="*/ 1339321 h 1340042"/>
                <a:gd name="connsiteX45" fmla="*/ 10050898 w 10056016"/>
                <a:gd name="connsiteY45" fmla="*/ 1340042 h 1340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0056016" h="1340042">
                  <a:moveTo>
                    <a:pt x="10050898" y="1340042"/>
                  </a:moveTo>
                  <a:cubicBezTo>
                    <a:pt x="9988680" y="879698"/>
                    <a:pt x="9530569" y="601855"/>
                    <a:pt x="9157228" y="449820"/>
                  </a:cubicBezTo>
                  <a:cubicBezTo>
                    <a:pt x="8714140" y="269394"/>
                    <a:pt x="8245881" y="205048"/>
                    <a:pt x="8054882" y="216992"/>
                  </a:cubicBezTo>
                  <a:cubicBezTo>
                    <a:pt x="8041654" y="217819"/>
                    <a:pt x="8028426" y="218628"/>
                    <a:pt x="8015198" y="219437"/>
                  </a:cubicBezTo>
                  <a:cubicBezTo>
                    <a:pt x="7924572" y="224978"/>
                    <a:pt x="7830850" y="230695"/>
                    <a:pt x="7736915" y="242991"/>
                  </a:cubicBezTo>
                  <a:cubicBezTo>
                    <a:pt x="7559726" y="266193"/>
                    <a:pt x="7384613" y="321321"/>
                    <a:pt x="7215268" y="374638"/>
                  </a:cubicBezTo>
                  <a:cubicBezTo>
                    <a:pt x="7196042" y="380689"/>
                    <a:pt x="7176886" y="386723"/>
                    <a:pt x="7157836" y="392669"/>
                  </a:cubicBezTo>
                  <a:cubicBezTo>
                    <a:pt x="7045995" y="427586"/>
                    <a:pt x="6933169" y="465124"/>
                    <a:pt x="6824055" y="501413"/>
                  </a:cubicBezTo>
                  <a:cubicBezTo>
                    <a:pt x="6593584" y="578073"/>
                    <a:pt x="6355285" y="657353"/>
                    <a:pt x="6116458" y="715174"/>
                  </a:cubicBezTo>
                  <a:cubicBezTo>
                    <a:pt x="5946956" y="756212"/>
                    <a:pt x="5763821" y="796020"/>
                    <a:pt x="5573051" y="809230"/>
                  </a:cubicBezTo>
                  <a:cubicBezTo>
                    <a:pt x="5514950" y="813294"/>
                    <a:pt x="5461457" y="815317"/>
                    <a:pt x="5409389" y="815229"/>
                  </a:cubicBezTo>
                  <a:cubicBezTo>
                    <a:pt x="5286748" y="815598"/>
                    <a:pt x="5173324" y="808069"/>
                    <a:pt x="5078493" y="800611"/>
                  </a:cubicBezTo>
                  <a:cubicBezTo>
                    <a:pt x="4909782" y="787840"/>
                    <a:pt x="4739154" y="766679"/>
                    <a:pt x="4556864" y="735931"/>
                  </a:cubicBezTo>
                  <a:cubicBezTo>
                    <a:pt x="4379164" y="705956"/>
                    <a:pt x="4206302" y="668664"/>
                    <a:pt x="4028391" y="621926"/>
                  </a:cubicBezTo>
                  <a:cubicBezTo>
                    <a:pt x="3881457" y="583333"/>
                    <a:pt x="3731392" y="538283"/>
                    <a:pt x="3556121" y="480146"/>
                  </a:cubicBezTo>
                  <a:cubicBezTo>
                    <a:pt x="3525284" y="470032"/>
                    <a:pt x="3494254" y="459724"/>
                    <a:pt x="3464245" y="449768"/>
                  </a:cubicBezTo>
                  <a:cubicBezTo>
                    <a:pt x="3391121" y="425510"/>
                    <a:pt x="3322061" y="402607"/>
                    <a:pt x="3253071" y="381077"/>
                  </a:cubicBezTo>
                  <a:cubicBezTo>
                    <a:pt x="3142461" y="346582"/>
                    <a:pt x="3038202" y="312614"/>
                    <a:pt x="2937373" y="279773"/>
                  </a:cubicBezTo>
                  <a:cubicBezTo>
                    <a:pt x="2268300" y="61826"/>
                    <a:pt x="1784894" y="-95645"/>
                    <a:pt x="949309" y="82213"/>
                  </a:cubicBezTo>
                  <a:cubicBezTo>
                    <a:pt x="765188" y="122144"/>
                    <a:pt x="610427" y="204362"/>
                    <a:pt x="476176" y="333582"/>
                  </a:cubicBezTo>
                  <a:cubicBezTo>
                    <a:pt x="218439" y="581661"/>
                    <a:pt x="100073" y="944519"/>
                    <a:pt x="4960" y="1236100"/>
                  </a:cubicBezTo>
                  <a:lnTo>
                    <a:pt x="0" y="1234482"/>
                  </a:lnTo>
                  <a:cubicBezTo>
                    <a:pt x="45806" y="1094056"/>
                    <a:pt x="102834" y="919277"/>
                    <a:pt x="178984" y="757285"/>
                  </a:cubicBezTo>
                  <a:cubicBezTo>
                    <a:pt x="262715" y="579199"/>
                    <a:pt x="358741" y="439372"/>
                    <a:pt x="472552" y="329835"/>
                  </a:cubicBezTo>
                  <a:cubicBezTo>
                    <a:pt x="536951" y="267864"/>
                    <a:pt x="607823" y="215620"/>
                    <a:pt x="683234" y="174564"/>
                  </a:cubicBezTo>
                  <a:cubicBezTo>
                    <a:pt x="764256" y="130464"/>
                    <a:pt x="853405" y="97676"/>
                    <a:pt x="948200" y="77112"/>
                  </a:cubicBezTo>
                  <a:cubicBezTo>
                    <a:pt x="1785158" y="-101045"/>
                    <a:pt x="2269126" y="56601"/>
                    <a:pt x="2938974" y="274812"/>
                  </a:cubicBezTo>
                  <a:cubicBezTo>
                    <a:pt x="3039785" y="307654"/>
                    <a:pt x="3144045" y="341603"/>
                    <a:pt x="3254618" y="376098"/>
                  </a:cubicBezTo>
                  <a:cubicBezTo>
                    <a:pt x="3323661" y="397629"/>
                    <a:pt x="3392739" y="420550"/>
                    <a:pt x="3465881" y="444807"/>
                  </a:cubicBezTo>
                  <a:cubicBezTo>
                    <a:pt x="3495891" y="454763"/>
                    <a:pt x="3526920" y="465054"/>
                    <a:pt x="3557756" y="475186"/>
                  </a:cubicBezTo>
                  <a:cubicBezTo>
                    <a:pt x="3732923" y="533287"/>
                    <a:pt x="3882882" y="578302"/>
                    <a:pt x="4029710" y="616878"/>
                  </a:cubicBezTo>
                  <a:cubicBezTo>
                    <a:pt x="4207463" y="663563"/>
                    <a:pt x="4380184" y="700837"/>
                    <a:pt x="4557726" y="730776"/>
                  </a:cubicBezTo>
                  <a:cubicBezTo>
                    <a:pt x="4739858" y="761507"/>
                    <a:pt x="4910328" y="782633"/>
                    <a:pt x="5078880" y="795404"/>
                  </a:cubicBezTo>
                  <a:cubicBezTo>
                    <a:pt x="5173605" y="802845"/>
                    <a:pt x="5286976" y="810391"/>
                    <a:pt x="5409372" y="810004"/>
                  </a:cubicBezTo>
                  <a:cubicBezTo>
                    <a:pt x="5409741" y="810004"/>
                    <a:pt x="5410127" y="810004"/>
                    <a:pt x="5410497" y="810004"/>
                  </a:cubicBezTo>
                  <a:cubicBezTo>
                    <a:pt x="5462055" y="810004"/>
                    <a:pt x="5515108" y="808052"/>
                    <a:pt x="5572665" y="804023"/>
                  </a:cubicBezTo>
                  <a:cubicBezTo>
                    <a:pt x="5763047" y="790830"/>
                    <a:pt x="5945935" y="751076"/>
                    <a:pt x="6115209" y="710090"/>
                  </a:cubicBezTo>
                  <a:cubicBezTo>
                    <a:pt x="6353807" y="652305"/>
                    <a:pt x="6592018" y="573077"/>
                    <a:pt x="6822384" y="496453"/>
                  </a:cubicBezTo>
                  <a:cubicBezTo>
                    <a:pt x="6931515" y="460146"/>
                    <a:pt x="7044359" y="422608"/>
                    <a:pt x="7156253" y="387673"/>
                  </a:cubicBezTo>
                  <a:cubicBezTo>
                    <a:pt x="7175302" y="381727"/>
                    <a:pt x="7194442" y="375694"/>
                    <a:pt x="7213686" y="369643"/>
                  </a:cubicBezTo>
                  <a:cubicBezTo>
                    <a:pt x="7383240" y="316255"/>
                    <a:pt x="7558566" y="261074"/>
                    <a:pt x="7736212" y="237802"/>
                  </a:cubicBezTo>
                  <a:cubicBezTo>
                    <a:pt x="7830321" y="225471"/>
                    <a:pt x="7924132" y="219754"/>
                    <a:pt x="8014846" y="214213"/>
                  </a:cubicBezTo>
                  <a:cubicBezTo>
                    <a:pt x="8028074" y="213404"/>
                    <a:pt x="8041302" y="212594"/>
                    <a:pt x="8054513" y="211768"/>
                  </a:cubicBezTo>
                  <a:cubicBezTo>
                    <a:pt x="8245986" y="199788"/>
                    <a:pt x="8715301" y="264223"/>
                    <a:pt x="9159145" y="444965"/>
                  </a:cubicBezTo>
                  <a:cubicBezTo>
                    <a:pt x="9533771" y="597510"/>
                    <a:pt x="9993465" y="876514"/>
                    <a:pt x="10056017" y="1339321"/>
                  </a:cubicBezTo>
                  <a:lnTo>
                    <a:pt x="10050898" y="1340042"/>
                  </a:ln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任意多边形: 形状 1384"/>
            <p:cNvSpPr/>
            <p:nvPr>
              <p:custDataLst>
                <p:tags r:id="rId5"/>
              </p:custDataLst>
            </p:nvPr>
          </p:nvSpPr>
          <p:spPr>
            <a:xfrm>
              <a:off x="2056456" y="3476962"/>
              <a:ext cx="10135051" cy="1249497"/>
            </a:xfrm>
            <a:custGeom>
              <a:avLst/>
              <a:gdLst>
                <a:gd name="connsiteX0" fmla="*/ 10129967 w 10135051"/>
                <a:gd name="connsiteY0" fmla="*/ 1249497 h 1249497"/>
                <a:gd name="connsiteX1" fmla="*/ 8206319 w 10135051"/>
                <a:gd name="connsiteY1" fmla="*/ 137476 h 1249497"/>
                <a:gd name="connsiteX2" fmla="*/ 8195959 w 10135051"/>
                <a:gd name="connsiteY2" fmla="*/ 137546 h 1249497"/>
                <a:gd name="connsiteX3" fmla="*/ 8092438 w 10135051"/>
                <a:gd name="connsiteY3" fmla="*/ 137546 h 1249497"/>
                <a:gd name="connsiteX4" fmla="*/ 7875740 w 10135051"/>
                <a:gd name="connsiteY4" fmla="*/ 142384 h 1249497"/>
                <a:gd name="connsiteX5" fmla="*/ 7368816 w 10135051"/>
                <a:gd name="connsiteY5" fmla="*/ 279660 h 1249497"/>
                <a:gd name="connsiteX6" fmla="*/ 7285367 w 10135051"/>
                <a:gd name="connsiteY6" fmla="*/ 310321 h 1249497"/>
                <a:gd name="connsiteX7" fmla="*/ 6903248 w 10135051"/>
                <a:gd name="connsiteY7" fmla="*/ 456779 h 1249497"/>
                <a:gd name="connsiteX8" fmla="*/ 6243268 w 10135051"/>
                <a:gd name="connsiteY8" fmla="*/ 694779 h 1249497"/>
                <a:gd name="connsiteX9" fmla="*/ 5692104 w 10135051"/>
                <a:gd name="connsiteY9" fmla="*/ 816049 h 1249497"/>
                <a:gd name="connsiteX10" fmla="*/ 5522355 w 10135051"/>
                <a:gd name="connsiteY10" fmla="*/ 821889 h 1249497"/>
                <a:gd name="connsiteX11" fmla="*/ 5185285 w 10135051"/>
                <a:gd name="connsiteY11" fmla="*/ 790929 h 1249497"/>
                <a:gd name="connsiteX12" fmla="*/ 4663322 w 10135051"/>
                <a:gd name="connsiteY12" fmla="*/ 692985 h 1249497"/>
                <a:gd name="connsiteX13" fmla="*/ 4135957 w 10135051"/>
                <a:gd name="connsiteY13" fmla="*/ 545717 h 1249497"/>
                <a:gd name="connsiteX14" fmla="*/ 3677108 w 10135051"/>
                <a:gd name="connsiteY14" fmla="*/ 384395 h 1249497"/>
                <a:gd name="connsiteX15" fmla="*/ 3660133 w 10135051"/>
                <a:gd name="connsiteY15" fmla="*/ 378167 h 1249497"/>
                <a:gd name="connsiteX16" fmla="*/ 3347462 w 10135051"/>
                <a:gd name="connsiteY16" fmla="*/ 273029 h 1249497"/>
                <a:gd name="connsiteX17" fmla="*/ 3287917 w 10135051"/>
                <a:gd name="connsiteY17" fmla="*/ 256036 h 1249497"/>
                <a:gd name="connsiteX18" fmla="*/ 1948416 w 10135051"/>
                <a:gd name="connsiteY18" fmla="*/ 5828 h 1249497"/>
                <a:gd name="connsiteX19" fmla="*/ 1025986 w 10135051"/>
                <a:gd name="connsiteY19" fmla="*/ 116227 h 1249497"/>
                <a:gd name="connsiteX20" fmla="*/ 529229 w 10135051"/>
                <a:gd name="connsiteY20" fmla="*/ 361281 h 1249497"/>
                <a:gd name="connsiteX21" fmla="*/ 4767 w 10135051"/>
                <a:gd name="connsiteY21" fmla="*/ 1189074 h 1249497"/>
                <a:gd name="connsiteX22" fmla="*/ 0 w 10135051"/>
                <a:gd name="connsiteY22" fmla="*/ 1187104 h 1249497"/>
                <a:gd name="connsiteX23" fmla="*/ 204226 w 10135051"/>
                <a:gd name="connsiteY23" fmla="*/ 754411 h 1249497"/>
                <a:gd name="connsiteX24" fmla="*/ 525869 w 10135051"/>
                <a:gd name="connsiteY24" fmla="*/ 357375 h 1249497"/>
                <a:gd name="connsiteX25" fmla="*/ 750412 w 10135051"/>
                <a:gd name="connsiteY25" fmla="*/ 206730 h 1249497"/>
                <a:gd name="connsiteX26" fmla="*/ 1024930 w 10135051"/>
                <a:gd name="connsiteY26" fmla="*/ 111178 h 1249497"/>
                <a:gd name="connsiteX27" fmla="*/ 1696308 w 10135051"/>
                <a:gd name="connsiteY27" fmla="*/ 9927 h 1249497"/>
                <a:gd name="connsiteX28" fmla="*/ 2237006 w 10135051"/>
                <a:gd name="connsiteY28" fmla="*/ 13850 h 1249497"/>
                <a:gd name="connsiteX29" fmla="*/ 3289325 w 10135051"/>
                <a:gd name="connsiteY29" fmla="*/ 251076 h 1249497"/>
                <a:gd name="connsiteX30" fmla="*/ 3348869 w 10135051"/>
                <a:gd name="connsiteY30" fmla="*/ 268068 h 1249497"/>
                <a:gd name="connsiteX31" fmla="*/ 3661892 w 10135051"/>
                <a:gd name="connsiteY31" fmla="*/ 373312 h 1249497"/>
                <a:gd name="connsiteX32" fmla="*/ 3678867 w 10135051"/>
                <a:gd name="connsiteY32" fmla="*/ 379540 h 1249497"/>
                <a:gd name="connsiteX33" fmla="*/ 4137523 w 10135051"/>
                <a:gd name="connsiteY33" fmla="*/ 540792 h 1249497"/>
                <a:gd name="connsiteX34" fmla="*/ 4664483 w 10135051"/>
                <a:gd name="connsiteY34" fmla="*/ 687954 h 1249497"/>
                <a:gd name="connsiteX35" fmla="*/ 5185954 w 10135051"/>
                <a:gd name="connsiteY35" fmla="*/ 785810 h 1249497"/>
                <a:gd name="connsiteX36" fmla="*/ 5522461 w 10135051"/>
                <a:gd name="connsiteY36" fmla="*/ 816717 h 1249497"/>
                <a:gd name="connsiteX37" fmla="*/ 5691647 w 10135051"/>
                <a:gd name="connsiteY37" fmla="*/ 810895 h 1249497"/>
                <a:gd name="connsiteX38" fmla="*/ 6241808 w 10135051"/>
                <a:gd name="connsiteY38" fmla="*/ 689819 h 1249497"/>
                <a:gd name="connsiteX39" fmla="*/ 6901348 w 10135051"/>
                <a:gd name="connsiteY39" fmla="*/ 451960 h 1249497"/>
                <a:gd name="connsiteX40" fmla="*/ 7283608 w 10135051"/>
                <a:gd name="connsiteY40" fmla="*/ 305448 h 1249497"/>
                <a:gd name="connsiteX41" fmla="*/ 7367022 w 10135051"/>
                <a:gd name="connsiteY41" fmla="*/ 274805 h 1249497"/>
                <a:gd name="connsiteX42" fmla="*/ 7875318 w 10135051"/>
                <a:gd name="connsiteY42" fmla="*/ 137212 h 1249497"/>
                <a:gd name="connsiteX43" fmla="*/ 8092473 w 10135051"/>
                <a:gd name="connsiteY43" fmla="*/ 132357 h 1249497"/>
                <a:gd name="connsiteX44" fmla="*/ 8195870 w 10135051"/>
                <a:gd name="connsiteY44" fmla="*/ 132357 h 1249497"/>
                <a:gd name="connsiteX45" fmla="*/ 8644482 w 10135051"/>
                <a:gd name="connsiteY45" fmla="*/ 186993 h 1249497"/>
                <a:gd name="connsiteX46" fmla="*/ 9265762 w 10135051"/>
                <a:gd name="connsiteY46" fmla="*/ 375142 h 1249497"/>
                <a:gd name="connsiteX47" fmla="*/ 9837050 w 10135051"/>
                <a:gd name="connsiteY47" fmla="*/ 720866 h 1249497"/>
                <a:gd name="connsiteX48" fmla="*/ 10135051 w 10135051"/>
                <a:gd name="connsiteY48" fmla="*/ 1248741 h 1249497"/>
                <a:gd name="connsiteX49" fmla="*/ 10129967 w 10135051"/>
                <a:gd name="connsiteY49" fmla="*/ 1249497 h 1249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135051" h="1249497">
                  <a:moveTo>
                    <a:pt x="10129967" y="1249497"/>
                  </a:moveTo>
                  <a:cubicBezTo>
                    <a:pt x="10015083" y="416550"/>
                    <a:pt x="8584691" y="137476"/>
                    <a:pt x="8206319" y="137476"/>
                  </a:cubicBezTo>
                  <a:cubicBezTo>
                    <a:pt x="8202748" y="137476"/>
                    <a:pt x="8199336" y="137494"/>
                    <a:pt x="8195959" y="137546"/>
                  </a:cubicBezTo>
                  <a:cubicBezTo>
                    <a:pt x="8161551" y="138057"/>
                    <a:pt x="8126423" y="137793"/>
                    <a:pt x="8092438" y="137546"/>
                  </a:cubicBezTo>
                  <a:cubicBezTo>
                    <a:pt x="8022287" y="137036"/>
                    <a:pt x="7949762" y="136509"/>
                    <a:pt x="7875740" y="142384"/>
                  </a:cubicBezTo>
                  <a:cubicBezTo>
                    <a:pt x="7701999" y="156193"/>
                    <a:pt x="7532619" y="218973"/>
                    <a:pt x="7368816" y="279660"/>
                  </a:cubicBezTo>
                  <a:cubicBezTo>
                    <a:pt x="7341287" y="289863"/>
                    <a:pt x="7312825" y="300417"/>
                    <a:pt x="7285367" y="310321"/>
                  </a:cubicBezTo>
                  <a:cubicBezTo>
                    <a:pt x="7156674" y="356760"/>
                    <a:pt x="7027841" y="407596"/>
                    <a:pt x="6903248" y="456779"/>
                  </a:cubicBezTo>
                  <a:cubicBezTo>
                    <a:pt x="6688890" y="541390"/>
                    <a:pt x="6467214" y="628885"/>
                    <a:pt x="6243268" y="694779"/>
                  </a:cubicBezTo>
                  <a:cubicBezTo>
                    <a:pt x="6086097" y="741025"/>
                    <a:pt x="5890491" y="798581"/>
                    <a:pt x="5692104" y="816049"/>
                  </a:cubicBezTo>
                  <a:cubicBezTo>
                    <a:pt x="5634020" y="821220"/>
                    <a:pt x="5576921" y="823190"/>
                    <a:pt x="5522355" y="821889"/>
                  </a:cubicBezTo>
                  <a:cubicBezTo>
                    <a:pt x="5401667" y="819021"/>
                    <a:pt x="5289668" y="805037"/>
                    <a:pt x="5185285" y="790929"/>
                  </a:cubicBezTo>
                  <a:cubicBezTo>
                    <a:pt x="5019143" y="768501"/>
                    <a:pt x="4853282" y="737366"/>
                    <a:pt x="4663322" y="692985"/>
                  </a:cubicBezTo>
                  <a:cubicBezTo>
                    <a:pt x="4489738" y="652422"/>
                    <a:pt x="4317246" y="604241"/>
                    <a:pt x="4135957" y="545717"/>
                  </a:cubicBezTo>
                  <a:cubicBezTo>
                    <a:pt x="3976411" y="494195"/>
                    <a:pt x="3824253" y="438380"/>
                    <a:pt x="3677108" y="384395"/>
                  </a:cubicBezTo>
                  <a:lnTo>
                    <a:pt x="3660133" y="378167"/>
                  </a:lnTo>
                  <a:cubicBezTo>
                    <a:pt x="3542787" y="335123"/>
                    <a:pt x="3444702" y="300769"/>
                    <a:pt x="3347462" y="273029"/>
                  </a:cubicBezTo>
                  <a:cubicBezTo>
                    <a:pt x="3327391" y="267294"/>
                    <a:pt x="3307549" y="261630"/>
                    <a:pt x="3287917" y="256036"/>
                  </a:cubicBezTo>
                  <a:cubicBezTo>
                    <a:pt x="2776543" y="109965"/>
                    <a:pt x="2411944" y="5828"/>
                    <a:pt x="1948416" y="5828"/>
                  </a:cubicBezTo>
                  <a:cubicBezTo>
                    <a:pt x="1687073" y="5828"/>
                    <a:pt x="1394349" y="38899"/>
                    <a:pt x="1025986" y="116227"/>
                  </a:cubicBezTo>
                  <a:cubicBezTo>
                    <a:pt x="837960" y="155682"/>
                    <a:pt x="675477" y="235842"/>
                    <a:pt x="529229" y="361281"/>
                  </a:cubicBezTo>
                  <a:cubicBezTo>
                    <a:pt x="248027" y="602464"/>
                    <a:pt x="113142" y="927731"/>
                    <a:pt x="4767" y="1189074"/>
                  </a:cubicBezTo>
                  <a:lnTo>
                    <a:pt x="0" y="1187104"/>
                  </a:lnTo>
                  <a:cubicBezTo>
                    <a:pt x="61514" y="1038780"/>
                    <a:pt x="123415" y="894080"/>
                    <a:pt x="204226" y="754411"/>
                  </a:cubicBezTo>
                  <a:cubicBezTo>
                    <a:pt x="297878" y="592561"/>
                    <a:pt x="403087" y="462690"/>
                    <a:pt x="525869" y="357375"/>
                  </a:cubicBezTo>
                  <a:cubicBezTo>
                    <a:pt x="595862" y="297339"/>
                    <a:pt x="671413" y="246661"/>
                    <a:pt x="750412" y="206730"/>
                  </a:cubicBezTo>
                  <a:cubicBezTo>
                    <a:pt x="835603" y="163686"/>
                    <a:pt x="927971" y="131531"/>
                    <a:pt x="1024930" y="111178"/>
                  </a:cubicBezTo>
                  <a:cubicBezTo>
                    <a:pt x="1276897" y="58301"/>
                    <a:pt x="1496497" y="25178"/>
                    <a:pt x="1696308" y="9927"/>
                  </a:cubicBezTo>
                  <a:cubicBezTo>
                    <a:pt x="1885336" y="-4497"/>
                    <a:pt x="2062191" y="-3213"/>
                    <a:pt x="2237006" y="13850"/>
                  </a:cubicBezTo>
                  <a:cubicBezTo>
                    <a:pt x="2574023" y="46744"/>
                    <a:pt x="2889686" y="136913"/>
                    <a:pt x="3289325" y="251076"/>
                  </a:cubicBezTo>
                  <a:cubicBezTo>
                    <a:pt x="3308938" y="256687"/>
                    <a:pt x="3328780" y="262351"/>
                    <a:pt x="3348869" y="268068"/>
                  </a:cubicBezTo>
                  <a:cubicBezTo>
                    <a:pt x="3446250" y="295844"/>
                    <a:pt x="3544440" y="330233"/>
                    <a:pt x="3661892" y="373312"/>
                  </a:cubicBezTo>
                  <a:lnTo>
                    <a:pt x="3678867" y="379540"/>
                  </a:lnTo>
                  <a:cubicBezTo>
                    <a:pt x="3825959" y="433507"/>
                    <a:pt x="3978065" y="489304"/>
                    <a:pt x="4137523" y="540792"/>
                  </a:cubicBezTo>
                  <a:cubicBezTo>
                    <a:pt x="4318670" y="599280"/>
                    <a:pt x="4491040" y="647426"/>
                    <a:pt x="4664483" y="687954"/>
                  </a:cubicBezTo>
                  <a:cubicBezTo>
                    <a:pt x="4854284" y="732300"/>
                    <a:pt x="5019988" y="763400"/>
                    <a:pt x="5185954" y="785810"/>
                  </a:cubicBezTo>
                  <a:cubicBezTo>
                    <a:pt x="5290195" y="799883"/>
                    <a:pt x="5402053" y="813867"/>
                    <a:pt x="5522461" y="816717"/>
                  </a:cubicBezTo>
                  <a:cubicBezTo>
                    <a:pt x="5576834" y="818001"/>
                    <a:pt x="5633756" y="816049"/>
                    <a:pt x="5691647" y="810895"/>
                  </a:cubicBezTo>
                  <a:cubicBezTo>
                    <a:pt x="5889541" y="793480"/>
                    <a:pt x="6084866" y="736012"/>
                    <a:pt x="6241808" y="689819"/>
                  </a:cubicBezTo>
                  <a:cubicBezTo>
                    <a:pt x="6465542" y="623978"/>
                    <a:pt x="6687095" y="536535"/>
                    <a:pt x="6901348" y="451960"/>
                  </a:cubicBezTo>
                  <a:cubicBezTo>
                    <a:pt x="7025977" y="402777"/>
                    <a:pt x="7154845" y="351905"/>
                    <a:pt x="7283608" y="305448"/>
                  </a:cubicBezTo>
                  <a:cubicBezTo>
                    <a:pt x="7311049" y="295545"/>
                    <a:pt x="7339493" y="285008"/>
                    <a:pt x="7367022" y="274805"/>
                  </a:cubicBezTo>
                  <a:cubicBezTo>
                    <a:pt x="7531142" y="213977"/>
                    <a:pt x="7700856" y="151091"/>
                    <a:pt x="7875318" y="137212"/>
                  </a:cubicBezTo>
                  <a:cubicBezTo>
                    <a:pt x="7949567" y="131302"/>
                    <a:pt x="8022217" y="131847"/>
                    <a:pt x="8092473" y="132357"/>
                  </a:cubicBezTo>
                  <a:cubicBezTo>
                    <a:pt x="8126423" y="132604"/>
                    <a:pt x="8161533" y="132867"/>
                    <a:pt x="8195870" y="132357"/>
                  </a:cubicBezTo>
                  <a:cubicBezTo>
                    <a:pt x="8302539" y="130809"/>
                    <a:pt x="8470247" y="151232"/>
                    <a:pt x="8644482" y="186993"/>
                  </a:cubicBezTo>
                  <a:cubicBezTo>
                    <a:pt x="8796077" y="218111"/>
                    <a:pt x="9026900" y="276002"/>
                    <a:pt x="9265762" y="375142"/>
                  </a:cubicBezTo>
                  <a:cubicBezTo>
                    <a:pt x="9501176" y="472840"/>
                    <a:pt x="9693370" y="589166"/>
                    <a:pt x="9837050" y="720866"/>
                  </a:cubicBezTo>
                  <a:cubicBezTo>
                    <a:pt x="10008100" y="877686"/>
                    <a:pt x="10108366" y="1055280"/>
                    <a:pt x="10135051" y="1248741"/>
                  </a:cubicBezTo>
                  <a:lnTo>
                    <a:pt x="10129967" y="1249497"/>
                  </a:ln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任意多边形: 形状 1385"/>
            <p:cNvSpPr/>
            <p:nvPr>
              <p:custDataLst>
                <p:tags r:id="rId6"/>
              </p:custDataLst>
            </p:nvPr>
          </p:nvSpPr>
          <p:spPr>
            <a:xfrm>
              <a:off x="1977475" y="3499389"/>
              <a:ext cx="10214067" cy="1176955"/>
            </a:xfrm>
            <a:custGeom>
              <a:avLst/>
              <a:gdLst>
                <a:gd name="connsiteX0" fmla="*/ 10208984 w 10214067"/>
                <a:gd name="connsiteY0" fmla="*/ 1176955 h 1176955"/>
                <a:gd name="connsiteX1" fmla="*/ 9370109 w 10214067"/>
                <a:gd name="connsiteY1" fmla="*/ 327842 h 1176955"/>
                <a:gd name="connsiteX2" fmla="*/ 8336982 w 10214067"/>
                <a:gd name="connsiteY2" fmla="*/ 76104 h 1176955"/>
                <a:gd name="connsiteX3" fmla="*/ 8216574 w 10214067"/>
                <a:gd name="connsiteY3" fmla="*/ 68259 h 1176955"/>
                <a:gd name="connsiteX4" fmla="*/ 8014512 w 10214067"/>
                <a:gd name="connsiteY4" fmla="*/ 59780 h 1176955"/>
                <a:gd name="connsiteX5" fmla="*/ 7503771 w 10214067"/>
                <a:gd name="connsiteY5" fmla="*/ 207716 h 1176955"/>
                <a:gd name="connsiteX6" fmla="*/ 7412845 w 10214067"/>
                <a:gd name="connsiteY6" fmla="*/ 245976 h 1176955"/>
                <a:gd name="connsiteX7" fmla="*/ 6999643 w 10214067"/>
                <a:gd name="connsiteY7" fmla="*/ 428249 h 1176955"/>
                <a:gd name="connsiteX8" fmla="*/ 6370008 w 10214067"/>
                <a:gd name="connsiteY8" fmla="*/ 692389 h 1176955"/>
                <a:gd name="connsiteX9" fmla="*/ 6346489 w 10214067"/>
                <a:gd name="connsiteY9" fmla="*/ 700533 h 1176955"/>
                <a:gd name="connsiteX10" fmla="*/ 5811087 w 10214067"/>
                <a:gd name="connsiteY10" fmla="*/ 840835 h 1176955"/>
                <a:gd name="connsiteX11" fmla="*/ 5635234 w 10214067"/>
                <a:gd name="connsiteY11" fmla="*/ 846534 h 1176955"/>
                <a:gd name="connsiteX12" fmla="*/ 5291972 w 10214067"/>
                <a:gd name="connsiteY12" fmla="*/ 799251 h 1176955"/>
                <a:gd name="connsiteX13" fmla="*/ 4769674 w 10214067"/>
                <a:gd name="connsiteY13" fmla="*/ 668026 h 1176955"/>
                <a:gd name="connsiteX14" fmla="*/ 4243418 w 10214067"/>
                <a:gd name="connsiteY14" fmla="*/ 487476 h 1176955"/>
                <a:gd name="connsiteX15" fmla="*/ 3928090 w 10214067"/>
                <a:gd name="connsiteY15" fmla="*/ 361036 h 1176955"/>
                <a:gd name="connsiteX16" fmla="*/ 3764040 w 10214067"/>
                <a:gd name="connsiteY16" fmla="*/ 294174 h 1176955"/>
                <a:gd name="connsiteX17" fmla="*/ 3441764 w 10214067"/>
                <a:gd name="connsiteY17" fmla="*/ 182967 h 1176955"/>
                <a:gd name="connsiteX18" fmla="*/ 1102610 w 10214067"/>
                <a:gd name="connsiteY18" fmla="*/ 168208 h 1176955"/>
                <a:gd name="connsiteX19" fmla="*/ 582229 w 10214067"/>
                <a:gd name="connsiteY19" fmla="*/ 406947 h 1176955"/>
                <a:gd name="connsiteX20" fmla="*/ 4503 w 10214067"/>
                <a:gd name="connsiteY20" fmla="*/ 1160051 h 1176955"/>
                <a:gd name="connsiteX21" fmla="*/ 0 w 10214067"/>
                <a:gd name="connsiteY21" fmla="*/ 1157693 h 1176955"/>
                <a:gd name="connsiteX22" fmla="*/ 579133 w 10214067"/>
                <a:gd name="connsiteY22" fmla="*/ 402919 h 1176955"/>
                <a:gd name="connsiteX23" fmla="*/ 1101590 w 10214067"/>
                <a:gd name="connsiteY23" fmla="*/ 163247 h 1176955"/>
                <a:gd name="connsiteX24" fmla="*/ 2378170 w 10214067"/>
                <a:gd name="connsiteY24" fmla="*/ 359 h 1176955"/>
                <a:gd name="connsiteX25" fmla="*/ 3443048 w 10214067"/>
                <a:gd name="connsiteY25" fmla="*/ 178059 h 1176955"/>
                <a:gd name="connsiteX26" fmla="*/ 3765940 w 10214067"/>
                <a:gd name="connsiteY26" fmla="*/ 289460 h 1176955"/>
                <a:gd name="connsiteX27" fmla="*/ 3930025 w 10214067"/>
                <a:gd name="connsiteY27" fmla="*/ 356339 h 1176955"/>
                <a:gd name="connsiteX28" fmla="*/ 4245247 w 10214067"/>
                <a:gd name="connsiteY28" fmla="*/ 482744 h 1176955"/>
                <a:gd name="connsiteX29" fmla="*/ 4771151 w 10214067"/>
                <a:gd name="connsiteY29" fmla="*/ 663171 h 1176955"/>
                <a:gd name="connsiteX30" fmla="*/ 5292957 w 10214067"/>
                <a:gd name="connsiteY30" fmla="*/ 794273 h 1176955"/>
                <a:gd name="connsiteX31" fmla="*/ 5635497 w 10214067"/>
                <a:gd name="connsiteY31" fmla="*/ 841486 h 1176955"/>
                <a:gd name="connsiteX32" fmla="*/ 5810576 w 10214067"/>
                <a:gd name="connsiteY32" fmla="*/ 835822 h 1176955"/>
                <a:gd name="connsiteX33" fmla="*/ 6344854 w 10214067"/>
                <a:gd name="connsiteY33" fmla="*/ 695766 h 1176955"/>
                <a:gd name="connsiteX34" fmla="*/ 6368372 w 10214067"/>
                <a:gd name="connsiteY34" fmla="*/ 687604 h 1176955"/>
                <a:gd name="connsiteX35" fmla="*/ 6997550 w 10214067"/>
                <a:gd name="connsiteY35" fmla="*/ 423640 h 1176955"/>
                <a:gd name="connsiteX36" fmla="*/ 7410946 w 10214067"/>
                <a:gd name="connsiteY36" fmla="*/ 241279 h 1176955"/>
                <a:gd name="connsiteX37" fmla="*/ 7501801 w 10214067"/>
                <a:gd name="connsiteY37" fmla="*/ 203037 h 1176955"/>
                <a:gd name="connsiteX38" fmla="*/ 8014389 w 10214067"/>
                <a:gd name="connsiteY38" fmla="*/ 54696 h 1176955"/>
                <a:gd name="connsiteX39" fmla="*/ 8217014 w 10214067"/>
                <a:gd name="connsiteY39" fmla="*/ 63175 h 1176955"/>
                <a:gd name="connsiteX40" fmla="*/ 8337192 w 10214067"/>
                <a:gd name="connsiteY40" fmla="*/ 71003 h 1176955"/>
                <a:gd name="connsiteX41" fmla="*/ 8771609 w 10214067"/>
                <a:gd name="connsiteY41" fmla="*/ 134680 h 1176955"/>
                <a:gd name="connsiteX42" fmla="*/ 9372131 w 10214067"/>
                <a:gd name="connsiteY42" fmla="*/ 323145 h 1176955"/>
                <a:gd name="connsiteX43" fmla="*/ 9924545 w 10214067"/>
                <a:gd name="connsiteY43" fmla="*/ 661728 h 1176955"/>
                <a:gd name="connsiteX44" fmla="*/ 10214068 w 10214067"/>
                <a:gd name="connsiteY44" fmla="*/ 1176234 h 1176955"/>
                <a:gd name="connsiteX45" fmla="*/ 10208984 w 10214067"/>
                <a:gd name="connsiteY45" fmla="*/ 1176955 h 1176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0214067" h="1176955">
                  <a:moveTo>
                    <a:pt x="10208984" y="1176955"/>
                  </a:moveTo>
                  <a:cubicBezTo>
                    <a:pt x="10147857" y="742908"/>
                    <a:pt x="9719052" y="475638"/>
                    <a:pt x="9370109" y="327842"/>
                  </a:cubicBezTo>
                  <a:cubicBezTo>
                    <a:pt x="8965385" y="156440"/>
                    <a:pt x="8521629" y="82454"/>
                    <a:pt x="8336982" y="76104"/>
                  </a:cubicBezTo>
                  <a:cubicBezTo>
                    <a:pt x="8297034" y="74732"/>
                    <a:pt x="8256136" y="71443"/>
                    <a:pt x="8216574" y="68259"/>
                  </a:cubicBezTo>
                  <a:cubicBezTo>
                    <a:pt x="8151560" y="63034"/>
                    <a:pt x="8084328" y="57616"/>
                    <a:pt x="8014512" y="59780"/>
                  </a:cubicBezTo>
                  <a:cubicBezTo>
                    <a:pt x="7837850" y="65268"/>
                    <a:pt x="7660362" y="140943"/>
                    <a:pt x="7503771" y="207716"/>
                  </a:cubicBezTo>
                  <a:cubicBezTo>
                    <a:pt x="7472283" y="221156"/>
                    <a:pt x="7442520" y="233838"/>
                    <a:pt x="7412845" y="245976"/>
                  </a:cubicBezTo>
                  <a:cubicBezTo>
                    <a:pt x="7272895" y="303251"/>
                    <a:pt x="7133982" y="366805"/>
                    <a:pt x="6999643" y="428249"/>
                  </a:cubicBezTo>
                  <a:cubicBezTo>
                    <a:pt x="6795734" y="521532"/>
                    <a:pt x="6584876" y="617980"/>
                    <a:pt x="6370008" y="692389"/>
                  </a:cubicBezTo>
                  <a:lnTo>
                    <a:pt x="6346489" y="700533"/>
                  </a:lnTo>
                  <a:cubicBezTo>
                    <a:pt x="6175861" y="759725"/>
                    <a:pt x="5999428" y="820940"/>
                    <a:pt x="5811087" y="840835"/>
                  </a:cubicBezTo>
                  <a:cubicBezTo>
                    <a:pt x="5750944" y="847273"/>
                    <a:pt x="5691787" y="849191"/>
                    <a:pt x="5635234" y="846534"/>
                  </a:cubicBezTo>
                  <a:cubicBezTo>
                    <a:pt x="5516145" y="840923"/>
                    <a:pt x="5409318" y="821802"/>
                    <a:pt x="5291972" y="799251"/>
                  </a:cubicBezTo>
                  <a:cubicBezTo>
                    <a:pt x="5130350" y="768186"/>
                    <a:pt x="4969273" y="727710"/>
                    <a:pt x="4769674" y="668026"/>
                  </a:cubicBezTo>
                  <a:cubicBezTo>
                    <a:pt x="4601157" y="617629"/>
                    <a:pt x="4429016" y="558577"/>
                    <a:pt x="4243418" y="487476"/>
                  </a:cubicBezTo>
                  <a:cubicBezTo>
                    <a:pt x="4135711" y="446209"/>
                    <a:pt x="4030150" y="402901"/>
                    <a:pt x="3928090" y="361036"/>
                  </a:cubicBezTo>
                  <a:cubicBezTo>
                    <a:pt x="3874228" y="338942"/>
                    <a:pt x="3818536" y="316092"/>
                    <a:pt x="3764040" y="294174"/>
                  </a:cubicBezTo>
                  <a:cubicBezTo>
                    <a:pt x="3674329" y="258096"/>
                    <a:pt x="3556630" y="212853"/>
                    <a:pt x="3441764" y="182967"/>
                  </a:cubicBezTo>
                  <a:cubicBezTo>
                    <a:pt x="2591631" y="-38147"/>
                    <a:pt x="2227630" y="-62949"/>
                    <a:pt x="1102610" y="168208"/>
                  </a:cubicBezTo>
                  <a:cubicBezTo>
                    <a:pt x="910257" y="207734"/>
                    <a:pt x="740051" y="285818"/>
                    <a:pt x="582229" y="406947"/>
                  </a:cubicBezTo>
                  <a:cubicBezTo>
                    <a:pt x="298863" y="624419"/>
                    <a:pt x="147250" y="887274"/>
                    <a:pt x="4503" y="1160051"/>
                  </a:cubicBezTo>
                  <a:lnTo>
                    <a:pt x="0" y="1157693"/>
                  </a:lnTo>
                  <a:cubicBezTo>
                    <a:pt x="143029" y="884389"/>
                    <a:pt x="294958" y="621024"/>
                    <a:pt x="579133" y="402919"/>
                  </a:cubicBezTo>
                  <a:cubicBezTo>
                    <a:pt x="737571" y="281315"/>
                    <a:pt x="908463" y="202914"/>
                    <a:pt x="1101590" y="163247"/>
                  </a:cubicBezTo>
                  <a:cubicBezTo>
                    <a:pt x="1696114" y="41081"/>
                    <a:pt x="2054012" y="-4584"/>
                    <a:pt x="2378170" y="359"/>
                  </a:cubicBezTo>
                  <a:cubicBezTo>
                    <a:pt x="2717263" y="5531"/>
                    <a:pt x="3025396" y="69437"/>
                    <a:pt x="3443048" y="178059"/>
                  </a:cubicBezTo>
                  <a:cubicBezTo>
                    <a:pt x="3558196" y="208015"/>
                    <a:pt x="3676088" y="253329"/>
                    <a:pt x="3765940" y="289460"/>
                  </a:cubicBezTo>
                  <a:cubicBezTo>
                    <a:pt x="3820453" y="311378"/>
                    <a:pt x="3876162" y="334245"/>
                    <a:pt x="3930025" y="356339"/>
                  </a:cubicBezTo>
                  <a:cubicBezTo>
                    <a:pt x="4032068" y="398204"/>
                    <a:pt x="4137593" y="441512"/>
                    <a:pt x="4245247" y="482744"/>
                  </a:cubicBezTo>
                  <a:cubicBezTo>
                    <a:pt x="4430739" y="553793"/>
                    <a:pt x="4602757" y="612809"/>
                    <a:pt x="4771151" y="663171"/>
                  </a:cubicBezTo>
                  <a:cubicBezTo>
                    <a:pt x="4970575" y="722803"/>
                    <a:pt x="5131494" y="763243"/>
                    <a:pt x="5292957" y="794273"/>
                  </a:cubicBezTo>
                  <a:cubicBezTo>
                    <a:pt x="5410110" y="816789"/>
                    <a:pt x="5516744" y="835892"/>
                    <a:pt x="5635497" y="841486"/>
                  </a:cubicBezTo>
                  <a:cubicBezTo>
                    <a:pt x="5691787" y="844142"/>
                    <a:pt x="5750680" y="842225"/>
                    <a:pt x="5810576" y="835822"/>
                  </a:cubicBezTo>
                  <a:cubicBezTo>
                    <a:pt x="5998337" y="815980"/>
                    <a:pt x="6174489" y="754870"/>
                    <a:pt x="6344854" y="695766"/>
                  </a:cubicBezTo>
                  <a:lnTo>
                    <a:pt x="6368372" y="687604"/>
                  </a:lnTo>
                  <a:cubicBezTo>
                    <a:pt x="6582994" y="613266"/>
                    <a:pt x="6793746" y="516870"/>
                    <a:pt x="6997550" y="423640"/>
                  </a:cubicBezTo>
                  <a:cubicBezTo>
                    <a:pt x="7131942" y="362161"/>
                    <a:pt x="7270907" y="298607"/>
                    <a:pt x="7410946" y="241279"/>
                  </a:cubicBezTo>
                  <a:cubicBezTo>
                    <a:pt x="7440585" y="229142"/>
                    <a:pt x="7470331" y="216459"/>
                    <a:pt x="7501801" y="203037"/>
                  </a:cubicBezTo>
                  <a:cubicBezTo>
                    <a:pt x="7658813" y="136088"/>
                    <a:pt x="7836760" y="60202"/>
                    <a:pt x="8014389" y="54696"/>
                  </a:cubicBezTo>
                  <a:cubicBezTo>
                    <a:pt x="8084469" y="52533"/>
                    <a:pt x="8151859" y="57933"/>
                    <a:pt x="8217014" y="63175"/>
                  </a:cubicBezTo>
                  <a:cubicBezTo>
                    <a:pt x="8258335" y="66499"/>
                    <a:pt x="8297368" y="69631"/>
                    <a:pt x="8337192" y="71003"/>
                  </a:cubicBezTo>
                  <a:cubicBezTo>
                    <a:pt x="8445110" y="74714"/>
                    <a:pt x="8607506" y="98532"/>
                    <a:pt x="8771609" y="134680"/>
                  </a:cubicBezTo>
                  <a:cubicBezTo>
                    <a:pt x="8919492" y="167258"/>
                    <a:pt x="9143718" y="226415"/>
                    <a:pt x="9372131" y="323145"/>
                  </a:cubicBezTo>
                  <a:cubicBezTo>
                    <a:pt x="9599999" y="419647"/>
                    <a:pt x="9785861" y="533563"/>
                    <a:pt x="9924545" y="661728"/>
                  </a:cubicBezTo>
                  <a:cubicBezTo>
                    <a:pt x="10090124" y="814748"/>
                    <a:pt x="10187523" y="987857"/>
                    <a:pt x="10214068" y="1176234"/>
                  </a:cubicBezTo>
                  <a:lnTo>
                    <a:pt x="10208984" y="1176955"/>
                  </a:ln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任意多边形: 形状 1386"/>
            <p:cNvSpPr/>
            <p:nvPr>
              <p:custDataLst>
                <p:tags r:id="rId7"/>
              </p:custDataLst>
            </p:nvPr>
          </p:nvSpPr>
          <p:spPr>
            <a:xfrm>
              <a:off x="1898476" y="3493868"/>
              <a:ext cx="10293013" cy="1159010"/>
            </a:xfrm>
            <a:custGeom>
              <a:avLst/>
              <a:gdLst>
                <a:gd name="connsiteX0" fmla="*/ 4187 w 10293013"/>
                <a:gd name="connsiteY0" fmla="*/ 1159010 h 1159010"/>
                <a:gd name="connsiteX1" fmla="*/ 0 w 10293013"/>
                <a:gd name="connsiteY1" fmla="*/ 1156249 h 1159010"/>
                <a:gd name="connsiteX2" fmla="*/ 632380 w 10293013"/>
                <a:gd name="connsiteY2" fmla="*/ 476445 h 1159010"/>
                <a:gd name="connsiteX3" fmla="*/ 1178232 w 10293013"/>
                <a:gd name="connsiteY3" fmla="*/ 243265 h 1159010"/>
                <a:gd name="connsiteX4" fmla="*/ 1392784 w 10293013"/>
                <a:gd name="connsiteY4" fmla="*/ 199834 h 1159010"/>
                <a:gd name="connsiteX5" fmla="*/ 2555641 w 10293013"/>
                <a:gd name="connsiteY5" fmla="*/ 7833 h 1159010"/>
                <a:gd name="connsiteX6" fmla="*/ 3537228 w 10293013"/>
                <a:gd name="connsiteY6" fmla="*/ 115980 h 1159010"/>
                <a:gd name="connsiteX7" fmla="*/ 3869988 w 10293013"/>
                <a:gd name="connsiteY7" fmla="*/ 233537 h 1159010"/>
                <a:gd name="connsiteX8" fmla="*/ 4128287 w 10293013"/>
                <a:gd name="connsiteY8" fmla="*/ 350444 h 1159010"/>
                <a:gd name="connsiteX9" fmla="*/ 4352972 w 10293013"/>
                <a:gd name="connsiteY9" fmla="*/ 452627 h 1159010"/>
                <a:gd name="connsiteX10" fmla="*/ 4877803 w 10293013"/>
                <a:gd name="connsiteY10" fmla="*/ 666317 h 1159010"/>
                <a:gd name="connsiteX11" fmla="*/ 5399925 w 10293013"/>
                <a:gd name="connsiteY11" fmla="*/ 830665 h 1159010"/>
                <a:gd name="connsiteX12" fmla="*/ 5748499 w 10293013"/>
                <a:gd name="connsiteY12" fmla="*/ 894167 h 1159010"/>
                <a:gd name="connsiteX13" fmla="*/ 5929470 w 10293013"/>
                <a:gd name="connsiteY13" fmla="*/ 888644 h 1159010"/>
                <a:gd name="connsiteX14" fmla="*/ 6450009 w 10293013"/>
                <a:gd name="connsiteY14" fmla="*/ 731261 h 1159010"/>
                <a:gd name="connsiteX15" fmla="*/ 6494900 w 10293013"/>
                <a:gd name="connsiteY15" fmla="*/ 713284 h 1159010"/>
                <a:gd name="connsiteX16" fmla="*/ 7103128 w 10293013"/>
                <a:gd name="connsiteY16" fmla="*/ 422196 h 1159010"/>
                <a:gd name="connsiteX17" fmla="*/ 7538248 w 10293013"/>
                <a:gd name="connsiteY17" fmla="*/ 205005 h 1159010"/>
                <a:gd name="connsiteX18" fmla="*/ 7631232 w 10293013"/>
                <a:gd name="connsiteY18" fmla="*/ 160923 h 1159010"/>
                <a:gd name="connsiteX19" fmla="*/ 8153407 w 10293013"/>
                <a:gd name="connsiteY19" fmla="*/ 58 h 1159010"/>
                <a:gd name="connsiteX20" fmla="*/ 8351916 w 10293013"/>
                <a:gd name="connsiteY20" fmla="*/ 20973 h 1159010"/>
                <a:gd name="connsiteX21" fmla="*/ 8478462 w 10293013"/>
                <a:gd name="connsiteY21" fmla="*/ 37561 h 1159010"/>
                <a:gd name="connsiteX22" fmla="*/ 9478220 w 10293013"/>
                <a:gd name="connsiteY22" fmla="*/ 298763 h 1159010"/>
                <a:gd name="connsiteX23" fmla="*/ 10011899 w 10293013"/>
                <a:gd name="connsiteY23" fmla="*/ 630380 h 1159010"/>
                <a:gd name="connsiteX24" fmla="*/ 10293014 w 10293013"/>
                <a:gd name="connsiteY24" fmla="*/ 1131604 h 1159010"/>
                <a:gd name="connsiteX25" fmla="*/ 10288035 w 10293013"/>
                <a:gd name="connsiteY25" fmla="*/ 1132326 h 1159010"/>
                <a:gd name="connsiteX26" fmla="*/ 9476232 w 10293013"/>
                <a:gd name="connsiteY26" fmla="*/ 303371 h 1159010"/>
                <a:gd name="connsiteX27" fmla="*/ 8478040 w 10293013"/>
                <a:gd name="connsiteY27" fmla="*/ 42557 h 1159010"/>
                <a:gd name="connsiteX28" fmla="*/ 8351142 w 10293013"/>
                <a:gd name="connsiteY28" fmla="*/ 25934 h 1159010"/>
                <a:gd name="connsiteX29" fmla="*/ 8153337 w 10293013"/>
                <a:gd name="connsiteY29" fmla="*/ 5071 h 1159010"/>
                <a:gd name="connsiteX30" fmla="*/ 7633413 w 10293013"/>
                <a:gd name="connsiteY30" fmla="*/ 165444 h 1159010"/>
                <a:gd name="connsiteX31" fmla="*/ 7540342 w 10293013"/>
                <a:gd name="connsiteY31" fmla="*/ 209561 h 1159010"/>
                <a:gd name="connsiteX32" fmla="*/ 7105451 w 10293013"/>
                <a:gd name="connsiteY32" fmla="*/ 426628 h 1159010"/>
                <a:gd name="connsiteX33" fmla="*/ 6496765 w 10293013"/>
                <a:gd name="connsiteY33" fmla="*/ 717928 h 1159010"/>
                <a:gd name="connsiteX34" fmla="*/ 6451892 w 10293013"/>
                <a:gd name="connsiteY34" fmla="*/ 735888 h 1159010"/>
                <a:gd name="connsiteX35" fmla="*/ 5930104 w 10293013"/>
                <a:gd name="connsiteY35" fmla="*/ 893587 h 1159010"/>
                <a:gd name="connsiteX36" fmla="*/ 5748182 w 10293013"/>
                <a:gd name="connsiteY36" fmla="*/ 899128 h 1159010"/>
                <a:gd name="connsiteX37" fmla="*/ 5398746 w 10293013"/>
                <a:gd name="connsiteY37" fmla="*/ 835485 h 1159010"/>
                <a:gd name="connsiteX38" fmla="*/ 4876114 w 10293013"/>
                <a:gd name="connsiteY38" fmla="*/ 670978 h 1159010"/>
                <a:gd name="connsiteX39" fmla="*/ 4350966 w 10293013"/>
                <a:gd name="connsiteY39" fmla="*/ 457166 h 1159010"/>
                <a:gd name="connsiteX40" fmla="*/ 4126212 w 10293013"/>
                <a:gd name="connsiteY40" fmla="*/ 354947 h 1159010"/>
                <a:gd name="connsiteX41" fmla="*/ 3868018 w 10293013"/>
                <a:gd name="connsiteY41" fmla="*/ 238093 h 1159010"/>
                <a:gd name="connsiteX42" fmla="*/ 3536102 w 10293013"/>
                <a:gd name="connsiteY42" fmla="*/ 120817 h 1159010"/>
                <a:gd name="connsiteX43" fmla="*/ 2716559 w 10293013"/>
                <a:gd name="connsiteY43" fmla="*/ 8484 h 1159010"/>
                <a:gd name="connsiteX44" fmla="*/ 1393804 w 10293013"/>
                <a:gd name="connsiteY44" fmla="*/ 204706 h 1159010"/>
                <a:gd name="connsiteX45" fmla="*/ 1179252 w 10293013"/>
                <a:gd name="connsiteY45" fmla="*/ 248137 h 1159010"/>
                <a:gd name="connsiteX46" fmla="*/ 635247 w 10293013"/>
                <a:gd name="connsiteY46" fmla="*/ 480526 h 1159010"/>
                <a:gd name="connsiteX47" fmla="*/ 4187 w 10293013"/>
                <a:gd name="connsiteY47" fmla="*/ 1159010 h 115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0293013" h="1159010">
                  <a:moveTo>
                    <a:pt x="4187" y="1159010"/>
                  </a:moveTo>
                  <a:lnTo>
                    <a:pt x="0" y="1156249"/>
                  </a:lnTo>
                  <a:cubicBezTo>
                    <a:pt x="149520" y="929718"/>
                    <a:pt x="321520" y="690610"/>
                    <a:pt x="632380" y="476445"/>
                  </a:cubicBezTo>
                  <a:cubicBezTo>
                    <a:pt x="802410" y="359292"/>
                    <a:pt x="980954" y="283019"/>
                    <a:pt x="1178232" y="243265"/>
                  </a:cubicBezTo>
                  <a:cubicBezTo>
                    <a:pt x="1253150" y="228172"/>
                    <a:pt x="1324128" y="213765"/>
                    <a:pt x="1392784" y="199834"/>
                  </a:cubicBezTo>
                  <a:cubicBezTo>
                    <a:pt x="1908802" y="95152"/>
                    <a:pt x="2249706" y="26004"/>
                    <a:pt x="2555641" y="7833"/>
                  </a:cubicBezTo>
                  <a:cubicBezTo>
                    <a:pt x="2856844" y="-10057"/>
                    <a:pt x="3132048" y="20269"/>
                    <a:pt x="3537228" y="115980"/>
                  </a:cubicBezTo>
                  <a:cubicBezTo>
                    <a:pt x="3632692" y="138531"/>
                    <a:pt x="3735315" y="174785"/>
                    <a:pt x="3869988" y="233537"/>
                  </a:cubicBezTo>
                  <a:cubicBezTo>
                    <a:pt x="3956235" y="271163"/>
                    <a:pt x="4043695" y="311463"/>
                    <a:pt x="4128287" y="350444"/>
                  </a:cubicBezTo>
                  <a:cubicBezTo>
                    <a:pt x="4201412" y="384130"/>
                    <a:pt x="4277016" y="418977"/>
                    <a:pt x="4352972" y="452627"/>
                  </a:cubicBezTo>
                  <a:cubicBezTo>
                    <a:pt x="4546679" y="538469"/>
                    <a:pt x="4713455" y="606368"/>
                    <a:pt x="4877803" y="666317"/>
                  </a:cubicBezTo>
                  <a:cubicBezTo>
                    <a:pt x="5024737" y="719898"/>
                    <a:pt x="5201662" y="781324"/>
                    <a:pt x="5399925" y="830665"/>
                  </a:cubicBezTo>
                  <a:cubicBezTo>
                    <a:pt x="5502812" y="856260"/>
                    <a:pt x="5619420" y="885284"/>
                    <a:pt x="5748499" y="894167"/>
                  </a:cubicBezTo>
                  <a:cubicBezTo>
                    <a:pt x="5806741" y="898178"/>
                    <a:pt x="5867640" y="896313"/>
                    <a:pt x="5929470" y="888644"/>
                  </a:cubicBezTo>
                  <a:cubicBezTo>
                    <a:pt x="6114154" y="866058"/>
                    <a:pt x="6292574" y="794447"/>
                    <a:pt x="6450009" y="731261"/>
                  </a:cubicBezTo>
                  <a:cubicBezTo>
                    <a:pt x="6465102" y="725193"/>
                    <a:pt x="6480072" y="719194"/>
                    <a:pt x="6494900" y="713284"/>
                  </a:cubicBezTo>
                  <a:cubicBezTo>
                    <a:pt x="6703578" y="630151"/>
                    <a:pt x="6906695" y="524432"/>
                    <a:pt x="7103128" y="422196"/>
                  </a:cubicBezTo>
                  <a:cubicBezTo>
                    <a:pt x="7244152" y="348808"/>
                    <a:pt x="7389960" y="272905"/>
                    <a:pt x="7538248" y="205005"/>
                  </a:cubicBezTo>
                  <a:cubicBezTo>
                    <a:pt x="7568363" y="191214"/>
                    <a:pt x="7598901" y="176508"/>
                    <a:pt x="7631232" y="160923"/>
                  </a:cubicBezTo>
                  <a:cubicBezTo>
                    <a:pt x="7790356" y="84264"/>
                    <a:pt x="7970711" y="-2563"/>
                    <a:pt x="8153407" y="58"/>
                  </a:cubicBezTo>
                  <a:cubicBezTo>
                    <a:pt x="8222907" y="1078"/>
                    <a:pt x="8288485" y="11193"/>
                    <a:pt x="8351916" y="20973"/>
                  </a:cubicBezTo>
                  <a:cubicBezTo>
                    <a:pt x="8395435" y="27693"/>
                    <a:pt x="8436561" y="34025"/>
                    <a:pt x="8478462" y="37561"/>
                  </a:cubicBezTo>
                  <a:cubicBezTo>
                    <a:pt x="8648686" y="51915"/>
                    <a:pt x="9076681" y="125003"/>
                    <a:pt x="9478220" y="298763"/>
                  </a:cubicBezTo>
                  <a:cubicBezTo>
                    <a:pt x="9698576" y="394121"/>
                    <a:pt x="9878141" y="505698"/>
                    <a:pt x="10011899" y="630380"/>
                  </a:cubicBezTo>
                  <a:cubicBezTo>
                    <a:pt x="10172062" y="779670"/>
                    <a:pt x="10266628" y="948311"/>
                    <a:pt x="10293014" y="1131604"/>
                  </a:cubicBezTo>
                  <a:lnTo>
                    <a:pt x="10288035" y="1132326"/>
                  </a:lnTo>
                  <a:cubicBezTo>
                    <a:pt x="10227454" y="711349"/>
                    <a:pt x="9813144" y="449179"/>
                    <a:pt x="9476232" y="303371"/>
                  </a:cubicBezTo>
                  <a:cubicBezTo>
                    <a:pt x="9075292" y="129858"/>
                    <a:pt x="8647982" y="56893"/>
                    <a:pt x="8478040" y="42557"/>
                  </a:cubicBezTo>
                  <a:cubicBezTo>
                    <a:pt x="8435946" y="39003"/>
                    <a:pt x="8394748" y="32653"/>
                    <a:pt x="8351142" y="25934"/>
                  </a:cubicBezTo>
                  <a:cubicBezTo>
                    <a:pt x="8287886" y="16188"/>
                    <a:pt x="8222485" y="6091"/>
                    <a:pt x="8153337" y="5071"/>
                  </a:cubicBezTo>
                  <a:cubicBezTo>
                    <a:pt x="7971820" y="2433"/>
                    <a:pt x="7792044" y="89013"/>
                    <a:pt x="7633413" y="165444"/>
                  </a:cubicBezTo>
                  <a:cubicBezTo>
                    <a:pt x="7601064" y="181029"/>
                    <a:pt x="7570492" y="195753"/>
                    <a:pt x="7540342" y="209561"/>
                  </a:cubicBezTo>
                  <a:cubicBezTo>
                    <a:pt x="7392177" y="277408"/>
                    <a:pt x="7246421" y="353276"/>
                    <a:pt x="7105451" y="426628"/>
                  </a:cubicBezTo>
                  <a:cubicBezTo>
                    <a:pt x="6908912" y="528917"/>
                    <a:pt x="6705671" y="634689"/>
                    <a:pt x="6496765" y="717928"/>
                  </a:cubicBezTo>
                  <a:cubicBezTo>
                    <a:pt x="6481954" y="723838"/>
                    <a:pt x="6466985" y="729837"/>
                    <a:pt x="6451892" y="735888"/>
                  </a:cubicBezTo>
                  <a:cubicBezTo>
                    <a:pt x="6294175" y="799178"/>
                    <a:pt x="6115420" y="870913"/>
                    <a:pt x="5930104" y="893587"/>
                  </a:cubicBezTo>
                  <a:cubicBezTo>
                    <a:pt x="5867957" y="901291"/>
                    <a:pt x="5806741" y="903156"/>
                    <a:pt x="5748182" y="899128"/>
                  </a:cubicBezTo>
                  <a:cubicBezTo>
                    <a:pt x="5618681" y="890209"/>
                    <a:pt x="5501827" y="861132"/>
                    <a:pt x="5398746" y="835485"/>
                  </a:cubicBezTo>
                  <a:cubicBezTo>
                    <a:pt x="5200255" y="786109"/>
                    <a:pt x="5023171" y="724612"/>
                    <a:pt x="4876114" y="670978"/>
                  </a:cubicBezTo>
                  <a:cubicBezTo>
                    <a:pt x="4711643" y="610995"/>
                    <a:pt x="4544779" y="543060"/>
                    <a:pt x="4350966" y="457166"/>
                  </a:cubicBezTo>
                  <a:cubicBezTo>
                    <a:pt x="4274975" y="423497"/>
                    <a:pt x="4199354" y="388650"/>
                    <a:pt x="4126212" y="354947"/>
                  </a:cubicBezTo>
                  <a:cubicBezTo>
                    <a:pt x="4041654" y="315984"/>
                    <a:pt x="3954212" y="275684"/>
                    <a:pt x="3868018" y="238093"/>
                  </a:cubicBezTo>
                  <a:cubicBezTo>
                    <a:pt x="3733626" y="179464"/>
                    <a:pt x="3631267" y="143298"/>
                    <a:pt x="3536102" y="120817"/>
                  </a:cubicBezTo>
                  <a:cubicBezTo>
                    <a:pt x="3208865" y="43506"/>
                    <a:pt x="2963302" y="8484"/>
                    <a:pt x="2716559" y="8484"/>
                  </a:cubicBezTo>
                  <a:cubicBezTo>
                    <a:pt x="2361090" y="8484"/>
                    <a:pt x="2003052" y="81115"/>
                    <a:pt x="1393804" y="204706"/>
                  </a:cubicBezTo>
                  <a:cubicBezTo>
                    <a:pt x="1325148" y="218638"/>
                    <a:pt x="1254170" y="233027"/>
                    <a:pt x="1179252" y="248137"/>
                  </a:cubicBezTo>
                  <a:cubicBezTo>
                    <a:pt x="982660" y="287751"/>
                    <a:pt x="804714" y="363777"/>
                    <a:pt x="635247" y="480526"/>
                  </a:cubicBezTo>
                  <a:cubicBezTo>
                    <a:pt x="325126" y="694233"/>
                    <a:pt x="153442" y="932884"/>
                    <a:pt x="4187" y="1159010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任意多边形: 形状 1387"/>
            <p:cNvSpPr/>
            <p:nvPr>
              <p:custDataLst>
                <p:tags r:id="rId8"/>
              </p:custDataLst>
            </p:nvPr>
          </p:nvSpPr>
          <p:spPr>
            <a:xfrm>
              <a:off x="1819529" y="3433015"/>
              <a:ext cx="10371889" cy="1213284"/>
            </a:xfrm>
            <a:custGeom>
              <a:avLst/>
              <a:gdLst>
                <a:gd name="connsiteX0" fmla="*/ 3800 w 10371889"/>
                <a:gd name="connsiteY0" fmla="*/ 1213284 h 1213284"/>
                <a:gd name="connsiteX1" fmla="*/ 0 w 10371889"/>
                <a:gd name="connsiteY1" fmla="*/ 1210100 h 1213284"/>
                <a:gd name="connsiteX2" fmla="*/ 280288 w 10371889"/>
                <a:gd name="connsiteY2" fmla="*/ 911184 h 1213284"/>
                <a:gd name="connsiteX3" fmla="*/ 685574 w 10371889"/>
                <a:gd name="connsiteY3" fmla="*/ 605285 h 1213284"/>
                <a:gd name="connsiteX4" fmla="*/ 1254838 w 10371889"/>
                <a:gd name="connsiteY4" fmla="*/ 378596 h 1213284"/>
                <a:gd name="connsiteX5" fmla="*/ 2103705 w 10371889"/>
                <a:gd name="connsiteY5" fmla="*/ 190746 h 1213284"/>
                <a:gd name="connsiteX6" fmla="*/ 3631373 w 10371889"/>
                <a:gd name="connsiteY6" fmla="*/ 109249 h 1213284"/>
                <a:gd name="connsiteX7" fmla="*/ 3973984 w 10371889"/>
                <a:gd name="connsiteY7" fmla="*/ 232946 h 1213284"/>
                <a:gd name="connsiteX8" fmla="*/ 4297069 w 10371889"/>
                <a:gd name="connsiteY8" fmla="*/ 394287 h 1213284"/>
                <a:gd name="connsiteX9" fmla="*/ 4460626 w 10371889"/>
                <a:gd name="connsiteY9" fmla="*/ 477842 h 1213284"/>
                <a:gd name="connsiteX10" fmla="*/ 4984401 w 10371889"/>
                <a:gd name="connsiteY10" fmla="*/ 724795 h 1213284"/>
                <a:gd name="connsiteX11" fmla="*/ 5506841 w 10371889"/>
                <a:gd name="connsiteY11" fmla="*/ 922372 h 1213284"/>
                <a:gd name="connsiteX12" fmla="*/ 5861448 w 10371889"/>
                <a:gd name="connsiteY12" fmla="*/ 1002163 h 1213284"/>
                <a:gd name="connsiteX13" fmla="*/ 6048330 w 10371889"/>
                <a:gd name="connsiteY13" fmla="*/ 996797 h 1213284"/>
                <a:gd name="connsiteX14" fmla="*/ 6564876 w 10371889"/>
                <a:gd name="connsiteY14" fmla="*/ 819995 h 1213284"/>
                <a:gd name="connsiteX15" fmla="*/ 6621376 w 10371889"/>
                <a:gd name="connsiteY15" fmla="*/ 794330 h 1213284"/>
                <a:gd name="connsiteX16" fmla="*/ 7214336 w 10371889"/>
                <a:gd name="connsiteY16" fmla="*/ 475502 h 1213284"/>
                <a:gd name="connsiteX17" fmla="*/ 7665480 w 10371889"/>
                <a:gd name="connsiteY17" fmla="*/ 224116 h 1213284"/>
                <a:gd name="connsiteX18" fmla="*/ 7758341 w 10371889"/>
                <a:gd name="connsiteY18" fmla="*/ 175196 h 1213284"/>
                <a:gd name="connsiteX19" fmla="*/ 8292337 w 10371889"/>
                <a:gd name="connsiteY19" fmla="*/ 839 h 1213284"/>
                <a:gd name="connsiteX20" fmla="*/ 8490547 w 10371889"/>
                <a:gd name="connsiteY20" fmla="*/ 34068 h 1213284"/>
                <a:gd name="connsiteX21" fmla="*/ 8619661 w 10371889"/>
                <a:gd name="connsiteY21" fmla="*/ 59521 h 1213284"/>
                <a:gd name="connsiteX22" fmla="*/ 9584062 w 10371889"/>
                <a:gd name="connsiteY22" fmla="*/ 329465 h 1213284"/>
                <a:gd name="connsiteX23" fmla="*/ 10099113 w 10371889"/>
                <a:gd name="connsiteY23" fmla="*/ 654327 h 1213284"/>
                <a:gd name="connsiteX24" fmla="*/ 10371890 w 10371889"/>
                <a:gd name="connsiteY24" fmla="*/ 1142394 h 1213284"/>
                <a:gd name="connsiteX25" fmla="*/ 10366982 w 10371889"/>
                <a:gd name="connsiteY25" fmla="*/ 1143115 h 1213284"/>
                <a:gd name="connsiteX26" fmla="*/ 9582057 w 10371889"/>
                <a:gd name="connsiteY26" fmla="*/ 334004 h 1213284"/>
                <a:gd name="connsiteX27" fmla="*/ 8618993 w 10371889"/>
                <a:gd name="connsiteY27" fmla="*/ 64446 h 1213284"/>
                <a:gd name="connsiteX28" fmla="*/ 8489439 w 10371889"/>
                <a:gd name="connsiteY28" fmla="*/ 38923 h 1213284"/>
                <a:gd name="connsiteX29" fmla="*/ 8292056 w 10371889"/>
                <a:gd name="connsiteY29" fmla="*/ 5817 h 1213284"/>
                <a:gd name="connsiteX30" fmla="*/ 7760699 w 10371889"/>
                <a:gd name="connsiteY30" fmla="*/ 179594 h 1213284"/>
                <a:gd name="connsiteX31" fmla="*/ 7667732 w 10371889"/>
                <a:gd name="connsiteY31" fmla="*/ 228566 h 1213284"/>
                <a:gd name="connsiteX32" fmla="*/ 7216851 w 10371889"/>
                <a:gd name="connsiteY32" fmla="*/ 479812 h 1213284"/>
                <a:gd name="connsiteX33" fmla="*/ 6623417 w 10371889"/>
                <a:gd name="connsiteY33" fmla="*/ 798886 h 1213284"/>
                <a:gd name="connsiteX34" fmla="*/ 6566934 w 10371889"/>
                <a:gd name="connsiteY34" fmla="*/ 824551 h 1213284"/>
                <a:gd name="connsiteX35" fmla="*/ 6048999 w 10371889"/>
                <a:gd name="connsiteY35" fmla="*/ 1001758 h 1213284"/>
                <a:gd name="connsiteX36" fmla="*/ 5860990 w 10371889"/>
                <a:gd name="connsiteY36" fmla="*/ 1007159 h 1213284"/>
                <a:gd name="connsiteX37" fmla="*/ 5505381 w 10371889"/>
                <a:gd name="connsiteY37" fmla="*/ 927174 h 1213284"/>
                <a:gd name="connsiteX38" fmla="*/ 4982414 w 10371889"/>
                <a:gd name="connsiteY38" fmla="*/ 729404 h 1213284"/>
                <a:gd name="connsiteX39" fmla="*/ 4458374 w 10371889"/>
                <a:gd name="connsiteY39" fmla="*/ 482327 h 1213284"/>
                <a:gd name="connsiteX40" fmla="*/ 4294782 w 10371889"/>
                <a:gd name="connsiteY40" fmla="*/ 398754 h 1213284"/>
                <a:gd name="connsiteX41" fmla="*/ 3971855 w 10371889"/>
                <a:gd name="connsiteY41" fmla="*/ 237502 h 1213284"/>
                <a:gd name="connsiteX42" fmla="*/ 3630317 w 10371889"/>
                <a:gd name="connsiteY42" fmla="*/ 114157 h 1213284"/>
                <a:gd name="connsiteX43" fmla="*/ 2104831 w 10371889"/>
                <a:gd name="connsiteY43" fmla="*/ 195637 h 1213284"/>
                <a:gd name="connsiteX44" fmla="*/ 1255788 w 10371889"/>
                <a:gd name="connsiteY44" fmla="*/ 383539 h 1213284"/>
                <a:gd name="connsiteX45" fmla="*/ 688177 w 10371889"/>
                <a:gd name="connsiteY45" fmla="*/ 609577 h 1213284"/>
                <a:gd name="connsiteX46" fmla="*/ 3800 w 10371889"/>
                <a:gd name="connsiteY46" fmla="*/ 1213284 h 1213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10371889" h="1213284">
                  <a:moveTo>
                    <a:pt x="3800" y="1213284"/>
                  </a:moveTo>
                  <a:lnTo>
                    <a:pt x="0" y="1210100"/>
                  </a:lnTo>
                  <a:cubicBezTo>
                    <a:pt x="73335" y="1122499"/>
                    <a:pt x="163997" y="1018487"/>
                    <a:pt x="280288" y="911184"/>
                  </a:cubicBezTo>
                  <a:cubicBezTo>
                    <a:pt x="401680" y="799185"/>
                    <a:pt x="534242" y="699130"/>
                    <a:pt x="685574" y="605285"/>
                  </a:cubicBezTo>
                  <a:cubicBezTo>
                    <a:pt x="867301" y="492600"/>
                    <a:pt x="1053497" y="418456"/>
                    <a:pt x="1254838" y="378596"/>
                  </a:cubicBezTo>
                  <a:cubicBezTo>
                    <a:pt x="1604890" y="309289"/>
                    <a:pt x="1881466" y="243553"/>
                    <a:pt x="2103705" y="190746"/>
                  </a:cubicBezTo>
                  <a:cubicBezTo>
                    <a:pt x="2724141" y="43285"/>
                    <a:pt x="3007313" y="-24034"/>
                    <a:pt x="3631373" y="109249"/>
                  </a:cubicBezTo>
                  <a:cubicBezTo>
                    <a:pt x="3730143" y="130340"/>
                    <a:pt x="3839011" y="169655"/>
                    <a:pt x="3973984" y="232946"/>
                  </a:cubicBezTo>
                  <a:cubicBezTo>
                    <a:pt x="4082798" y="283976"/>
                    <a:pt x="4191719" y="340055"/>
                    <a:pt x="4297069" y="394287"/>
                  </a:cubicBezTo>
                  <a:cubicBezTo>
                    <a:pt x="4350456" y="421763"/>
                    <a:pt x="4405673" y="450189"/>
                    <a:pt x="4460626" y="477842"/>
                  </a:cubicBezTo>
                  <a:cubicBezTo>
                    <a:pt x="4664412" y="580377"/>
                    <a:pt x="4825946" y="656544"/>
                    <a:pt x="4984401" y="724795"/>
                  </a:cubicBezTo>
                  <a:cubicBezTo>
                    <a:pt x="5142593" y="792941"/>
                    <a:pt x="5315385" y="864024"/>
                    <a:pt x="5506841" y="922372"/>
                  </a:cubicBezTo>
                  <a:cubicBezTo>
                    <a:pt x="5611557" y="954281"/>
                    <a:pt x="5730241" y="990448"/>
                    <a:pt x="5861448" y="1002163"/>
                  </a:cubicBezTo>
                  <a:cubicBezTo>
                    <a:pt x="5921678" y="1007545"/>
                    <a:pt x="5984547" y="1005734"/>
                    <a:pt x="6048330" y="996797"/>
                  </a:cubicBezTo>
                  <a:cubicBezTo>
                    <a:pt x="6233330" y="971238"/>
                    <a:pt x="6409481" y="890885"/>
                    <a:pt x="6564876" y="819995"/>
                  </a:cubicBezTo>
                  <a:cubicBezTo>
                    <a:pt x="6584384" y="811094"/>
                    <a:pt x="6602819" y="802686"/>
                    <a:pt x="6621376" y="794330"/>
                  </a:cubicBezTo>
                  <a:cubicBezTo>
                    <a:pt x="6825972" y="702174"/>
                    <a:pt x="7023409" y="586938"/>
                    <a:pt x="7214336" y="475502"/>
                  </a:cubicBezTo>
                  <a:cubicBezTo>
                    <a:pt x="7360091" y="390434"/>
                    <a:pt x="7510807" y="302464"/>
                    <a:pt x="7665480" y="224116"/>
                  </a:cubicBezTo>
                  <a:cubicBezTo>
                    <a:pt x="7695332" y="208988"/>
                    <a:pt x="7725939" y="192576"/>
                    <a:pt x="7758341" y="175196"/>
                  </a:cubicBezTo>
                  <a:cubicBezTo>
                    <a:pt x="7920244" y="88352"/>
                    <a:pt x="8103766" y="-10120"/>
                    <a:pt x="8292337" y="839"/>
                  </a:cubicBezTo>
                  <a:cubicBezTo>
                    <a:pt x="8362576" y="4902"/>
                    <a:pt x="8427625" y="19731"/>
                    <a:pt x="8490547" y="34068"/>
                  </a:cubicBezTo>
                  <a:cubicBezTo>
                    <a:pt x="8534928" y="44182"/>
                    <a:pt x="8576846" y="53734"/>
                    <a:pt x="8619661" y="59521"/>
                  </a:cubicBezTo>
                  <a:cubicBezTo>
                    <a:pt x="8704975" y="71060"/>
                    <a:pt x="9152373" y="138256"/>
                    <a:pt x="9584062" y="329465"/>
                  </a:cubicBezTo>
                  <a:cubicBezTo>
                    <a:pt x="9796943" y="423751"/>
                    <a:pt x="9970228" y="533058"/>
                    <a:pt x="10099113" y="654327"/>
                  </a:cubicBezTo>
                  <a:cubicBezTo>
                    <a:pt x="10253892" y="799960"/>
                    <a:pt x="10345662" y="964185"/>
                    <a:pt x="10371890" y="1142394"/>
                  </a:cubicBezTo>
                  <a:lnTo>
                    <a:pt x="10366982" y="1143115"/>
                  </a:lnTo>
                  <a:cubicBezTo>
                    <a:pt x="10318784" y="815562"/>
                    <a:pt x="10054697" y="543349"/>
                    <a:pt x="9582057" y="334004"/>
                  </a:cubicBezTo>
                  <a:cubicBezTo>
                    <a:pt x="9150984" y="143076"/>
                    <a:pt x="8704184" y="75968"/>
                    <a:pt x="8618993" y="64446"/>
                  </a:cubicBezTo>
                  <a:cubicBezTo>
                    <a:pt x="8575966" y="58624"/>
                    <a:pt x="8533942" y="49055"/>
                    <a:pt x="8489439" y="38923"/>
                  </a:cubicBezTo>
                  <a:cubicBezTo>
                    <a:pt x="8426729" y="24639"/>
                    <a:pt x="8361872" y="9863"/>
                    <a:pt x="8292056" y="5817"/>
                  </a:cubicBezTo>
                  <a:cubicBezTo>
                    <a:pt x="8104892" y="-5019"/>
                    <a:pt x="7922021" y="93049"/>
                    <a:pt x="7760699" y="179594"/>
                  </a:cubicBezTo>
                  <a:cubicBezTo>
                    <a:pt x="7728261" y="196991"/>
                    <a:pt x="7697636" y="213421"/>
                    <a:pt x="7667732" y="228566"/>
                  </a:cubicBezTo>
                  <a:cubicBezTo>
                    <a:pt x="7513199" y="306844"/>
                    <a:pt x="7362537" y="394779"/>
                    <a:pt x="7216851" y="479812"/>
                  </a:cubicBezTo>
                  <a:cubicBezTo>
                    <a:pt x="7025801" y="591318"/>
                    <a:pt x="6828259" y="706606"/>
                    <a:pt x="6623417" y="798886"/>
                  </a:cubicBezTo>
                  <a:cubicBezTo>
                    <a:pt x="6604860" y="807242"/>
                    <a:pt x="6586442" y="815650"/>
                    <a:pt x="6566934" y="824551"/>
                  </a:cubicBezTo>
                  <a:cubicBezTo>
                    <a:pt x="6411223" y="895582"/>
                    <a:pt x="6234720" y="976111"/>
                    <a:pt x="6048999" y="1001758"/>
                  </a:cubicBezTo>
                  <a:cubicBezTo>
                    <a:pt x="5984846" y="1010747"/>
                    <a:pt x="5921590" y="1012559"/>
                    <a:pt x="5860990" y="1007159"/>
                  </a:cubicBezTo>
                  <a:cubicBezTo>
                    <a:pt x="5729273" y="995408"/>
                    <a:pt x="5610325" y="959154"/>
                    <a:pt x="5505381" y="927174"/>
                  </a:cubicBezTo>
                  <a:cubicBezTo>
                    <a:pt x="5313679" y="868756"/>
                    <a:pt x="5140746" y="797602"/>
                    <a:pt x="4982414" y="729404"/>
                  </a:cubicBezTo>
                  <a:cubicBezTo>
                    <a:pt x="4823870" y="661117"/>
                    <a:pt x="4662249" y="584915"/>
                    <a:pt x="4458374" y="482327"/>
                  </a:cubicBezTo>
                  <a:cubicBezTo>
                    <a:pt x="4403404" y="454657"/>
                    <a:pt x="4348169" y="426231"/>
                    <a:pt x="4294782" y="398754"/>
                  </a:cubicBezTo>
                  <a:cubicBezTo>
                    <a:pt x="4189485" y="344541"/>
                    <a:pt x="4080582" y="288497"/>
                    <a:pt x="3971855" y="237502"/>
                  </a:cubicBezTo>
                  <a:cubicBezTo>
                    <a:pt x="3837235" y="174370"/>
                    <a:pt x="3728701" y="135178"/>
                    <a:pt x="3630317" y="114157"/>
                  </a:cubicBezTo>
                  <a:cubicBezTo>
                    <a:pt x="3007348" y="-18880"/>
                    <a:pt x="2724528" y="48333"/>
                    <a:pt x="2104831" y="195637"/>
                  </a:cubicBezTo>
                  <a:cubicBezTo>
                    <a:pt x="1882557" y="248461"/>
                    <a:pt x="1605928" y="314214"/>
                    <a:pt x="1255788" y="383539"/>
                  </a:cubicBezTo>
                  <a:cubicBezTo>
                    <a:pt x="1055063" y="423276"/>
                    <a:pt x="869395" y="497209"/>
                    <a:pt x="688177" y="609577"/>
                  </a:cubicBezTo>
                  <a:cubicBezTo>
                    <a:pt x="344898" y="822370"/>
                    <a:pt x="154920" y="1032770"/>
                    <a:pt x="3800" y="1213284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任意多边形: 形状 1388"/>
            <p:cNvSpPr/>
            <p:nvPr>
              <p:custDataLst>
                <p:tags r:id="rId9"/>
              </p:custDataLst>
            </p:nvPr>
          </p:nvSpPr>
          <p:spPr>
            <a:xfrm>
              <a:off x="1740618" y="3371535"/>
              <a:ext cx="10450800" cy="1268185"/>
            </a:xfrm>
            <a:custGeom>
              <a:avLst/>
              <a:gdLst>
                <a:gd name="connsiteX0" fmla="*/ 3342 w 10450800"/>
                <a:gd name="connsiteY0" fmla="*/ 1268186 h 1268185"/>
                <a:gd name="connsiteX1" fmla="*/ 0 w 10450800"/>
                <a:gd name="connsiteY1" fmla="*/ 1264597 h 1268185"/>
                <a:gd name="connsiteX2" fmla="*/ 738732 w 10450800"/>
                <a:gd name="connsiteY2" fmla="*/ 734770 h 1268185"/>
                <a:gd name="connsiteX3" fmla="*/ 1331393 w 10450800"/>
                <a:gd name="connsiteY3" fmla="*/ 514554 h 1268185"/>
                <a:gd name="connsiteX4" fmla="*/ 2479791 w 10450800"/>
                <a:gd name="connsiteY4" fmla="*/ 220669 h 1268185"/>
                <a:gd name="connsiteX5" fmla="*/ 3073981 w 10450800"/>
                <a:gd name="connsiteY5" fmla="*/ 71202 h 1268185"/>
                <a:gd name="connsiteX6" fmla="*/ 3725464 w 10450800"/>
                <a:gd name="connsiteY6" fmla="*/ 103129 h 1268185"/>
                <a:gd name="connsiteX7" fmla="*/ 4077926 w 10450800"/>
                <a:gd name="connsiteY7" fmla="*/ 232983 h 1268185"/>
                <a:gd name="connsiteX8" fmla="*/ 4448084 w 10450800"/>
                <a:gd name="connsiteY8" fmla="*/ 435414 h 1268185"/>
                <a:gd name="connsiteX9" fmla="*/ 4568227 w 10450800"/>
                <a:gd name="connsiteY9" fmla="*/ 503683 h 1268185"/>
                <a:gd name="connsiteX10" fmla="*/ 5090947 w 10450800"/>
                <a:gd name="connsiteY10" fmla="*/ 783918 h 1268185"/>
                <a:gd name="connsiteX11" fmla="*/ 5613721 w 10450800"/>
                <a:gd name="connsiteY11" fmla="*/ 1014741 h 1268185"/>
                <a:gd name="connsiteX12" fmla="*/ 5974379 w 10450800"/>
                <a:gd name="connsiteY12" fmla="*/ 1110821 h 1268185"/>
                <a:gd name="connsiteX13" fmla="*/ 6167171 w 10450800"/>
                <a:gd name="connsiteY13" fmla="*/ 1105597 h 1268185"/>
                <a:gd name="connsiteX14" fmla="*/ 6684861 w 10450800"/>
                <a:gd name="connsiteY14" fmla="*/ 908002 h 1268185"/>
                <a:gd name="connsiteX15" fmla="*/ 6747870 w 10450800"/>
                <a:gd name="connsiteY15" fmla="*/ 875970 h 1268185"/>
                <a:gd name="connsiteX16" fmla="*/ 7329308 w 10450800"/>
                <a:gd name="connsiteY16" fmla="*/ 528961 h 1268185"/>
                <a:gd name="connsiteX17" fmla="*/ 7792748 w 10450800"/>
                <a:gd name="connsiteY17" fmla="*/ 243801 h 1268185"/>
                <a:gd name="connsiteX18" fmla="*/ 7884342 w 10450800"/>
                <a:gd name="connsiteY18" fmla="*/ 190748 h 1268185"/>
                <a:gd name="connsiteX19" fmla="*/ 8144928 w 10450800"/>
                <a:gd name="connsiteY19" fmla="*/ 53629 h 1268185"/>
                <a:gd name="connsiteX20" fmla="*/ 8431302 w 10450800"/>
                <a:gd name="connsiteY20" fmla="*/ 2177 h 1268185"/>
                <a:gd name="connsiteX21" fmla="*/ 8630954 w 10450800"/>
                <a:gd name="connsiteY21" fmla="*/ 47825 h 1268185"/>
                <a:gd name="connsiteX22" fmla="*/ 8760896 w 10450800"/>
                <a:gd name="connsiteY22" fmla="*/ 82021 h 1268185"/>
                <a:gd name="connsiteX23" fmla="*/ 9151406 w 10450800"/>
                <a:gd name="connsiteY23" fmla="*/ 170677 h 1268185"/>
                <a:gd name="connsiteX24" fmla="*/ 9689799 w 10450800"/>
                <a:gd name="connsiteY24" fmla="*/ 360321 h 1268185"/>
                <a:gd name="connsiteX25" fmla="*/ 10186310 w 10450800"/>
                <a:gd name="connsiteY25" fmla="*/ 678639 h 1268185"/>
                <a:gd name="connsiteX26" fmla="*/ 10450801 w 10450800"/>
                <a:gd name="connsiteY26" fmla="*/ 1153689 h 1268185"/>
                <a:gd name="connsiteX27" fmla="*/ 10445963 w 10450800"/>
                <a:gd name="connsiteY27" fmla="*/ 1154410 h 1268185"/>
                <a:gd name="connsiteX28" fmla="*/ 9687776 w 10450800"/>
                <a:gd name="connsiteY28" fmla="*/ 364771 h 1268185"/>
                <a:gd name="connsiteX29" fmla="*/ 8759999 w 10450800"/>
                <a:gd name="connsiteY29" fmla="*/ 86823 h 1268185"/>
                <a:gd name="connsiteX30" fmla="*/ 8629547 w 10450800"/>
                <a:gd name="connsiteY30" fmla="*/ 52486 h 1268185"/>
                <a:gd name="connsiteX31" fmla="*/ 8430827 w 10450800"/>
                <a:gd name="connsiteY31" fmla="*/ 7014 h 1268185"/>
                <a:gd name="connsiteX32" fmla="*/ 7886858 w 10450800"/>
                <a:gd name="connsiteY32" fmla="*/ 194934 h 1268185"/>
                <a:gd name="connsiteX33" fmla="*/ 7795158 w 10450800"/>
                <a:gd name="connsiteY33" fmla="*/ 248058 h 1268185"/>
                <a:gd name="connsiteX34" fmla="*/ 7332017 w 10450800"/>
                <a:gd name="connsiteY34" fmla="*/ 533042 h 1268185"/>
                <a:gd name="connsiteX35" fmla="*/ 6750104 w 10450800"/>
                <a:gd name="connsiteY35" fmla="*/ 880314 h 1268185"/>
                <a:gd name="connsiteX36" fmla="*/ 6687130 w 10450800"/>
                <a:gd name="connsiteY36" fmla="*/ 912329 h 1268185"/>
                <a:gd name="connsiteX37" fmla="*/ 6167945 w 10450800"/>
                <a:gd name="connsiteY37" fmla="*/ 1110399 h 1268185"/>
                <a:gd name="connsiteX38" fmla="*/ 5973869 w 10450800"/>
                <a:gd name="connsiteY38" fmla="*/ 1115641 h 1268185"/>
                <a:gd name="connsiteX39" fmla="*/ 5612084 w 10450800"/>
                <a:gd name="connsiteY39" fmla="*/ 1019297 h 1268185"/>
                <a:gd name="connsiteX40" fmla="*/ 5088801 w 10450800"/>
                <a:gd name="connsiteY40" fmla="*/ 788245 h 1268185"/>
                <a:gd name="connsiteX41" fmla="*/ 4565870 w 10450800"/>
                <a:gd name="connsiteY41" fmla="*/ 507905 h 1268185"/>
                <a:gd name="connsiteX42" fmla="*/ 4445692 w 10450800"/>
                <a:gd name="connsiteY42" fmla="*/ 439619 h 1268185"/>
                <a:gd name="connsiteX43" fmla="*/ 4075780 w 10450800"/>
                <a:gd name="connsiteY43" fmla="*/ 237310 h 1268185"/>
                <a:gd name="connsiteX44" fmla="*/ 3724585 w 10450800"/>
                <a:gd name="connsiteY44" fmla="*/ 107896 h 1268185"/>
                <a:gd name="connsiteX45" fmla="*/ 2481268 w 10450800"/>
                <a:gd name="connsiteY45" fmla="*/ 225313 h 1268185"/>
                <a:gd name="connsiteX46" fmla="*/ 1332377 w 10450800"/>
                <a:gd name="connsiteY46" fmla="*/ 519339 h 1268185"/>
                <a:gd name="connsiteX47" fmla="*/ 741160 w 10450800"/>
                <a:gd name="connsiteY47" fmla="*/ 739027 h 1268185"/>
                <a:gd name="connsiteX48" fmla="*/ 3342 w 10450800"/>
                <a:gd name="connsiteY48" fmla="*/ 1268186 h 1268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10450800" h="1268185">
                  <a:moveTo>
                    <a:pt x="3342" y="1268186"/>
                  </a:moveTo>
                  <a:lnTo>
                    <a:pt x="0" y="1264597"/>
                  </a:lnTo>
                  <a:cubicBezTo>
                    <a:pt x="155923" y="1119669"/>
                    <a:pt x="365619" y="943394"/>
                    <a:pt x="738732" y="734770"/>
                  </a:cubicBezTo>
                  <a:cubicBezTo>
                    <a:pt x="932281" y="626553"/>
                    <a:pt x="1126146" y="554520"/>
                    <a:pt x="1331393" y="514554"/>
                  </a:cubicBezTo>
                  <a:cubicBezTo>
                    <a:pt x="1855942" y="412406"/>
                    <a:pt x="2201843" y="306089"/>
                    <a:pt x="2479791" y="220669"/>
                  </a:cubicBezTo>
                  <a:cubicBezTo>
                    <a:pt x="2706673" y="150923"/>
                    <a:pt x="2885886" y="95847"/>
                    <a:pt x="3073981" y="71202"/>
                  </a:cubicBezTo>
                  <a:cubicBezTo>
                    <a:pt x="3273352" y="45080"/>
                    <a:pt x="3474289" y="54914"/>
                    <a:pt x="3725464" y="103129"/>
                  </a:cubicBezTo>
                  <a:cubicBezTo>
                    <a:pt x="3828439" y="122901"/>
                    <a:pt x="3940438" y="164151"/>
                    <a:pt x="4077926" y="232983"/>
                  </a:cubicBezTo>
                  <a:cubicBezTo>
                    <a:pt x="4203892" y="296045"/>
                    <a:pt x="4328028" y="366899"/>
                    <a:pt x="4448084" y="435414"/>
                  </a:cubicBezTo>
                  <a:cubicBezTo>
                    <a:pt x="4487381" y="457842"/>
                    <a:pt x="4528015" y="481044"/>
                    <a:pt x="4568227" y="503683"/>
                  </a:cubicBezTo>
                  <a:cubicBezTo>
                    <a:pt x="4728529" y="593958"/>
                    <a:pt x="4902817" y="690389"/>
                    <a:pt x="5090947" y="783918"/>
                  </a:cubicBezTo>
                  <a:cubicBezTo>
                    <a:pt x="5241346" y="858678"/>
                    <a:pt x="5418166" y="944344"/>
                    <a:pt x="5613721" y="1014741"/>
                  </a:cubicBezTo>
                  <a:cubicBezTo>
                    <a:pt x="5719880" y="1052965"/>
                    <a:pt x="5840199" y="1096273"/>
                    <a:pt x="5974379" y="1110821"/>
                  </a:cubicBezTo>
                  <a:cubicBezTo>
                    <a:pt x="6036597" y="1117558"/>
                    <a:pt x="6101453" y="1115816"/>
                    <a:pt x="6167171" y="1105597"/>
                  </a:cubicBezTo>
                  <a:cubicBezTo>
                    <a:pt x="6354335" y="1076941"/>
                    <a:pt x="6529941" y="987195"/>
                    <a:pt x="6684861" y="908002"/>
                  </a:cubicBezTo>
                  <a:cubicBezTo>
                    <a:pt x="6706674" y="896850"/>
                    <a:pt x="6727272" y="886330"/>
                    <a:pt x="6747870" y="875970"/>
                  </a:cubicBezTo>
                  <a:cubicBezTo>
                    <a:pt x="6949616" y="774578"/>
                    <a:pt x="7142654" y="649720"/>
                    <a:pt x="7329308" y="528961"/>
                  </a:cubicBezTo>
                  <a:cubicBezTo>
                    <a:pt x="7478564" y="432407"/>
                    <a:pt x="7632903" y="332563"/>
                    <a:pt x="7792748" y="243801"/>
                  </a:cubicBezTo>
                  <a:cubicBezTo>
                    <a:pt x="7821984" y="227565"/>
                    <a:pt x="7852274" y="209675"/>
                    <a:pt x="7884342" y="190748"/>
                  </a:cubicBezTo>
                  <a:cubicBezTo>
                    <a:pt x="7963288" y="144133"/>
                    <a:pt x="8052771" y="91291"/>
                    <a:pt x="8144928" y="53629"/>
                  </a:cubicBezTo>
                  <a:cubicBezTo>
                    <a:pt x="8250718" y="10409"/>
                    <a:pt x="8344388" y="-6425"/>
                    <a:pt x="8431302" y="2177"/>
                  </a:cubicBezTo>
                  <a:cubicBezTo>
                    <a:pt x="8502948" y="9266"/>
                    <a:pt x="8568016" y="28862"/>
                    <a:pt x="8630954" y="47825"/>
                  </a:cubicBezTo>
                  <a:cubicBezTo>
                    <a:pt x="8675564" y="61264"/>
                    <a:pt x="8717711" y="73964"/>
                    <a:pt x="8760896" y="82021"/>
                  </a:cubicBezTo>
                  <a:cubicBezTo>
                    <a:pt x="8898612" y="107755"/>
                    <a:pt x="9026355" y="136762"/>
                    <a:pt x="9151406" y="170677"/>
                  </a:cubicBezTo>
                  <a:cubicBezTo>
                    <a:pt x="9350407" y="224662"/>
                    <a:pt x="9531554" y="288463"/>
                    <a:pt x="9689799" y="360321"/>
                  </a:cubicBezTo>
                  <a:cubicBezTo>
                    <a:pt x="9895222" y="453603"/>
                    <a:pt x="10062261" y="560694"/>
                    <a:pt x="10186310" y="678639"/>
                  </a:cubicBezTo>
                  <a:cubicBezTo>
                    <a:pt x="10335741" y="820718"/>
                    <a:pt x="10424732" y="980545"/>
                    <a:pt x="10450801" y="1153689"/>
                  </a:cubicBezTo>
                  <a:lnTo>
                    <a:pt x="10445963" y="1154410"/>
                  </a:lnTo>
                  <a:cubicBezTo>
                    <a:pt x="10398205" y="837218"/>
                    <a:pt x="10143124" y="571548"/>
                    <a:pt x="9687776" y="364771"/>
                  </a:cubicBezTo>
                  <a:cubicBezTo>
                    <a:pt x="9509267" y="283714"/>
                    <a:pt x="9203385" y="169674"/>
                    <a:pt x="8759999" y="86823"/>
                  </a:cubicBezTo>
                  <a:cubicBezTo>
                    <a:pt x="8716550" y="78696"/>
                    <a:pt x="8674297" y="65978"/>
                    <a:pt x="8629547" y="52486"/>
                  </a:cubicBezTo>
                  <a:cubicBezTo>
                    <a:pt x="8566837" y="33594"/>
                    <a:pt x="8501998" y="14051"/>
                    <a:pt x="8430827" y="7014"/>
                  </a:cubicBezTo>
                  <a:cubicBezTo>
                    <a:pt x="8237490" y="-12106"/>
                    <a:pt x="8051205" y="97887"/>
                    <a:pt x="7886858" y="194934"/>
                  </a:cubicBezTo>
                  <a:cubicBezTo>
                    <a:pt x="7854772" y="213879"/>
                    <a:pt x="7824446" y="231786"/>
                    <a:pt x="7795158" y="248058"/>
                  </a:cubicBezTo>
                  <a:cubicBezTo>
                    <a:pt x="7635471" y="336732"/>
                    <a:pt x="7481203" y="436540"/>
                    <a:pt x="7332017" y="533042"/>
                  </a:cubicBezTo>
                  <a:cubicBezTo>
                    <a:pt x="7145240" y="653871"/>
                    <a:pt x="6952097" y="778817"/>
                    <a:pt x="6750104" y="880314"/>
                  </a:cubicBezTo>
                  <a:cubicBezTo>
                    <a:pt x="6729523" y="890658"/>
                    <a:pt x="6708925" y="901177"/>
                    <a:pt x="6687130" y="912329"/>
                  </a:cubicBezTo>
                  <a:cubicBezTo>
                    <a:pt x="6531876" y="991680"/>
                    <a:pt x="6355900" y="1081620"/>
                    <a:pt x="6167945" y="1110399"/>
                  </a:cubicBezTo>
                  <a:cubicBezTo>
                    <a:pt x="6101805" y="1120671"/>
                    <a:pt x="6036527" y="1122430"/>
                    <a:pt x="5973869" y="1115641"/>
                  </a:cubicBezTo>
                  <a:cubicBezTo>
                    <a:pt x="5839108" y="1101023"/>
                    <a:pt x="5718507" y="1057610"/>
                    <a:pt x="5612084" y="1019297"/>
                  </a:cubicBezTo>
                  <a:cubicBezTo>
                    <a:pt x="5416285" y="948812"/>
                    <a:pt x="5239306" y="863076"/>
                    <a:pt x="5088801" y="788245"/>
                  </a:cubicBezTo>
                  <a:cubicBezTo>
                    <a:pt x="4900565" y="694664"/>
                    <a:pt x="4726225" y="598197"/>
                    <a:pt x="4565870" y="507905"/>
                  </a:cubicBezTo>
                  <a:cubicBezTo>
                    <a:pt x="4525640" y="485248"/>
                    <a:pt x="4485006" y="462047"/>
                    <a:pt x="4445692" y="439619"/>
                  </a:cubicBezTo>
                  <a:cubicBezTo>
                    <a:pt x="4325706" y="371139"/>
                    <a:pt x="4201623" y="300319"/>
                    <a:pt x="4075780" y="237310"/>
                  </a:cubicBezTo>
                  <a:cubicBezTo>
                    <a:pt x="3938714" y="168689"/>
                    <a:pt x="3827120" y="127562"/>
                    <a:pt x="3724585" y="107896"/>
                  </a:cubicBezTo>
                  <a:cubicBezTo>
                    <a:pt x="3194336" y="6135"/>
                    <a:pt x="2941067" y="83973"/>
                    <a:pt x="2481268" y="225313"/>
                  </a:cubicBezTo>
                  <a:cubicBezTo>
                    <a:pt x="2203215" y="310786"/>
                    <a:pt x="1857191" y="417138"/>
                    <a:pt x="1332377" y="519339"/>
                  </a:cubicBezTo>
                  <a:cubicBezTo>
                    <a:pt x="1127641" y="559199"/>
                    <a:pt x="934251" y="631056"/>
                    <a:pt x="741160" y="739027"/>
                  </a:cubicBezTo>
                  <a:cubicBezTo>
                    <a:pt x="368469" y="947405"/>
                    <a:pt x="159053" y="1123451"/>
                    <a:pt x="3342" y="1268186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任意多边形: 形状 1389"/>
            <p:cNvSpPr/>
            <p:nvPr>
              <p:custDataLst>
                <p:tags r:id="rId10"/>
              </p:custDataLst>
            </p:nvPr>
          </p:nvSpPr>
          <p:spPr>
            <a:xfrm>
              <a:off x="1661742" y="3309756"/>
              <a:ext cx="10529606" cy="1323368"/>
            </a:xfrm>
            <a:custGeom>
              <a:avLst/>
              <a:gdLst>
                <a:gd name="connsiteX0" fmla="*/ 2797 w 10529606"/>
                <a:gd name="connsiteY0" fmla="*/ 1323368 h 1323368"/>
                <a:gd name="connsiteX1" fmla="*/ 0 w 10529606"/>
                <a:gd name="connsiteY1" fmla="*/ 1319411 h 1323368"/>
                <a:gd name="connsiteX2" fmla="*/ 791838 w 10529606"/>
                <a:gd name="connsiteY2" fmla="*/ 864572 h 1323368"/>
                <a:gd name="connsiteX3" fmla="*/ 1407911 w 10529606"/>
                <a:gd name="connsiteY3" fmla="*/ 650829 h 1323368"/>
                <a:gd name="connsiteX4" fmla="*/ 2733886 w 10529606"/>
                <a:gd name="connsiteY4" fmla="*/ 257751 h 1323368"/>
                <a:gd name="connsiteX5" fmla="*/ 3237538 w 10529606"/>
                <a:gd name="connsiteY5" fmla="*/ 91380 h 1323368"/>
                <a:gd name="connsiteX6" fmla="*/ 3819539 w 10529606"/>
                <a:gd name="connsiteY6" fmla="*/ 97308 h 1323368"/>
                <a:gd name="connsiteX7" fmla="*/ 4181833 w 10529606"/>
                <a:gd name="connsiteY7" fmla="*/ 233300 h 1323368"/>
                <a:gd name="connsiteX8" fmla="*/ 4587612 w 10529606"/>
                <a:gd name="connsiteY8" fmla="*/ 474590 h 1323368"/>
                <a:gd name="connsiteX9" fmla="*/ 4675793 w 10529606"/>
                <a:gd name="connsiteY9" fmla="*/ 529824 h 1323368"/>
                <a:gd name="connsiteX10" fmla="*/ 5197441 w 10529606"/>
                <a:gd name="connsiteY10" fmla="*/ 843323 h 1323368"/>
                <a:gd name="connsiteX11" fmla="*/ 5720530 w 10529606"/>
                <a:gd name="connsiteY11" fmla="*/ 1107392 h 1323368"/>
                <a:gd name="connsiteX12" fmla="*/ 6087222 w 10529606"/>
                <a:gd name="connsiteY12" fmla="*/ 1219760 h 1323368"/>
                <a:gd name="connsiteX13" fmla="*/ 6285943 w 10529606"/>
                <a:gd name="connsiteY13" fmla="*/ 1214694 h 1323368"/>
                <a:gd name="connsiteX14" fmla="*/ 6807837 w 10529606"/>
                <a:gd name="connsiteY14" fmla="*/ 995305 h 1323368"/>
                <a:gd name="connsiteX15" fmla="*/ 6874293 w 10529606"/>
                <a:gd name="connsiteY15" fmla="*/ 957943 h 1323368"/>
                <a:gd name="connsiteX16" fmla="*/ 7446795 w 10529606"/>
                <a:gd name="connsiteY16" fmla="*/ 582437 h 1323368"/>
                <a:gd name="connsiteX17" fmla="*/ 7919928 w 10529606"/>
                <a:gd name="connsiteY17" fmla="*/ 263820 h 1323368"/>
                <a:gd name="connsiteX18" fmla="*/ 8009586 w 10529606"/>
                <a:gd name="connsiteY18" fmla="*/ 207214 h 1323368"/>
                <a:gd name="connsiteX19" fmla="*/ 8570144 w 10529606"/>
                <a:gd name="connsiteY19" fmla="*/ 3849 h 1323368"/>
                <a:gd name="connsiteX20" fmla="*/ 8772136 w 10529606"/>
                <a:gd name="connsiteY20" fmla="*/ 62109 h 1323368"/>
                <a:gd name="connsiteX21" fmla="*/ 8902007 w 10529606"/>
                <a:gd name="connsiteY21" fmla="*/ 104889 h 1323368"/>
                <a:gd name="connsiteX22" fmla="*/ 8941129 w 10529606"/>
                <a:gd name="connsiteY22" fmla="*/ 114177 h 1323368"/>
                <a:gd name="connsiteX23" fmla="*/ 9833901 w 10529606"/>
                <a:gd name="connsiteY23" fmla="*/ 409575 h 1323368"/>
                <a:gd name="connsiteX24" fmla="*/ 10529606 w 10529606"/>
                <a:gd name="connsiteY24" fmla="*/ 1165370 h 1323368"/>
                <a:gd name="connsiteX25" fmla="*/ 10524822 w 10529606"/>
                <a:gd name="connsiteY25" fmla="*/ 1166109 h 1323368"/>
                <a:gd name="connsiteX26" fmla="*/ 9831790 w 10529606"/>
                <a:gd name="connsiteY26" fmla="*/ 413920 h 1323368"/>
                <a:gd name="connsiteX27" fmla="*/ 8940021 w 10529606"/>
                <a:gd name="connsiteY27" fmla="*/ 118892 h 1323368"/>
                <a:gd name="connsiteX28" fmla="*/ 8900882 w 10529606"/>
                <a:gd name="connsiteY28" fmla="*/ 109604 h 1323368"/>
                <a:gd name="connsiteX29" fmla="*/ 8770447 w 10529606"/>
                <a:gd name="connsiteY29" fmla="*/ 66648 h 1323368"/>
                <a:gd name="connsiteX30" fmla="*/ 8569493 w 10529606"/>
                <a:gd name="connsiteY30" fmla="*/ 8652 h 1323368"/>
                <a:gd name="connsiteX31" fmla="*/ 8012225 w 10529606"/>
                <a:gd name="connsiteY31" fmla="*/ 211295 h 1323368"/>
                <a:gd name="connsiteX32" fmla="*/ 7922444 w 10529606"/>
                <a:gd name="connsiteY32" fmla="*/ 267971 h 1323368"/>
                <a:gd name="connsiteX33" fmla="*/ 7449609 w 10529606"/>
                <a:gd name="connsiteY33" fmla="*/ 586395 h 1323368"/>
                <a:gd name="connsiteX34" fmla="*/ 6876651 w 10529606"/>
                <a:gd name="connsiteY34" fmla="*/ 962182 h 1323368"/>
                <a:gd name="connsiteX35" fmla="*/ 6810229 w 10529606"/>
                <a:gd name="connsiteY35" fmla="*/ 999509 h 1323368"/>
                <a:gd name="connsiteX36" fmla="*/ 6286752 w 10529606"/>
                <a:gd name="connsiteY36" fmla="*/ 1219461 h 1323368"/>
                <a:gd name="connsiteX37" fmla="*/ 6086625 w 10529606"/>
                <a:gd name="connsiteY37" fmla="*/ 1224563 h 1323368"/>
                <a:gd name="connsiteX38" fmla="*/ 5718684 w 10529606"/>
                <a:gd name="connsiteY38" fmla="*/ 1111860 h 1323368"/>
                <a:gd name="connsiteX39" fmla="*/ 5195066 w 10529606"/>
                <a:gd name="connsiteY39" fmla="*/ 847544 h 1323368"/>
                <a:gd name="connsiteX40" fmla="*/ 4673225 w 10529606"/>
                <a:gd name="connsiteY40" fmla="*/ 533940 h 1323368"/>
                <a:gd name="connsiteX41" fmla="*/ 4585026 w 10529606"/>
                <a:gd name="connsiteY41" fmla="*/ 478706 h 1323368"/>
                <a:gd name="connsiteX42" fmla="*/ 4179546 w 10529606"/>
                <a:gd name="connsiteY42" fmla="*/ 237593 h 1323368"/>
                <a:gd name="connsiteX43" fmla="*/ 3818712 w 10529606"/>
                <a:gd name="connsiteY43" fmla="*/ 102093 h 1323368"/>
                <a:gd name="connsiteX44" fmla="*/ 2735663 w 10529606"/>
                <a:gd name="connsiteY44" fmla="*/ 262272 h 1323368"/>
                <a:gd name="connsiteX45" fmla="*/ 1408808 w 10529606"/>
                <a:gd name="connsiteY45" fmla="*/ 655597 h 1323368"/>
                <a:gd name="connsiteX46" fmla="*/ 794002 w 10529606"/>
                <a:gd name="connsiteY46" fmla="*/ 868899 h 1323368"/>
                <a:gd name="connsiteX47" fmla="*/ 2797 w 10529606"/>
                <a:gd name="connsiteY47" fmla="*/ 1323368 h 1323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0529606" h="1323368">
                  <a:moveTo>
                    <a:pt x="2797" y="1323368"/>
                  </a:moveTo>
                  <a:lnTo>
                    <a:pt x="0" y="1319411"/>
                  </a:lnTo>
                  <a:cubicBezTo>
                    <a:pt x="193865" y="1182380"/>
                    <a:pt x="423281" y="1050610"/>
                    <a:pt x="791838" y="864572"/>
                  </a:cubicBezTo>
                  <a:cubicBezTo>
                    <a:pt x="997383" y="760823"/>
                    <a:pt x="1198901" y="690901"/>
                    <a:pt x="1407911" y="650829"/>
                  </a:cubicBezTo>
                  <a:cubicBezTo>
                    <a:pt x="2059570" y="525884"/>
                    <a:pt x="2433457" y="377209"/>
                    <a:pt x="2733886" y="257751"/>
                  </a:cubicBezTo>
                  <a:cubicBezTo>
                    <a:pt x="2922949" y="182569"/>
                    <a:pt x="3072275" y="123201"/>
                    <a:pt x="3237538" y="91380"/>
                  </a:cubicBezTo>
                  <a:cubicBezTo>
                    <a:pt x="3415783" y="57078"/>
                    <a:pt x="3595277" y="58890"/>
                    <a:pt x="3819539" y="97308"/>
                  </a:cubicBezTo>
                  <a:cubicBezTo>
                    <a:pt x="3926507" y="115620"/>
                    <a:pt x="4041619" y="158840"/>
                    <a:pt x="4181833" y="233300"/>
                  </a:cubicBezTo>
                  <a:cubicBezTo>
                    <a:pt x="4321520" y="307480"/>
                    <a:pt x="4456791" y="392442"/>
                    <a:pt x="4587612" y="474590"/>
                  </a:cubicBezTo>
                  <a:cubicBezTo>
                    <a:pt x="4616478" y="492726"/>
                    <a:pt x="4646347" y="511477"/>
                    <a:pt x="4675793" y="529824"/>
                  </a:cubicBezTo>
                  <a:cubicBezTo>
                    <a:pt x="4848181" y="637232"/>
                    <a:pt x="5017806" y="742036"/>
                    <a:pt x="5197441" y="843323"/>
                  </a:cubicBezTo>
                  <a:cubicBezTo>
                    <a:pt x="5357356" y="933492"/>
                    <a:pt x="5529462" y="1028146"/>
                    <a:pt x="5720530" y="1107392"/>
                  </a:cubicBezTo>
                  <a:cubicBezTo>
                    <a:pt x="5827868" y="1151896"/>
                    <a:pt x="5949506" y="1202346"/>
                    <a:pt x="6087222" y="1219760"/>
                  </a:cubicBezTo>
                  <a:cubicBezTo>
                    <a:pt x="6151446" y="1227887"/>
                    <a:pt x="6218290" y="1226181"/>
                    <a:pt x="6285943" y="1214694"/>
                  </a:cubicBezTo>
                  <a:cubicBezTo>
                    <a:pt x="6476396" y="1182820"/>
                    <a:pt x="6652476" y="1083187"/>
                    <a:pt x="6807837" y="995305"/>
                  </a:cubicBezTo>
                  <a:cubicBezTo>
                    <a:pt x="6830898" y="982253"/>
                    <a:pt x="6852657" y="969939"/>
                    <a:pt x="6874293" y="957943"/>
                  </a:cubicBezTo>
                  <a:cubicBezTo>
                    <a:pt x="7074034" y="847175"/>
                    <a:pt x="7263537" y="712590"/>
                    <a:pt x="7446795" y="582437"/>
                  </a:cubicBezTo>
                  <a:cubicBezTo>
                    <a:pt x="7598707" y="474555"/>
                    <a:pt x="7755790" y="362995"/>
                    <a:pt x="7919928" y="263820"/>
                  </a:cubicBezTo>
                  <a:cubicBezTo>
                    <a:pt x="7948372" y="246634"/>
                    <a:pt x="7978099" y="227496"/>
                    <a:pt x="8009586" y="207214"/>
                  </a:cubicBezTo>
                  <a:cubicBezTo>
                    <a:pt x="8169502" y="104239"/>
                    <a:pt x="8368539" y="-23926"/>
                    <a:pt x="8570144" y="3849"/>
                  </a:cubicBezTo>
                  <a:cubicBezTo>
                    <a:pt x="8643550" y="13964"/>
                    <a:pt x="8708915" y="38433"/>
                    <a:pt x="8772136" y="62109"/>
                  </a:cubicBezTo>
                  <a:cubicBezTo>
                    <a:pt x="8816640" y="78768"/>
                    <a:pt x="8858681" y="94511"/>
                    <a:pt x="8902007" y="104889"/>
                  </a:cubicBezTo>
                  <a:cubicBezTo>
                    <a:pt x="8913916" y="107739"/>
                    <a:pt x="8927003" y="110835"/>
                    <a:pt x="8941129" y="114177"/>
                  </a:cubicBezTo>
                  <a:cubicBezTo>
                    <a:pt x="9121537" y="156834"/>
                    <a:pt x="9496954" y="245579"/>
                    <a:pt x="9833901" y="409575"/>
                  </a:cubicBezTo>
                  <a:cubicBezTo>
                    <a:pt x="10249389" y="611778"/>
                    <a:pt x="10483466" y="866067"/>
                    <a:pt x="10529606" y="1165370"/>
                  </a:cubicBezTo>
                  <a:lnTo>
                    <a:pt x="10524822" y="1166109"/>
                  </a:lnTo>
                  <a:cubicBezTo>
                    <a:pt x="10478928" y="868460"/>
                    <a:pt x="10245766" y="615385"/>
                    <a:pt x="9831790" y="413920"/>
                  </a:cubicBezTo>
                  <a:cubicBezTo>
                    <a:pt x="9495318" y="250170"/>
                    <a:pt x="9120253" y="161496"/>
                    <a:pt x="8940021" y="118892"/>
                  </a:cubicBezTo>
                  <a:cubicBezTo>
                    <a:pt x="8925878" y="115549"/>
                    <a:pt x="8912790" y="112453"/>
                    <a:pt x="8900882" y="109604"/>
                  </a:cubicBezTo>
                  <a:cubicBezTo>
                    <a:pt x="8857275" y="99155"/>
                    <a:pt x="8815093" y="83376"/>
                    <a:pt x="8770447" y="66648"/>
                  </a:cubicBezTo>
                  <a:cubicBezTo>
                    <a:pt x="8707473" y="43076"/>
                    <a:pt x="8642353" y="18696"/>
                    <a:pt x="8569493" y="8652"/>
                  </a:cubicBezTo>
                  <a:cubicBezTo>
                    <a:pt x="8369648" y="-18878"/>
                    <a:pt x="8171472" y="108742"/>
                    <a:pt x="8012225" y="211295"/>
                  </a:cubicBezTo>
                  <a:cubicBezTo>
                    <a:pt x="7980721" y="231594"/>
                    <a:pt x="7950958" y="250750"/>
                    <a:pt x="7922444" y="267971"/>
                  </a:cubicBezTo>
                  <a:cubicBezTo>
                    <a:pt x="7758446" y="367041"/>
                    <a:pt x="7601451" y="478548"/>
                    <a:pt x="7449609" y="586395"/>
                  </a:cubicBezTo>
                  <a:cubicBezTo>
                    <a:pt x="7266228" y="716618"/>
                    <a:pt x="7076620" y="851291"/>
                    <a:pt x="6876651" y="962182"/>
                  </a:cubicBezTo>
                  <a:cubicBezTo>
                    <a:pt x="6855049" y="974161"/>
                    <a:pt x="6833272" y="986474"/>
                    <a:pt x="6810229" y="999509"/>
                  </a:cubicBezTo>
                  <a:cubicBezTo>
                    <a:pt x="6654517" y="1087602"/>
                    <a:pt x="6478049" y="1187446"/>
                    <a:pt x="6286752" y="1219461"/>
                  </a:cubicBezTo>
                  <a:cubicBezTo>
                    <a:pt x="6218641" y="1231018"/>
                    <a:pt x="6151305" y="1232742"/>
                    <a:pt x="6086625" y="1224563"/>
                  </a:cubicBezTo>
                  <a:cubicBezTo>
                    <a:pt x="5948257" y="1207060"/>
                    <a:pt x="5826285" y="1156487"/>
                    <a:pt x="5718684" y="1111860"/>
                  </a:cubicBezTo>
                  <a:cubicBezTo>
                    <a:pt x="5527368" y="1032526"/>
                    <a:pt x="5355104" y="937784"/>
                    <a:pt x="5195066" y="847544"/>
                  </a:cubicBezTo>
                  <a:cubicBezTo>
                    <a:pt x="5015343" y="746205"/>
                    <a:pt x="4845665" y="641383"/>
                    <a:pt x="4673225" y="533940"/>
                  </a:cubicBezTo>
                  <a:cubicBezTo>
                    <a:pt x="4643779" y="515593"/>
                    <a:pt x="4613910" y="496842"/>
                    <a:pt x="4585026" y="478706"/>
                  </a:cubicBezTo>
                  <a:cubicBezTo>
                    <a:pt x="4454275" y="396593"/>
                    <a:pt x="4319075" y="311702"/>
                    <a:pt x="4179546" y="237593"/>
                  </a:cubicBezTo>
                  <a:cubicBezTo>
                    <a:pt x="4039807" y="163378"/>
                    <a:pt x="3925152" y="120316"/>
                    <a:pt x="3818712" y="102093"/>
                  </a:cubicBezTo>
                  <a:cubicBezTo>
                    <a:pt x="3343240" y="20666"/>
                    <a:pt x="3101528" y="116781"/>
                    <a:pt x="2735663" y="262272"/>
                  </a:cubicBezTo>
                  <a:cubicBezTo>
                    <a:pt x="2435040" y="381800"/>
                    <a:pt x="2060925" y="530580"/>
                    <a:pt x="1408808" y="655597"/>
                  </a:cubicBezTo>
                  <a:cubicBezTo>
                    <a:pt x="1200237" y="695580"/>
                    <a:pt x="999143" y="765362"/>
                    <a:pt x="794002" y="868899"/>
                  </a:cubicBezTo>
                  <a:cubicBezTo>
                    <a:pt x="425691" y="1054814"/>
                    <a:pt x="196451" y="1186479"/>
                    <a:pt x="2797" y="1323368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任意多边形: 形状 1390"/>
            <p:cNvSpPr/>
            <p:nvPr>
              <p:custDataLst>
                <p:tags r:id="rId11"/>
              </p:custDataLst>
            </p:nvPr>
          </p:nvSpPr>
          <p:spPr>
            <a:xfrm>
              <a:off x="1582901" y="3247659"/>
              <a:ext cx="10608447" cy="1378815"/>
            </a:xfrm>
            <a:custGeom>
              <a:avLst/>
              <a:gdLst>
                <a:gd name="connsiteX0" fmla="*/ 2199 w 10608447"/>
                <a:gd name="connsiteY0" fmla="*/ 1378816 h 1378815"/>
                <a:gd name="connsiteX1" fmla="*/ 0 w 10608447"/>
                <a:gd name="connsiteY1" fmla="*/ 1374576 h 1378815"/>
                <a:gd name="connsiteX2" fmla="*/ 428277 w 10608447"/>
                <a:gd name="connsiteY2" fmla="*/ 1178776 h 1378815"/>
                <a:gd name="connsiteX3" fmla="*/ 844891 w 10608447"/>
                <a:gd name="connsiteY3" fmla="*/ 994673 h 1378815"/>
                <a:gd name="connsiteX4" fmla="*/ 1484395 w 10608447"/>
                <a:gd name="connsiteY4" fmla="*/ 787387 h 1378815"/>
                <a:gd name="connsiteX5" fmla="*/ 2933574 w 10608447"/>
                <a:gd name="connsiteY5" fmla="*/ 295854 h 1378815"/>
                <a:gd name="connsiteX6" fmla="*/ 3378772 w 10608447"/>
                <a:gd name="connsiteY6" fmla="*/ 108181 h 1378815"/>
                <a:gd name="connsiteX7" fmla="*/ 3619675 w 10608447"/>
                <a:gd name="connsiteY7" fmla="*/ 72789 h 1378815"/>
                <a:gd name="connsiteX8" fmla="*/ 3913577 w 10608447"/>
                <a:gd name="connsiteY8" fmla="*/ 91804 h 1378815"/>
                <a:gd name="connsiteX9" fmla="*/ 4285705 w 10608447"/>
                <a:gd name="connsiteY9" fmla="*/ 233936 h 1378815"/>
                <a:gd name="connsiteX10" fmla="*/ 4719330 w 10608447"/>
                <a:gd name="connsiteY10" fmla="*/ 512446 h 1378815"/>
                <a:gd name="connsiteX11" fmla="*/ 4783307 w 10608447"/>
                <a:gd name="connsiteY11" fmla="*/ 556265 h 1378815"/>
                <a:gd name="connsiteX12" fmla="*/ 4813017 w 10608447"/>
                <a:gd name="connsiteY12" fmla="*/ 576564 h 1378815"/>
                <a:gd name="connsiteX13" fmla="*/ 5303899 w 10608447"/>
                <a:gd name="connsiteY13" fmla="*/ 903044 h 1378815"/>
                <a:gd name="connsiteX14" fmla="*/ 5827323 w 10608447"/>
                <a:gd name="connsiteY14" fmla="*/ 1200342 h 1378815"/>
                <a:gd name="connsiteX15" fmla="*/ 6200083 w 10608447"/>
                <a:gd name="connsiteY15" fmla="*/ 1328999 h 1378815"/>
                <a:gd name="connsiteX16" fmla="*/ 6404732 w 10608447"/>
                <a:gd name="connsiteY16" fmla="*/ 1324091 h 1378815"/>
                <a:gd name="connsiteX17" fmla="*/ 6932782 w 10608447"/>
                <a:gd name="connsiteY17" fmla="*/ 1082063 h 1378815"/>
                <a:gd name="connsiteX18" fmla="*/ 7000734 w 10608447"/>
                <a:gd name="connsiteY18" fmla="*/ 1040215 h 1378815"/>
                <a:gd name="connsiteX19" fmla="*/ 7566182 w 10608447"/>
                <a:gd name="connsiteY19" fmla="*/ 635950 h 1378815"/>
                <a:gd name="connsiteX20" fmla="*/ 8047160 w 10608447"/>
                <a:gd name="connsiteY20" fmla="*/ 284139 h 1378815"/>
                <a:gd name="connsiteX21" fmla="*/ 8134462 w 10608447"/>
                <a:gd name="connsiteY21" fmla="*/ 224507 h 1378815"/>
                <a:gd name="connsiteX22" fmla="*/ 8709021 w 10608447"/>
                <a:gd name="connsiteY22" fmla="*/ 5839 h 1378815"/>
                <a:gd name="connsiteX23" fmla="*/ 8913881 w 10608447"/>
                <a:gd name="connsiteY23" fmla="*/ 76922 h 1378815"/>
                <a:gd name="connsiteX24" fmla="*/ 9043153 w 10608447"/>
                <a:gd name="connsiteY24" fmla="*/ 128076 h 1378815"/>
                <a:gd name="connsiteX25" fmla="*/ 9139075 w 10608447"/>
                <a:gd name="connsiteY25" fmla="*/ 154919 h 1378815"/>
                <a:gd name="connsiteX26" fmla="*/ 9985953 w 10608447"/>
                <a:gd name="connsiteY26" fmla="*/ 464847 h 1378815"/>
                <a:gd name="connsiteX27" fmla="*/ 10392048 w 10608447"/>
                <a:gd name="connsiteY27" fmla="*/ 759980 h 1378815"/>
                <a:gd name="connsiteX28" fmla="*/ 10608447 w 10608447"/>
                <a:gd name="connsiteY28" fmla="*/ 1177369 h 1378815"/>
                <a:gd name="connsiteX29" fmla="*/ 10603733 w 10608447"/>
                <a:gd name="connsiteY29" fmla="*/ 1178107 h 1378815"/>
                <a:gd name="connsiteX30" fmla="*/ 9983702 w 10608447"/>
                <a:gd name="connsiteY30" fmla="*/ 469068 h 1378815"/>
                <a:gd name="connsiteX31" fmla="*/ 9137791 w 10608447"/>
                <a:gd name="connsiteY31" fmla="*/ 159527 h 1378815"/>
                <a:gd name="connsiteX32" fmla="*/ 9041799 w 10608447"/>
                <a:gd name="connsiteY32" fmla="*/ 132667 h 1378815"/>
                <a:gd name="connsiteX33" fmla="*/ 8911928 w 10608447"/>
                <a:gd name="connsiteY33" fmla="*/ 81302 h 1378815"/>
                <a:gd name="connsiteX34" fmla="*/ 8708194 w 10608447"/>
                <a:gd name="connsiteY34" fmla="*/ 10571 h 1378815"/>
                <a:gd name="connsiteX35" fmla="*/ 8137188 w 10608447"/>
                <a:gd name="connsiteY35" fmla="*/ 228447 h 1378815"/>
                <a:gd name="connsiteX36" fmla="*/ 8049763 w 10608447"/>
                <a:gd name="connsiteY36" fmla="*/ 288167 h 1378815"/>
                <a:gd name="connsiteX37" fmla="*/ 7569102 w 10608447"/>
                <a:gd name="connsiteY37" fmla="*/ 639767 h 1378815"/>
                <a:gd name="connsiteX38" fmla="*/ 7003215 w 10608447"/>
                <a:gd name="connsiteY38" fmla="*/ 1044331 h 1378815"/>
                <a:gd name="connsiteX39" fmla="*/ 6935298 w 10608447"/>
                <a:gd name="connsiteY39" fmla="*/ 1086144 h 1378815"/>
                <a:gd name="connsiteX40" fmla="*/ 6405593 w 10608447"/>
                <a:gd name="connsiteY40" fmla="*/ 1328823 h 1378815"/>
                <a:gd name="connsiteX41" fmla="*/ 6199415 w 10608447"/>
                <a:gd name="connsiteY41" fmla="*/ 1333766 h 1378815"/>
                <a:gd name="connsiteX42" fmla="*/ 5825317 w 10608447"/>
                <a:gd name="connsiteY42" fmla="*/ 1204705 h 1378815"/>
                <a:gd name="connsiteX43" fmla="*/ 5301383 w 10608447"/>
                <a:gd name="connsiteY43" fmla="*/ 907108 h 1378815"/>
                <a:gd name="connsiteX44" fmla="*/ 4810343 w 10608447"/>
                <a:gd name="connsiteY44" fmla="*/ 580522 h 1378815"/>
                <a:gd name="connsiteX45" fmla="*/ 4780633 w 10608447"/>
                <a:gd name="connsiteY45" fmla="*/ 560240 h 1378815"/>
                <a:gd name="connsiteX46" fmla="*/ 4716638 w 10608447"/>
                <a:gd name="connsiteY46" fmla="*/ 516404 h 1378815"/>
                <a:gd name="connsiteX47" fmla="*/ 4283383 w 10608447"/>
                <a:gd name="connsiteY47" fmla="*/ 238122 h 1378815"/>
                <a:gd name="connsiteX48" fmla="*/ 3912874 w 10608447"/>
                <a:gd name="connsiteY48" fmla="*/ 96536 h 1378815"/>
                <a:gd name="connsiteX49" fmla="*/ 2935737 w 10608447"/>
                <a:gd name="connsiteY49" fmla="*/ 300129 h 1378815"/>
                <a:gd name="connsiteX50" fmla="*/ 2380879 w 10608447"/>
                <a:gd name="connsiteY50" fmla="*/ 549351 h 1378815"/>
                <a:gd name="connsiteX51" fmla="*/ 1485292 w 10608447"/>
                <a:gd name="connsiteY51" fmla="*/ 792101 h 1378815"/>
                <a:gd name="connsiteX52" fmla="*/ 846896 w 10608447"/>
                <a:gd name="connsiteY52" fmla="*/ 999036 h 1378815"/>
                <a:gd name="connsiteX53" fmla="*/ 430194 w 10608447"/>
                <a:gd name="connsiteY53" fmla="*/ 1183174 h 1378815"/>
                <a:gd name="connsiteX54" fmla="*/ 2199 w 10608447"/>
                <a:gd name="connsiteY54" fmla="*/ 1378816 h 1378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0608447" h="1378815">
                  <a:moveTo>
                    <a:pt x="2199" y="1378816"/>
                  </a:moveTo>
                  <a:lnTo>
                    <a:pt x="0" y="1374576"/>
                  </a:lnTo>
                  <a:cubicBezTo>
                    <a:pt x="123063" y="1310951"/>
                    <a:pt x="257754" y="1252621"/>
                    <a:pt x="428277" y="1178776"/>
                  </a:cubicBezTo>
                  <a:cubicBezTo>
                    <a:pt x="548473" y="1126726"/>
                    <a:pt x="684694" y="1067745"/>
                    <a:pt x="844891" y="994673"/>
                  </a:cubicBezTo>
                  <a:cubicBezTo>
                    <a:pt x="1062662" y="895357"/>
                    <a:pt x="1271849" y="827563"/>
                    <a:pt x="1484395" y="787387"/>
                  </a:cubicBezTo>
                  <a:cubicBezTo>
                    <a:pt x="2239398" y="644710"/>
                    <a:pt x="2624297" y="451266"/>
                    <a:pt x="2933574" y="295854"/>
                  </a:cubicBezTo>
                  <a:cubicBezTo>
                    <a:pt x="3092152" y="216152"/>
                    <a:pt x="3229112" y="147337"/>
                    <a:pt x="3378772" y="108181"/>
                  </a:cubicBezTo>
                  <a:cubicBezTo>
                    <a:pt x="3457543" y="87565"/>
                    <a:pt x="3536349" y="75990"/>
                    <a:pt x="3619675" y="72789"/>
                  </a:cubicBezTo>
                  <a:cubicBezTo>
                    <a:pt x="3709932" y="69306"/>
                    <a:pt x="3806064" y="75533"/>
                    <a:pt x="3913577" y="91804"/>
                  </a:cubicBezTo>
                  <a:cubicBezTo>
                    <a:pt x="4024380" y="108585"/>
                    <a:pt x="4142624" y="153740"/>
                    <a:pt x="4285705" y="233936"/>
                  </a:cubicBezTo>
                  <a:cubicBezTo>
                    <a:pt x="4436756" y="318616"/>
                    <a:pt x="4580417" y="417159"/>
                    <a:pt x="4719330" y="512446"/>
                  </a:cubicBezTo>
                  <a:cubicBezTo>
                    <a:pt x="4740650" y="527082"/>
                    <a:pt x="4761969" y="541700"/>
                    <a:pt x="4783307" y="556265"/>
                  </a:cubicBezTo>
                  <a:lnTo>
                    <a:pt x="4813017" y="576564"/>
                  </a:lnTo>
                  <a:cubicBezTo>
                    <a:pt x="4970980" y="684464"/>
                    <a:pt x="5134326" y="796059"/>
                    <a:pt x="5303899" y="903044"/>
                  </a:cubicBezTo>
                  <a:cubicBezTo>
                    <a:pt x="5472662" y="1009537"/>
                    <a:pt x="5639685" y="1112389"/>
                    <a:pt x="5827323" y="1200342"/>
                  </a:cubicBezTo>
                  <a:cubicBezTo>
                    <a:pt x="5935662" y="1251126"/>
                    <a:pt x="6058462" y="1308700"/>
                    <a:pt x="6200083" y="1328999"/>
                  </a:cubicBezTo>
                  <a:cubicBezTo>
                    <a:pt x="6266294" y="1338498"/>
                    <a:pt x="6335161" y="1336844"/>
                    <a:pt x="6404732" y="1324091"/>
                  </a:cubicBezTo>
                  <a:cubicBezTo>
                    <a:pt x="6599230" y="1288910"/>
                    <a:pt x="6776438" y="1179005"/>
                    <a:pt x="6932782" y="1082063"/>
                  </a:cubicBezTo>
                  <a:cubicBezTo>
                    <a:pt x="6956407" y="1067410"/>
                    <a:pt x="6978711" y="1053584"/>
                    <a:pt x="7000734" y="1040215"/>
                  </a:cubicBezTo>
                  <a:cubicBezTo>
                    <a:pt x="7199032" y="919914"/>
                    <a:pt x="7385668" y="775566"/>
                    <a:pt x="7566182" y="635950"/>
                  </a:cubicBezTo>
                  <a:cubicBezTo>
                    <a:pt x="7720152" y="516862"/>
                    <a:pt x="7879346" y="393728"/>
                    <a:pt x="8047160" y="284139"/>
                  </a:cubicBezTo>
                  <a:cubicBezTo>
                    <a:pt x="8074690" y="266161"/>
                    <a:pt x="8103714" y="245932"/>
                    <a:pt x="8134462" y="224507"/>
                  </a:cubicBezTo>
                  <a:cubicBezTo>
                    <a:pt x="8297544" y="110855"/>
                    <a:pt x="8500503" y="-30591"/>
                    <a:pt x="8709021" y="5839"/>
                  </a:cubicBezTo>
                  <a:cubicBezTo>
                    <a:pt x="8784414" y="19014"/>
                    <a:pt x="8850238" y="48443"/>
                    <a:pt x="8913881" y="76922"/>
                  </a:cubicBezTo>
                  <a:cubicBezTo>
                    <a:pt x="8958086" y="96694"/>
                    <a:pt x="8999846" y="115375"/>
                    <a:pt x="9043153" y="128076"/>
                  </a:cubicBezTo>
                  <a:cubicBezTo>
                    <a:pt x="9069574" y="135815"/>
                    <a:pt x="9101783" y="144681"/>
                    <a:pt x="9139075" y="154919"/>
                  </a:cubicBezTo>
                  <a:cubicBezTo>
                    <a:pt x="9342069" y="210698"/>
                    <a:pt x="9681813" y="304069"/>
                    <a:pt x="9985953" y="464847"/>
                  </a:cubicBezTo>
                  <a:cubicBezTo>
                    <a:pt x="10154400" y="553907"/>
                    <a:pt x="10291044" y="653188"/>
                    <a:pt x="10392048" y="759980"/>
                  </a:cubicBezTo>
                  <a:cubicBezTo>
                    <a:pt x="10511910" y="886668"/>
                    <a:pt x="10584718" y="1027093"/>
                    <a:pt x="10608447" y="1177369"/>
                  </a:cubicBezTo>
                  <a:lnTo>
                    <a:pt x="10603733" y="1178107"/>
                  </a:lnTo>
                  <a:cubicBezTo>
                    <a:pt x="10560108" y="902059"/>
                    <a:pt x="10351502" y="663514"/>
                    <a:pt x="9983702" y="469068"/>
                  </a:cubicBezTo>
                  <a:cubicBezTo>
                    <a:pt x="9680019" y="308519"/>
                    <a:pt x="9340592" y="215254"/>
                    <a:pt x="9137791" y="159527"/>
                  </a:cubicBezTo>
                  <a:cubicBezTo>
                    <a:pt x="9100481" y="149272"/>
                    <a:pt x="9068255" y="140424"/>
                    <a:pt x="9041799" y="132667"/>
                  </a:cubicBezTo>
                  <a:cubicBezTo>
                    <a:pt x="8998174" y="119879"/>
                    <a:pt x="8956274" y="101145"/>
                    <a:pt x="8911928" y="81302"/>
                  </a:cubicBezTo>
                  <a:cubicBezTo>
                    <a:pt x="8848549" y="52946"/>
                    <a:pt x="8783007" y="23641"/>
                    <a:pt x="8708194" y="10571"/>
                  </a:cubicBezTo>
                  <a:cubicBezTo>
                    <a:pt x="8501629" y="-25507"/>
                    <a:pt x="8299549" y="115305"/>
                    <a:pt x="8137188" y="228447"/>
                  </a:cubicBezTo>
                  <a:cubicBezTo>
                    <a:pt x="8106422" y="249890"/>
                    <a:pt x="8077345" y="270154"/>
                    <a:pt x="8049763" y="288167"/>
                  </a:cubicBezTo>
                  <a:cubicBezTo>
                    <a:pt x="7882126" y="397668"/>
                    <a:pt x="7722984" y="520732"/>
                    <a:pt x="7569102" y="639767"/>
                  </a:cubicBezTo>
                  <a:cubicBezTo>
                    <a:pt x="7388500" y="779453"/>
                    <a:pt x="7201759" y="923889"/>
                    <a:pt x="7003215" y="1044331"/>
                  </a:cubicBezTo>
                  <a:cubicBezTo>
                    <a:pt x="6981209" y="1057683"/>
                    <a:pt x="6958921" y="1071509"/>
                    <a:pt x="6935298" y="1086144"/>
                  </a:cubicBezTo>
                  <a:cubicBezTo>
                    <a:pt x="6778583" y="1183332"/>
                    <a:pt x="6600972" y="1293466"/>
                    <a:pt x="6405593" y="1328823"/>
                  </a:cubicBezTo>
                  <a:cubicBezTo>
                    <a:pt x="6335513" y="1341664"/>
                    <a:pt x="6266136" y="1343336"/>
                    <a:pt x="6199415" y="1333766"/>
                  </a:cubicBezTo>
                  <a:cubicBezTo>
                    <a:pt x="6057108" y="1313361"/>
                    <a:pt x="5933957" y="1255629"/>
                    <a:pt x="5825317" y="1204705"/>
                  </a:cubicBezTo>
                  <a:cubicBezTo>
                    <a:pt x="5637432" y="1116629"/>
                    <a:pt x="5470270" y="1013689"/>
                    <a:pt x="5301383" y="907108"/>
                  </a:cubicBezTo>
                  <a:cubicBezTo>
                    <a:pt x="5131740" y="800069"/>
                    <a:pt x="4968359" y="688457"/>
                    <a:pt x="4810343" y="580522"/>
                  </a:cubicBezTo>
                  <a:lnTo>
                    <a:pt x="4780633" y="560240"/>
                  </a:lnTo>
                  <a:cubicBezTo>
                    <a:pt x="4759295" y="545675"/>
                    <a:pt x="4737976" y="531040"/>
                    <a:pt x="4716638" y="516404"/>
                  </a:cubicBezTo>
                  <a:cubicBezTo>
                    <a:pt x="4577796" y="421169"/>
                    <a:pt x="4434240" y="322697"/>
                    <a:pt x="4283383" y="238122"/>
                  </a:cubicBezTo>
                  <a:cubicBezTo>
                    <a:pt x="4140830" y="158208"/>
                    <a:pt x="4023096" y="113229"/>
                    <a:pt x="3912874" y="96536"/>
                  </a:cubicBezTo>
                  <a:cubicBezTo>
                    <a:pt x="3473304" y="29991"/>
                    <a:pt x="3259438" y="137451"/>
                    <a:pt x="2935737" y="300129"/>
                  </a:cubicBezTo>
                  <a:cubicBezTo>
                    <a:pt x="2783703" y="376542"/>
                    <a:pt x="2611385" y="463140"/>
                    <a:pt x="2380879" y="549351"/>
                  </a:cubicBezTo>
                  <a:cubicBezTo>
                    <a:pt x="2113644" y="649301"/>
                    <a:pt x="1820691" y="728705"/>
                    <a:pt x="1485292" y="792101"/>
                  </a:cubicBezTo>
                  <a:cubicBezTo>
                    <a:pt x="1273133" y="832190"/>
                    <a:pt x="1064315" y="899878"/>
                    <a:pt x="846896" y="999036"/>
                  </a:cubicBezTo>
                  <a:cubicBezTo>
                    <a:pt x="686647" y="1072107"/>
                    <a:pt x="550408" y="1131106"/>
                    <a:pt x="430194" y="1183174"/>
                  </a:cubicBezTo>
                  <a:cubicBezTo>
                    <a:pt x="259760" y="1256966"/>
                    <a:pt x="125121" y="1315261"/>
                    <a:pt x="2199" y="1378816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任意多边形: 形状 1391"/>
            <p:cNvSpPr/>
            <p:nvPr>
              <p:custDataLst>
                <p:tags r:id="rId12"/>
              </p:custDataLst>
            </p:nvPr>
          </p:nvSpPr>
          <p:spPr>
            <a:xfrm>
              <a:off x="1504096" y="3185348"/>
              <a:ext cx="10687217" cy="1450308"/>
            </a:xfrm>
            <a:custGeom>
              <a:avLst/>
              <a:gdLst>
                <a:gd name="connsiteX0" fmla="*/ 6403483 w 10687217"/>
                <a:gd name="connsiteY0" fmla="*/ 1450309 h 1450308"/>
                <a:gd name="connsiteX1" fmla="*/ 6312153 w 10687217"/>
                <a:gd name="connsiteY1" fmla="*/ 1443132 h 1450308"/>
                <a:gd name="connsiteX2" fmla="*/ 5931898 w 10687217"/>
                <a:gd name="connsiteY2" fmla="*/ 1297711 h 1450308"/>
                <a:gd name="connsiteX3" fmla="*/ 5407630 w 10687217"/>
                <a:gd name="connsiteY3" fmla="*/ 966850 h 1450308"/>
                <a:gd name="connsiteX4" fmla="*/ 4977031 w 10687217"/>
                <a:gd name="connsiteY4" fmla="*/ 652982 h 1450308"/>
                <a:gd name="connsiteX5" fmla="*/ 4887988 w 10687217"/>
                <a:gd name="connsiteY5" fmla="*/ 586719 h 1450308"/>
                <a:gd name="connsiteX6" fmla="*/ 4842780 w 10687217"/>
                <a:gd name="connsiteY6" fmla="*/ 553086 h 1450308"/>
                <a:gd name="connsiteX7" fmla="*/ 4387150 w 10687217"/>
                <a:gd name="connsiteY7" fmla="*/ 238848 h 1450308"/>
                <a:gd name="connsiteX8" fmla="*/ 4006983 w 10687217"/>
                <a:gd name="connsiteY8" fmla="*/ 91176 h 1450308"/>
                <a:gd name="connsiteX9" fmla="*/ 3107404 w 10687217"/>
                <a:gd name="connsiteY9" fmla="*/ 337408 h 1450308"/>
                <a:gd name="connsiteX10" fmla="*/ 2538666 w 10687217"/>
                <a:gd name="connsiteY10" fmla="*/ 644152 h 1450308"/>
                <a:gd name="connsiteX11" fmla="*/ 1561741 w 10687217"/>
                <a:gd name="connsiteY11" fmla="*/ 928820 h 1450308"/>
                <a:gd name="connsiteX12" fmla="*/ 899756 w 10687217"/>
                <a:gd name="connsiteY12" fmla="*/ 1129369 h 1450308"/>
                <a:gd name="connsiteX13" fmla="*/ 247745 w 10687217"/>
                <a:gd name="connsiteY13" fmla="*/ 1356058 h 1450308"/>
                <a:gd name="connsiteX14" fmla="*/ 1566 w 10687217"/>
                <a:gd name="connsiteY14" fmla="*/ 1434424 h 1450308"/>
                <a:gd name="connsiteX15" fmla="*/ 0 w 10687217"/>
                <a:gd name="connsiteY15" fmla="*/ 1429974 h 1450308"/>
                <a:gd name="connsiteX16" fmla="*/ 246373 w 10687217"/>
                <a:gd name="connsiteY16" fmla="*/ 1351538 h 1450308"/>
                <a:gd name="connsiteX17" fmla="*/ 897944 w 10687217"/>
                <a:gd name="connsiteY17" fmla="*/ 1124989 h 1450308"/>
                <a:gd name="connsiteX18" fmla="*/ 1560861 w 10687217"/>
                <a:gd name="connsiteY18" fmla="*/ 924158 h 1450308"/>
                <a:gd name="connsiteX19" fmla="*/ 3104905 w 10687217"/>
                <a:gd name="connsiteY19" fmla="*/ 333380 h 1450308"/>
                <a:gd name="connsiteX20" fmla="*/ 3507623 w 10687217"/>
                <a:gd name="connsiteY20" fmla="*/ 122786 h 1450308"/>
                <a:gd name="connsiteX21" fmla="*/ 4007582 w 10687217"/>
                <a:gd name="connsiteY21" fmla="*/ 86479 h 1450308"/>
                <a:gd name="connsiteX22" fmla="*/ 4389525 w 10687217"/>
                <a:gd name="connsiteY22" fmla="*/ 234767 h 1450308"/>
                <a:gd name="connsiteX23" fmla="*/ 4845577 w 10687217"/>
                <a:gd name="connsiteY23" fmla="*/ 549269 h 1450308"/>
                <a:gd name="connsiteX24" fmla="*/ 4890785 w 10687217"/>
                <a:gd name="connsiteY24" fmla="*/ 582902 h 1450308"/>
                <a:gd name="connsiteX25" fmla="*/ 4979828 w 10687217"/>
                <a:gd name="connsiteY25" fmla="*/ 649165 h 1450308"/>
                <a:gd name="connsiteX26" fmla="*/ 5410304 w 10687217"/>
                <a:gd name="connsiteY26" fmla="*/ 962945 h 1450308"/>
                <a:gd name="connsiteX27" fmla="*/ 5934062 w 10687217"/>
                <a:gd name="connsiteY27" fmla="*/ 1293489 h 1450308"/>
                <a:gd name="connsiteX28" fmla="*/ 6312874 w 10687217"/>
                <a:gd name="connsiteY28" fmla="*/ 1438435 h 1450308"/>
                <a:gd name="connsiteX29" fmla="*/ 6523468 w 10687217"/>
                <a:gd name="connsiteY29" fmla="*/ 1433668 h 1450308"/>
                <a:gd name="connsiteX30" fmla="*/ 7058959 w 10687217"/>
                <a:gd name="connsiteY30" fmla="*/ 1168262 h 1450308"/>
                <a:gd name="connsiteX31" fmla="*/ 7127123 w 10687217"/>
                <a:gd name="connsiteY31" fmla="*/ 1122650 h 1450308"/>
                <a:gd name="connsiteX32" fmla="*/ 7686871 w 10687217"/>
                <a:gd name="connsiteY32" fmla="*/ 689430 h 1450308"/>
                <a:gd name="connsiteX33" fmla="*/ 8174287 w 10687217"/>
                <a:gd name="connsiteY33" fmla="*/ 304619 h 1450308"/>
                <a:gd name="connsiteX34" fmla="*/ 8258968 w 10687217"/>
                <a:gd name="connsiteY34" fmla="*/ 242419 h 1450308"/>
                <a:gd name="connsiteX35" fmla="*/ 8533714 w 10687217"/>
                <a:gd name="connsiteY35" fmla="*/ 62345 h 1450308"/>
                <a:gd name="connsiteX36" fmla="*/ 8847793 w 10687217"/>
                <a:gd name="connsiteY36" fmla="*/ 7973 h 1450308"/>
                <a:gd name="connsiteX37" fmla="*/ 9055889 w 10687217"/>
                <a:gd name="connsiteY37" fmla="*/ 92090 h 1450308"/>
                <a:gd name="connsiteX38" fmla="*/ 9184212 w 10687217"/>
                <a:gd name="connsiteY38" fmla="*/ 151371 h 1450308"/>
                <a:gd name="connsiteX39" fmla="*/ 9322280 w 10687217"/>
                <a:gd name="connsiteY39" fmla="*/ 195365 h 1450308"/>
                <a:gd name="connsiteX40" fmla="*/ 10120891 w 10687217"/>
                <a:gd name="connsiteY40" fmla="*/ 513155 h 1450308"/>
                <a:gd name="connsiteX41" fmla="*/ 10489869 w 10687217"/>
                <a:gd name="connsiteY41" fmla="*/ 796979 h 1450308"/>
                <a:gd name="connsiteX42" fmla="*/ 10687217 w 10687217"/>
                <a:gd name="connsiteY42" fmla="*/ 1189441 h 1450308"/>
                <a:gd name="connsiteX43" fmla="*/ 10682574 w 10687217"/>
                <a:gd name="connsiteY43" fmla="*/ 1190197 h 1450308"/>
                <a:gd name="connsiteX44" fmla="*/ 10118586 w 10687217"/>
                <a:gd name="connsiteY44" fmla="*/ 517254 h 1450308"/>
                <a:gd name="connsiteX45" fmla="*/ 9320908 w 10687217"/>
                <a:gd name="connsiteY45" fmla="*/ 199868 h 1450308"/>
                <a:gd name="connsiteX46" fmla="*/ 9182681 w 10687217"/>
                <a:gd name="connsiteY46" fmla="*/ 155821 h 1450308"/>
                <a:gd name="connsiteX47" fmla="*/ 9053726 w 10687217"/>
                <a:gd name="connsiteY47" fmla="*/ 96259 h 1450308"/>
                <a:gd name="connsiteX48" fmla="*/ 8846843 w 10687217"/>
                <a:gd name="connsiteY48" fmla="*/ 12564 h 1450308"/>
                <a:gd name="connsiteX49" fmla="*/ 8261817 w 10687217"/>
                <a:gd name="connsiteY49" fmla="*/ 246166 h 1450308"/>
                <a:gd name="connsiteX50" fmla="*/ 8177013 w 10687217"/>
                <a:gd name="connsiteY50" fmla="*/ 308454 h 1450308"/>
                <a:gd name="connsiteX51" fmla="*/ 7689914 w 10687217"/>
                <a:gd name="connsiteY51" fmla="*/ 693018 h 1450308"/>
                <a:gd name="connsiteX52" fmla="*/ 7129726 w 10687217"/>
                <a:gd name="connsiteY52" fmla="*/ 1126555 h 1450308"/>
                <a:gd name="connsiteX53" fmla="*/ 7061598 w 10687217"/>
                <a:gd name="connsiteY53" fmla="*/ 1172149 h 1450308"/>
                <a:gd name="connsiteX54" fmla="*/ 6524382 w 10687217"/>
                <a:gd name="connsiteY54" fmla="*/ 1438259 h 1450308"/>
                <a:gd name="connsiteX55" fmla="*/ 6403483 w 10687217"/>
                <a:gd name="connsiteY55" fmla="*/ 1450309 h 14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0687217" h="1450308">
                  <a:moveTo>
                    <a:pt x="6403483" y="1450309"/>
                  </a:moveTo>
                  <a:cubicBezTo>
                    <a:pt x="6372647" y="1450309"/>
                    <a:pt x="6342145" y="1447917"/>
                    <a:pt x="6312153" y="1443132"/>
                  </a:cubicBezTo>
                  <a:cubicBezTo>
                    <a:pt x="6165624" y="1419772"/>
                    <a:pt x="6041452" y="1354933"/>
                    <a:pt x="5931898" y="1297711"/>
                  </a:cubicBezTo>
                  <a:cubicBezTo>
                    <a:pt x="5746529" y="1200910"/>
                    <a:pt x="5584802" y="1090600"/>
                    <a:pt x="5407630" y="966850"/>
                  </a:cubicBezTo>
                  <a:cubicBezTo>
                    <a:pt x="5259728" y="863541"/>
                    <a:pt x="5116014" y="756503"/>
                    <a:pt x="4977031" y="652982"/>
                  </a:cubicBezTo>
                  <a:cubicBezTo>
                    <a:pt x="4947338" y="630871"/>
                    <a:pt x="4917681" y="608777"/>
                    <a:pt x="4887988" y="586719"/>
                  </a:cubicBezTo>
                  <a:cubicBezTo>
                    <a:pt x="4872913" y="575531"/>
                    <a:pt x="4857855" y="564309"/>
                    <a:pt x="4842780" y="553086"/>
                  </a:cubicBezTo>
                  <a:cubicBezTo>
                    <a:pt x="4697728" y="445097"/>
                    <a:pt x="4547734" y="333433"/>
                    <a:pt x="4387150" y="238848"/>
                  </a:cubicBezTo>
                  <a:cubicBezTo>
                    <a:pt x="4241676" y="153182"/>
                    <a:pt x="4120882" y="106251"/>
                    <a:pt x="4006983" y="91176"/>
                  </a:cubicBezTo>
                  <a:cubicBezTo>
                    <a:pt x="3592920" y="36381"/>
                    <a:pt x="3389274" y="162646"/>
                    <a:pt x="3107404" y="337408"/>
                  </a:cubicBezTo>
                  <a:cubicBezTo>
                    <a:pt x="2954682" y="432098"/>
                    <a:pt x="2781592" y="539400"/>
                    <a:pt x="2538666" y="644152"/>
                  </a:cubicBezTo>
                  <a:cubicBezTo>
                    <a:pt x="2256760" y="765703"/>
                    <a:pt x="1937193" y="858827"/>
                    <a:pt x="1561741" y="928820"/>
                  </a:cubicBezTo>
                  <a:cubicBezTo>
                    <a:pt x="1346327" y="968979"/>
                    <a:pt x="1129787" y="1034574"/>
                    <a:pt x="899756" y="1129369"/>
                  </a:cubicBezTo>
                  <a:cubicBezTo>
                    <a:pt x="631430" y="1239943"/>
                    <a:pt x="427591" y="1301633"/>
                    <a:pt x="247745" y="1356058"/>
                  </a:cubicBezTo>
                  <a:cubicBezTo>
                    <a:pt x="160267" y="1382532"/>
                    <a:pt x="77645" y="1407546"/>
                    <a:pt x="1566" y="1434424"/>
                  </a:cubicBezTo>
                  <a:lnTo>
                    <a:pt x="0" y="1429974"/>
                  </a:lnTo>
                  <a:cubicBezTo>
                    <a:pt x="76167" y="1403061"/>
                    <a:pt x="158843" y="1378029"/>
                    <a:pt x="246373" y="1351538"/>
                  </a:cubicBezTo>
                  <a:cubicBezTo>
                    <a:pt x="426113" y="1297130"/>
                    <a:pt x="629829" y="1235476"/>
                    <a:pt x="897944" y="1124989"/>
                  </a:cubicBezTo>
                  <a:cubicBezTo>
                    <a:pt x="1128275" y="1030071"/>
                    <a:pt x="1345131" y="964388"/>
                    <a:pt x="1560861" y="924158"/>
                  </a:cubicBezTo>
                  <a:cubicBezTo>
                    <a:pt x="2406192" y="766565"/>
                    <a:pt x="2810035" y="516181"/>
                    <a:pt x="3104905" y="333380"/>
                  </a:cubicBezTo>
                  <a:cubicBezTo>
                    <a:pt x="3246984" y="245287"/>
                    <a:pt x="3369696" y="169208"/>
                    <a:pt x="3507623" y="122786"/>
                  </a:cubicBezTo>
                  <a:cubicBezTo>
                    <a:pt x="3656686" y="72618"/>
                    <a:pt x="3815563" y="61078"/>
                    <a:pt x="4007582" y="86479"/>
                  </a:cubicBezTo>
                  <a:cubicBezTo>
                    <a:pt x="4122131" y="101642"/>
                    <a:pt x="4243506" y="148750"/>
                    <a:pt x="4389525" y="234767"/>
                  </a:cubicBezTo>
                  <a:cubicBezTo>
                    <a:pt x="4550320" y="329475"/>
                    <a:pt x="4700420" y="441210"/>
                    <a:pt x="4845577" y="549269"/>
                  </a:cubicBezTo>
                  <a:cubicBezTo>
                    <a:pt x="4860652" y="560491"/>
                    <a:pt x="4875727" y="571714"/>
                    <a:pt x="4890785" y="582902"/>
                  </a:cubicBezTo>
                  <a:cubicBezTo>
                    <a:pt x="4920478" y="604943"/>
                    <a:pt x="4950135" y="627036"/>
                    <a:pt x="4979828" y="649165"/>
                  </a:cubicBezTo>
                  <a:cubicBezTo>
                    <a:pt x="5118776" y="752668"/>
                    <a:pt x="5262473" y="859689"/>
                    <a:pt x="5410304" y="962945"/>
                  </a:cubicBezTo>
                  <a:cubicBezTo>
                    <a:pt x="5587335" y="1086589"/>
                    <a:pt x="5748939" y="1196829"/>
                    <a:pt x="5934062" y="1293489"/>
                  </a:cubicBezTo>
                  <a:cubicBezTo>
                    <a:pt x="6043299" y="1350535"/>
                    <a:pt x="6167119" y="1415198"/>
                    <a:pt x="6312874" y="1438435"/>
                  </a:cubicBezTo>
                  <a:cubicBezTo>
                    <a:pt x="6381108" y="1449306"/>
                    <a:pt x="6451945" y="1447705"/>
                    <a:pt x="6523468" y="1433668"/>
                  </a:cubicBezTo>
                  <a:cubicBezTo>
                    <a:pt x="6722522" y="1395075"/>
                    <a:pt x="6909070" y="1269320"/>
                    <a:pt x="7058959" y="1168262"/>
                  </a:cubicBezTo>
                  <a:cubicBezTo>
                    <a:pt x="7082689" y="1152255"/>
                    <a:pt x="7105116" y="1137144"/>
                    <a:pt x="7127123" y="1122650"/>
                  </a:cubicBezTo>
                  <a:cubicBezTo>
                    <a:pt x="7324400" y="992691"/>
                    <a:pt x="7508678" y="838527"/>
                    <a:pt x="7686871" y="689430"/>
                  </a:cubicBezTo>
                  <a:cubicBezTo>
                    <a:pt x="7842442" y="559278"/>
                    <a:pt x="8003325" y="424675"/>
                    <a:pt x="8174287" y="304619"/>
                  </a:cubicBezTo>
                  <a:cubicBezTo>
                    <a:pt x="8200849" y="285974"/>
                    <a:pt x="8229081" y="264812"/>
                    <a:pt x="8258968" y="242419"/>
                  </a:cubicBezTo>
                  <a:cubicBezTo>
                    <a:pt x="8341028" y="180940"/>
                    <a:pt x="8434046" y="111247"/>
                    <a:pt x="8533714" y="62345"/>
                  </a:cubicBezTo>
                  <a:cubicBezTo>
                    <a:pt x="8649231" y="5668"/>
                    <a:pt x="8751978" y="-12116"/>
                    <a:pt x="8847793" y="7973"/>
                  </a:cubicBezTo>
                  <a:cubicBezTo>
                    <a:pt x="8925349" y="24244"/>
                    <a:pt x="8991719" y="58739"/>
                    <a:pt x="9055889" y="92090"/>
                  </a:cubicBezTo>
                  <a:cubicBezTo>
                    <a:pt x="9099654" y="114853"/>
                    <a:pt x="9141009" y="136331"/>
                    <a:pt x="9184212" y="151371"/>
                  </a:cubicBezTo>
                  <a:cubicBezTo>
                    <a:pt x="9219974" y="163825"/>
                    <a:pt x="9267380" y="178443"/>
                    <a:pt x="9322280" y="195365"/>
                  </a:cubicBezTo>
                  <a:cubicBezTo>
                    <a:pt x="9529655" y="259306"/>
                    <a:pt x="9843066" y="355949"/>
                    <a:pt x="10120891" y="513155"/>
                  </a:cubicBezTo>
                  <a:cubicBezTo>
                    <a:pt x="10273964" y="599771"/>
                    <a:pt x="10398117" y="695270"/>
                    <a:pt x="10489869" y="796979"/>
                  </a:cubicBezTo>
                  <a:cubicBezTo>
                    <a:pt x="10598051" y="916893"/>
                    <a:pt x="10664438" y="1048946"/>
                    <a:pt x="10687217" y="1189441"/>
                  </a:cubicBezTo>
                  <a:lnTo>
                    <a:pt x="10682574" y="1190197"/>
                  </a:lnTo>
                  <a:cubicBezTo>
                    <a:pt x="10640673" y="931722"/>
                    <a:pt x="10450924" y="705297"/>
                    <a:pt x="10118586" y="517254"/>
                  </a:cubicBezTo>
                  <a:cubicBezTo>
                    <a:pt x="9841201" y="360294"/>
                    <a:pt x="9528107" y="263757"/>
                    <a:pt x="9320908" y="199868"/>
                  </a:cubicBezTo>
                  <a:cubicBezTo>
                    <a:pt x="9265973" y="182928"/>
                    <a:pt x="9218513" y="168293"/>
                    <a:pt x="9182681" y="155821"/>
                  </a:cubicBezTo>
                  <a:cubicBezTo>
                    <a:pt x="9139145" y="140676"/>
                    <a:pt x="9097649" y="119092"/>
                    <a:pt x="9053726" y="96259"/>
                  </a:cubicBezTo>
                  <a:cubicBezTo>
                    <a:pt x="8989836" y="63048"/>
                    <a:pt x="8923766" y="28694"/>
                    <a:pt x="8846843" y="12564"/>
                  </a:cubicBezTo>
                  <a:cubicBezTo>
                    <a:pt x="8633400" y="-32204"/>
                    <a:pt x="8427362" y="122153"/>
                    <a:pt x="8261817" y="246166"/>
                  </a:cubicBezTo>
                  <a:cubicBezTo>
                    <a:pt x="8231896" y="268594"/>
                    <a:pt x="8203628" y="289755"/>
                    <a:pt x="8177013" y="308454"/>
                  </a:cubicBezTo>
                  <a:cubicBezTo>
                    <a:pt x="8006210" y="428404"/>
                    <a:pt x="7845414" y="562936"/>
                    <a:pt x="7689914" y="693018"/>
                  </a:cubicBezTo>
                  <a:cubicBezTo>
                    <a:pt x="7511616" y="842186"/>
                    <a:pt x="7327232" y="996438"/>
                    <a:pt x="7129726" y="1126555"/>
                  </a:cubicBezTo>
                  <a:cubicBezTo>
                    <a:pt x="7107738" y="1141050"/>
                    <a:pt x="7085327" y="1156142"/>
                    <a:pt x="7061598" y="1172149"/>
                  </a:cubicBezTo>
                  <a:cubicBezTo>
                    <a:pt x="6911357" y="1273436"/>
                    <a:pt x="6724369" y="1399490"/>
                    <a:pt x="6524382" y="1438259"/>
                  </a:cubicBezTo>
                  <a:cubicBezTo>
                    <a:pt x="6483749" y="1446316"/>
                    <a:pt x="6443325" y="1450309"/>
                    <a:pt x="6403483" y="1450309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任意多边形: 形状 1392"/>
            <p:cNvSpPr/>
            <p:nvPr>
              <p:custDataLst>
                <p:tags r:id="rId13"/>
              </p:custDataLst>
            </p:nvPr>
          </p:nvSpPr>
          <p:spPr>
            <a:xfrm>
              <a:off x="1425255" y="3123031"/>
              <a:ext cx="10766041" cy="1560771"/>
            </a:xfrm>
            <a:custGeom>
              <a:avLst/>
              <a:gdLst>
                <a:gd name="connsiteX0" fmla="*/ 6520653 w 10766041"/>
                <a:gd name="connsiteY0" fmla="*/ 1560771 h 1560771"/>
                <a:gd name="connsiteX1" fmla="*/ 6424908 w 10766041"/>
                <a:gd name="connsiteY1" fmla="*/ 1552539 h 1560771"/>
                <a:gd name="connsiteX2" fmla="*/ 6038515 w 10766041"/>
                <a:gd name="connsiteY2" fmla="*/ 1390759 h 1560771"/>
                <a:gd name="connsiteX3" fmla="*/ 5513930 w 10766041"/>
                <a:gd name="connsiteY3" fmla="*/ 1026634 h 1560771"/>
                <a:gd name="connsiteX4" fmla="*/ 5132760 w 10766041"/>
                <a:gd name="connsiteY4" fmla="*/ 724007 h 1560771"/>
                <a:gd name="connsiteX5" fmla="*/ 4995396 w 10766041"/>
                <a:gd name="connsiteY5" fmla="*/ 613257 h 1560771"/>
                <a:gd name="connsiteX6" fmla="*/ 4965052 w 10766041"/>
                <a:gd name="connsiteY6" fmla="*/ 588894 h 1560771"/>
                <a:gd name="connsiteX7" fmla="*/ 4490970 w 10766041"/>
                <a:gd name="connsiteY7" fmla="*/ 239634 h 1560771"/>
                <a:gd name="connsiteX8" fmla="*/ 4101128 w 10766041"/>
                <a:gd name="connsiteY8" fmla="*/ 85875 h 1560771"/>
                <a:gd name="connsiteX9" fmla="*/ 3262517 w 10766041"/>
                <a:gd name="connsiteY9" fmla="*/ 373533 h 1560771"/>
                <a:gd name="connsiteX10" fmla="*/ 2686673 w 10766041"/>
                <a:gd name="connsiteY10" fmla="*/ 739434 h 1560771"/>
                <a:gd name="connsiteX11" fmla="*/ 1638224 w 10766041"/>
                <a:gd name="connsiteY11" fmla="*/ 1065580 h 1560771"/>
                <a:gd name="connsiteX12" fmla="*/ 952651 w 10766041"/>
                <a:gd name="connsiteY12" fmla="*/ 1259744 h 1560771"/>
                <a:gd name="connsiteX13" fmla="*/ 189995 w 10766041"/>
                <a:gd name="connsiteY13" fmla="*/ 1455087 h 1560771"/>
                <a:gd name="connsiteX14" fmla="*/ 967 w 10766041"/>
                <a:gd name="connsiteY14" fmla="*/ 1490039 h 1560771"/>
                <a:gd name="connsiteX15" fmla="*/ 0 w 10766041"/>
                <a:gd name="connsiteY15" fmla="*/ 1485484 h 1560771"/>
                <a:gd name="connsiteX16" fmla="*/ 189186 w 10766041"/>
                <a:gd name="connsiteY16" fmla="*/ 1450496 h 1560771"/>
                <a:gd name="connsiteX17" fmla="*/ 951015 w 10766041"/>
                <a:gd name="connsiteY17" fmla="*/ 1255364 h 1560771"/>
                <a:gd name="connsiteX18" fmla="*/ 1637362 w 10766041"/>
                <a:gd name="connsiteY18" fmla="*/ 1060989 h 1560771"/>
                <a:gd name="connsiteX19" fmla="*/ 3259702 w 10766041"/>
                <a:gd name="connsiteY19" fmla="*/ 369804 h 1560771"/>
                <a:gd name="connsiteX20" fmla="*/ 4101638 w 10766041"/>
                <a:gd name="connsiteY20" fmla="*/ 81249 h 1560771"/>
                <a:gd name="connsiteX21" fmla="*/ 4493397 w 10766041"/>
                <a:gd name="connsiteY21" fmla="*/ 235659 h 1560771"/>
                <a:gd name="connsiteX22" fmla="*/ 4967954 w 10766041"/>
                <a:gd name="connsiteY22" fmla="*/ 585253 h 1560771"/>
                <a:gd name="connsiteX23" fmla="*/ 4998298 w 10766041"/>
                <a:gd name="connsiteY23" fmla="*/ 609616 h 1560771"/>
                <a:gd name="connsiteX24" fmla="*/ 5135663 w 10766041"/>
                <a:gd name="connsiteY24" fmla="*/ 720383 h 1560771"/>
                <a:gd name="connsiteX25" fmla="*/ 5516744 w 10766041"/>
                <a:gd name="connsiteY25" fmla="*/ 1022940 h 1560771"/>
                <a:gd name="connsiteX26" fmla="*/ 6040819 w 10766041"/>
                <a:gd name="connsiteY26" fmla="*/ 1386730 h 1560771"/>
                <a:gd name="connsiteX27" fmla="*/ 6425700 w 10766041"/>
                <a:gd name="connsiteY27" fmla="*/ 1547948 h 1560771"/>
                <a:gd name="connsiteX28" fmla="*/ 6642239 w 10766041"/>
                <a:gd name="connsiteY28" fmla="*/ 1543339 h 1560771"/>
                <a:gd name="connsiteX29" fmla="*/ 7186086 w 10766041"/>
                <a:gd name="connsiteY29" fmla="*/ 1253940 h 1560771"/>
                <a:gd name="connsiteX30" fmla="*/ 7253563 w 10766041"/>
                <a:gd name="connsiteY30" fmla="*/ 1205196 h 1560771"/>
                <a:gd name="connsiteX31" fmla="*/ 7808703 w 10766041"/>
                <a:gd name="connsiteY31" fmla="*/ 742846 h 1560771"/>
                <a:gd name="connsiteX32" fmla="*/ 8301502 w 10766041"/>
                <a:gd name="connsiteY32" fmla="*/ 325212 h 1560771"/>
                <a:gd name="connsiteX33" fmla="*/ 8383368 w 10766041"/>
                <a:gd name="connsiteY33" fmla="*/ 260901 h 1560771"/>
                <a:gd name="connsiteX34" fmla="*/ 8662952 w 10766041"/>
                <a:gd name="connsiteY34" fmla="*/ 65945 h 1560771"/>
                <a:gd name="connsiteX35" fmla="*/ 8986635 w 10766041"/>
                <a:gd name="connsiteY35" fmla="*/ 10236 h 1560771"/>
                <a:gd name="connsiteX36" fmla="*/ 9198231 w 10766041"/>
                <a:gd name="connsiteY36" fmla="*/ 107652 h 1560771"/>
                <a:gd name="connsiteX37" fmla="*/ 9325323 w 10766041"/>
                <a:gd name="connsiteY37" fmla="*/ 174830 h 1560771"/>
                <a:gd name="connsiteX38" fmla="*/ 9495125 w 10766041"/>
                <a:gd name="connsiteY38" fmla="*/ 235272 h 1560771"/>
                <a:gd name="connsiteX39" fmla="*/ 10246187 w 10766041"/>
                <a:gd name="connsiteY39" fmla="*/ 557337 h 1560771"/>
                <a:gd name="connsiteX40" fmla="*/ 10584190 w 10766041"/>
                <a:gd name="connsiteY40" fmla="*/ 830781 h 1560771"/>
                <a:gd name="connsiteX41" fmla="*/ 10766041 w 10766041"/>
                <a:gd name="connsiteY41" fmla="*/ 1201696 h 1560771"/>
                <a:gd name="connsiteX42" fmla="*/ 10761450 w 10766041"/>
                <a:gd name="connsiteY42" fmla="*/ 1202470 h 1560771"/>
                <a:gd name="connsiteX43" fmla="*/ 10243795 w 10766041"/>
                <a:gd name="connsiteY43" fmla="*/ 561330 h 1560771"/>
                <a:gd name="connsiteX44" fmla="*/ 9493629 w 10766041"/>
                <a:gd name="connsiteY44" fmla="*/ 239669 h 1560771"/>
                <a:gd name="connsiteX45" fmla="*/ 9323582 w 10766041"/>
                <a:gd name="connsiteY45" fmla="*/ 179140 h 1560771"/>
                <a:gd name="connsiteX46" fmla="*/ 9195857 w 10766041"/>
                <a:gd name="connsiteY46" fmla="*/ 111645 h 1560771"/>
                <a:gd name="connsiteX47" fmla="*/ 8985527 w 10766041"/>
                <a:gd name="connsiteY47" fmla="*/ 14739 h 1560771"/>
                <a:gd name="connsiteX48" fmla="*/ 8386270 w 10766041"/>
                <a:gd name="connsiteY48" fmla="*/ 264507 h 1560771"/>
                <a:gd name="connsiteX49" fmla="*/ 8304281 w 10766041"/>
                <a:gd name="connsiteY49" fmla="*/ 328906 h 1560771"/>
                <a:gd name="connsiteX50" fmla="*/ 7811798 w 10766041"/>
                <a:gd name="connsiteY50" fmla="*/ 746277 h 1560771"/>
                <a:gd name="connsiteX51" fmla="*/ 7256255 w 10766041"/>
                <a:gd name="connsiteY51" fmla="*/ 1208960 h 1560771"/>
                <a:gd name="connsiteX52" fmla="*/ 7188830 w 10766041"/>
                <a:gd name="connsiteY52" fmla="*/ 1257669 h 1560771"/>
                <a:gd name="connsiteX53" fmla="*/ 6643206 w 10766041"/>
                <a:gd name="connsiteY53" fmla="*/ 1547860 h 1560771"/>
                <a:gd name="connsiteX54" fmla="*/ 6520653 w 10766041"/>
                <a:gd name="connsiteY54" fmla="*/ 1560771 h 156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0766041" h="1560771">
                  <a:moveTo>
                    <a:pt x="6520653" y="1560771"/>
                  </a:moveTo>
                  <a:cubicBezTo>
                    <a:pt x="6488339" y="1560771"/>
                    <a:pt x="6456360" y="1558027"/>
                    <a:pt x="6424908" y="1552539"/>
                  </a:cubicBezTo>
                  <a:cubicBezTo>
                    <a:pt x="6274016" y="1526206"/>
                    <a:pt x="6143425" y="1451112"/>
                    <a:pt x="6038515" y="1390759"/>
                  </a:cubicBezTo>
                  <a:cubicBezTo>
                    <a:pt x="5840428" y="1276842"/>
                    <a:pt x="5666967" y="1143911"/>
                    <a:pt x="5513930" y="1026634"/>
                  </a:cubicBezTo>
                  <a:cubicBezTo>
                    <a:pt x="5383601" y="926756"/>
                    <a:pt x="5256087" y="823692"/>
                    <a:pt x="5132760" y="724007"/>
                  </a:cubicBezTo>
                  <a:cubicBezTo>
                    <a:pt x="5087781" y="687647"/>
                    <a:pt x="5041254" y="650039"/>
                    <a:pt x="4995396" y="613257"/>
                  </a:cubicBezTo>
                  <a:cubicBezTo>
                    <a:pt x="4985281" y="605148"/>
                    <a:pt x="4975184" y="597021"/>
                    <a:pt x="4965052" y="588894"/>
                  </a:cubicBezTo>
                  <a:cubicBezTo>
                    <a:pt x="4815128" y="468452"/>
                    <a:pt x="4660085" y="343893"/>
                    <a:pt x="4490970" y="239634"/>
                  </a:cubicBezTo>
                  <a:cubicBezTo>
                    <a:pt x="4342523" y="148128"/>
                    <a:pt x="4218650" y="99261"/>
                    <a:pt x="4101128" y="85875"/>
                  </a:cubicBezTo>
                  <a:cubicBezTo>
                    <a:pt x="3706326" y="40896"/>
                    <a:pt x="3520165" y="180424"/>
                    <a:pt x="3262517" y="373533"/>
                  </a:cubicBezTo>
                  <a:cubicBezTo>
                    <a:pt x="3111010" y="487080"/>
                    <a:pt x="2939291" y="615772"/>
                    <a:pt x="2686673" y="739434"/>
                  </a:cubicBezTo>
                  <a:cubicBezTo>
                    <a:pt x="2393280" y="883043"/>
                    <a:pt x="2050318" y="989730"/>
                    <a:pt x="1638224" y="1065580"/>
                  </a:cubicBezTo>
                  <a:cubicBezTo>
                    <a:pt x="1420031" y="1105739"/>
                    <a:pt x="1195770" y="1169259"/>
                    <a:pt x="952651" y="1259744"/>
                  </a:cubicBezTo>
                  <a:cubicBezTo>
                    <a:pt x="634121" y="1378305"/>
                    <a:pt x="387871" y="1420874"/>
                    <a:pt x="189995" y="1455087"/>
                  </a:cubicBezTo>
                  <a:cubicBezTo>
                    <a:pt x="123503" y="1466592"/>
                    <a:pt x="60705" y="1477445"/>
                    <a:pt x="967" y="1490039"/>
                  </a:cubicBezTo>
                  <a:lnTo>
                    <a:pt x="0" y="1485484"/>
                  </a:lnTo>
                  <a:cubicBezTo>
                    <a:pt x="59825" y="1472872"/>
                    <a:pt x="122659" y="1462000"/>
                    <a:pt x="189186" y="1450496"/>
                  </a:cubicBezTo>
                  <a:cubicBezTo>
                    <a:pt x="386869" y="1416318"/>
                    <a:pt x="632890" y="1373784"/>
                    <a:pt x="951015" y="1255364"/>
                  </a:cubicBezTo>
                  <a:cubicBezTo>
                    <a:pt x="1194397" y="1164773"/>
                    <a:pt x="1418905" y="1101201"/>
                    <a:pt x="1637362" y="1060989"/>
                  </a:cubicBezTo>
                  <a:cubicBezTo>
                    <a:pt x="2565369" y="890185"/>
                    <a:pt x="2966679" y="589404"/>
                    <a:pt x="3259702" y="369804"/>
                  </a:cubicBezTo>
                  <a:cubicBezTo>
                    <a:pt x="3518213" y="176062"/>
                    <a:pt x="3705007" y="36059"/>
                    <a:pt x="4101638" y="81249"/>
                  </a:cubicBezTo>
                  <a:cubicBezTo>
                    <a:pt x="4219864" y="94723"/>
                    <a:pt x="4344335" y="143783"/>
                    <a:pt x="4493397" y="235659"/>
                  </a:cubicBezTo>
                  <a:cubicBezTo>
                    <a:pt x="4662776" y="340076"/>
                    <a:pt x="4817925" y="464705"/>
                    <a:pt x="4967954" y="585253"/>
                  </a:cubicBezTo>
                  <a:cubicBezTo>
                    <a:pt x="4978069" y="593380"/>
                    <a:pt x="4988183" y="601506"/>
                    <a:pt x="4998298" y="609616"/>
                  </a:cubicBezTo>
                  <a:cubicBezTo>
                    <a:pt x="5044157" y="646415"/>
                    <a:pt x="5090684" y="684024"/>
                    <a:pt x="5135663" y="720383"/>
                  </a:cubicBezTo>
                  <a:cubicBezTo>
                    <a:pt x="5258972" y="820051"/>
                    <a:pt x="5386468" y="923097"/>
                    <a:pt x="5516744" y="1022940"/>
                  </a:cubicBezTo>
                  <a:cubicBezTo>
                    <a:pt x="5669676" y="1140129"/>
                    <a:pt x="5842996" y="1272972"/>
                    <a:pt x="6040819" y="1386730"/>
                  </a:cubicBezTo>
                  <a:cubicBezTo>
                    <a:pt x="6145429" y="1446890"/>
                    <a:pt x="6275617" y="1521755"/>
                    <a:pt x="6425700" y="1547948"/>
                  </a:cubicBezTo>
                  <a:cubicBezTo>
                    <a:pt x="6495939" y="1560208"/>
                    <a:pt x="6568781" y="1558643"/>
                    <a:pt x="6642239" y="1543339"/>
                  </a:cubicBezTo>
                  <a:cubicBezTo>
                    <a:pt x="6846271" y="1501280"/>
                    <a:pt x="7034684" y="1364127"/>
                    <a:pt x="7186086" y="1253940"/>
                  </a:cubicBezTo>
                  <a:cubicBezTo>
                    <a:pt x="7209622" y="1236806"/>
                    <a:pt x="7231839" y="1220641"/>
                    <a:pt x="7253563" y="1205196"/>
                  </a:cubicBezTo>
                  <a:cubicBezTo>
                    <a:pt x="7450120" y="1065457"/>
                    <a:pt x="7632410" y="901460"/>
                    <a:pt x="7808703" y="742846"/>
                  </a:cubicBezTo>
                  <a:cubicBezTo>
                    <a:pt x="7965575" y="601718"/>
                    <a:pt x="8127777" y="455769"/>
                    <a:pt x="8301502" y="325212"/>
                  </a:cubicBezTo>
                  <a:cubicBezTo>
                    <a:pt x="8327043" y="306021"/>
                    <a:pt x="8354396" y="284103"/>
                    <a:pt x="8383368" y="260901"/>
                  </a:cubicBezTo>
                  <a:cubicBezTo>
                    <a:pt x="8466483" y="194321"/>
                    <a:pt x="8560680" y="118875"/>
                    <a:pt x="8662952" y="65945"/>
                  </a:cubicBezTo>
                  <a:cubicBezTo>
                    <a:pt x="8781829" y="4413"/>
                    <a:pt x="8887706" y="-13811"/>
                    <a:pt x="8986635" y="10236"/>
                  </a:cubicBezTo>
                  <a:cubicBezTo>
                    <a:pt x="9066514" y="29656"/>
                    <a:pt x="9133480" y="69305"/>
                    <a:pt x="9198231" y="107652"/>
                  </a:cubicBezTo>
                  <a:cubicBezTo>
                    <a:pt x="9241469" y="133264"/>
                    <a:pt x="9282315" y="157433"/>
                    <a:pt x="9325323" y="174830"/>
                  </a:cubicBezTo>
                  <a:cubicBezTo>
                    <a:pt x="9367453" y="191858"/>
                    <a:pt x="9426609" y="211981"/>
                    <a:pt x="9495125" y="235272"/>
                  </a:cubicBezTo>
                  <a:cubicBezTo>
                    <a:pt x="9692508" y="302397"/>
                    <a:pt x="9990791" y="403824"/>
                    <a:pt x="10246187" y="557337"/>
                  </a:cubicBezTo>
                  <a:cubicBezTo>
                    <a:pt x="10386366" y="641595"/>
                    <a:pt x="10500090" y="733594"/>
                    <a:pt x="10584190" y="830781"/>
                  </a:cubicBezTo>
                  <a:cubicBezTo>
                    <a:pt x="10682873" y="944803"/>
                    <a:pt x="10744053" y="1069591"/>
                    <a:pt x="10766041" y="1201696"/>
                  </a:cubicBezTo>
                  <a:lnTo>
                    <a:pt x="10761450" y="1202470"/>
                  </a:lnTo>
                  <a:cubicBezTo>
                    <a:pt x="10720957" y="959175"/>
                    <a:pt x="10546792" y="743462"/>
                    <a:pt x="10243795" y="561330"/>
                  </a:cubicBezTo>
                  <a:cubicBezTo>
                    <a:pt x="9988820" y="408063"/>
                    <a:pt x="9690820" y="306724"/>
                    <a:pt x="9493629" y="239669"/>
                  </a:cubicBezTo>
                  <a:cubicBezTo>
                    <a:pt x="9425062" y="216344"/>
                    <a:pt x="9365834" y="196203"/>
                    <a:pt x="9323582" y="179140"/>
                  </a:cubicBezTo>
                  <a:cubicBezTo>
                    <a:pt x="9280239" y="161620"/>
                    <a:pt x="9239253" y="137345"/>
                    <a:pt x="9195857" y="111645"/>
                  </a:cubicBezTo>
                  <a:cubicBezTo>
                    <a:pt x="9131387" y="73474"/>
                    <a:pt x="9064737" y="34001"/>
                    <a:pt x="8985527" y="14739"/>
                  </a:cubicBezTo>
                  <a:cubicBezTo>
                    <a:pt x="8765029" y="-38877"/>
                    <a:pt x="8546115" y="136483"/>
                    <a:pt x="8386270" y="264507"/>
                  </a:cubicBezTo>
                  <a:cubicBezTo>
                    <a:pt x="8357281" y="287726"/>
                    <a:pt x="8329893" y="309662"/>
                    <a:pt x="8304281" y="328906"/>
                  </a:cubicBezTo>
                  <a:cubicBezTo>
                    <a:pt x="8130715" y="459357"/>
                    <a:pt x="7968583" y="605218"/>
                    <a:pt x="7811798" y="746277"/>
                  </a:cubicBezTo>
                  <a:cubicBezTo>
                    <a:pt x="7635418" y="904961"/>
                    <a:pt x="7453022" y="1069063"/>
                    <a:pt x="7256255" y="1208960"/>
                  </a:cubicBezTo>
                  <a:cubicBezTo>
                    <a:pt x="7234565" y="1224387"/>
                    <a:pt x="7212349" y="1240553"/>
                    <a:pt x="7188830" y="1257669"/>
                  </a:cubicBezTo>
                  <a:cubicBezTo>
                    <a:pt x="7037076" y="1368137"/>
                    <a:pt x="6848206" y="1505607"/>
                    <a:pt x="6643206" y="1547860"/>
                  </a:cubicBezTo>
                  <a:cubicBezTo>
                    <a:pt x="6602045" y="1556479"/>
                    <a:pt x="6561094" y="1560771"/>
                    <a:pt x="6520653" y="156077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任意多边形: 形状 1393"/>
            <p:cNvSpPr/>
            <p:nvPr>
              <p:custDataLst>
                <p:tags r:id="rId14"/>
              </p:custDataLst>
            </p:nvPr>
          </p:nvSpPr>
          <p:spPr>
            <a:xfrm>
              <a:off x="1346397" y="3060537"/>
              <a:ext cx="10844846" cy="1671410"/>
            </a:xfrm>
            <a:custGeom>
              <a:avLst/>
              <a:gdLst>
                <a:gd name="connsiteX0" fmla="*/ 6637630 w 10844846"/>
                <a:gd name="connsiteY0" fmla="*/ 1671410 h 1671410"/>
                <a:gd name="connsiteX1" fmla="*/ 6537698 w 10844846"/>
                <a:gd name="connsiteY1" fmla="*/ 1662105 h 1671410"/>
                <a:gd name="connsiteX2" fmla="*/ 6145166 w 10844846"/>
                <a:gd name="connsiteY2" fmla="*/ 1483966 h 1671410"/>
                <a:gd name="connsiteX3" fmla="*/ 5620247 w 10844846"/>
                <a:gd name="connsiteY3" fmla="*/ 1086560 h 1671410"/>
                <a:gd name="connsiteX4" fmla="*/ 5279430 w 10844846"/>
                <a:gd name="connsiteY4" fmla="*/ 793484 h 1671410"/>
                <a:gd name="connsiteX5" fmla="*/ 5102804 w 10844846"/>
                <a:gd name="connsiteY5" fmla="*/ 639919 h 1671410"/>
                <a:gd name="connsiteX6" fmla="*/ 5084492 w 10844846"/>
                <a:gd name="connsiteY6" fmla="*/ 624123 h 1671410"/>
                <a:gd name="connsiteX7" fmla="*/ 4594789 w 10844846"/>
                <a:gd name="connsiteY7" fmla="*/ 240543 h 1671410"/>
                <a:gd name="connsiteX8" fmla="*/ 4195255 w 10844846"/>
                <a:gd name="connsiteY8" fmla="*/ 80698 h 1671410"/>
                <a:gd name="connsiteX9" fmla="*/ 3407005 w 10844846"/>
                <a:gd name="connsiteY9" fmla="*/ 408533 h 1671410"/>
                <a:gd name="connsiteX10" fmla="*/ 2828453 w 10844846"/>
                <a:gd name="connsiteY10" fmla="*/ 834928 h 1671410"/>
                <a:gd name="connsiteX11" fmla="*/ 1714673 w 10844846"/>
                <a:gd name="connsiteY11" fmla="*/ 1202482 h 1671410"/>
                <a:gd name="connsiteX12" fmla="*/ 1005528 w 10844846"/>
                <a:gd name="connsiteY12" fmla="*/ 1390261 h 1671410"/>
                <a:gd name="connsiteX13" fmla="*/ 535896 w 10844846"/>
                <a:gd name="connsiteY13" fmla="*/ 1502647 h 1671410"/>
                <a:gd name="connsiteX14" fmla="*/ 162976 w 10844846"/>
                <a:gd name="connsiteY14" fmla="*/ 1535313 h 1671410"/>
                <a:gd name="connsiteX15" fmla="*/ 387 w 10844846"/>
                <a:gd name="connsiteY15" fmla="*/ 1545761 h 1671410"/>
                <a:gd name="connsiteX16" fmla="*/ 0 w 10844846"/>
                <a:gd name="connsiteY16" fmla="*/ 1541188 h 1671410"/>
                <a:gd name="connsiteX17" fmla="*/ 162730 w 10844846"/>
                <a:gd name="connsiteY17" fmla="*/ 1530721 h 1671410"/>
                <a:gd name="connsiteX18" fmla="*/ 1004085 w 10844846"/>
                <a:gd name="connsiteY18" fmla="*/ 1385916 h 1671410"/>
                <a:gd name="connsiteX19" fmla="*/ 1713881 w 10844846"/>
                <a:gd name="connsiteY19" fmla="*/ 1197979 h 1671410"/>
                <a:gd name="connsiteX20" fmla="*/ 3403980 w 10844846"/>
                <a:gd name="connsiteY20" fmla="*/ 405120 h 1671410"/>
                <a:gd name="connsiteX21" fmla="*/ 3745535 w 10844846"/>
                <a:gd name="connsiteY21" fmla="*/ 147718 h 1671410"/>
                <a:gd name="connsiteX22" fmla="*/ 4195713 w 10844846"/>
                <a:gd name="connsiteY22" fmla="*/ 76142 h 1671410"/>
                <a:gd name="connsiteX23" fmla="*/ 4597287 w 10844846"/>
                <a:gd name="connsiteY23" fmla="*/ 236691 h 1671410"/>
                <a:gd name="connsiteX24" fmla="*/ 5087500 w 10844846"/>
                <a:gd name="connsiteY24" fmla="*/ 620657 h 1671410"/>
                <a:gd name="connsiteX25" fmla="*/ 5105811 w 10844846"/>
                <a:gd name="connsiteY25" fmla="*/ 636454 h 1671410"/>
                <a:gd name="connsiteX26" fmla="*/ 5282455 w 10844846"/>
                <a:gd name="connsiteY26" fmla="*/ 790037 h 1671410"/>
                <a:gd name="connsiteX27" fmla="*/ 5623185 w 10844846"/>
                <a:gd name="connsiteY27" fmla="*/ 1083060 h 1671410"/>
                <a:gd name="connsiteX28" fmla="*/ 6147594 w 10844846"/>
                <a:gd name="connsiteY28" fmla="*/ 1480096 h 1671410"/>
                <a:gd name="connsiteX29" fmla="*/ 6538543 w 10844846"/>
                <a:gd name="connsiteY29" fmla="*/ 1657602 h 1671410"/>
                <a:gd name="connsiteX30" fmla="*/ 6761028 w 10844846"/>
                <a:gd name="connsiteY30" fmla="*/ 1653134 h 1671410"/>
                <a:gd name="connsiteX31" fmla="*/ 7313881 w 10844846"/>
                <a:gd name="connsiteY31" fmla="*/ 1339125 h 1671410"/>
                <a:gd name="connsiteX32" fmla="*/ 7380004 w 10844846"/>
                <a:gd name="connsiteY32" fmla="*/ 1287849 h 1671410"/>
                <a:gd name="connsiteX33" fmla="*/ 7931362 w 10844846"/>
                <a:gd name="connsiteY33" fmla="*/ 796193 h 1671410"/>
                <a:gd name="connsiteX34" fmla="*/ 8428699 w 10844846"/>
                <a:gd name="connsiteY34" fmla="*/ 345911 h 1671410"/>
                <a:gd name="connsiteX35" fmla="*/ 8507609 w 10844846"/>
                <a:gd name="connsiteY35" fmla="*/ 279911 h 1671410"/>
                <a:gd name="connsiteX36" fmla="*/ 8792014 w 10844846"/>
                <a:gd name="connsiteY36" fmla="*/ 69810 h 1671410"/>
                <a:gd name="connsiteX37" fmla="*/ 9125442 w 10844846"/>
                <a:gd name="connsiteY37" fmla="*/ 12605 h 1671410"/>
                <a:gd name="connsiteX38" fmla="*/ 9340820 w 10844846"/>
                <a:gd name="connsiteY38" fmla="*/ 123619 h 1671410"/>
                <a:gd name="connsiteX39" fmla="*/ 9466417 w 10844846"/>
                <a:gd name="connsiteY39" fmla="*/ 198414 h 1671410"/>
                <a:gd name="connsiteX40" fmla="*/ 9660088 w 10844846"/>
                <a:gd name="connsiteY40" fmla="*/ 274563 h 1671410"/>
                <a:gd name="connsiteX41" fmla="*/ 10365118 w 10844846"/>
                <a:gd name="connsiteY41" fmla="*/ 598722 h 1671410"/>
                <a:gd name="connsiteX42" fmla="*/ 10676206 w 10844846"/>
                <a:gd name="connsiteY42" fmla="*/ 862457 h 1671410"/>
                <a:gd name="connsiteX43" fmla="*/ 10844846 w 10844846"/>
                <a:gd name="connsiteY43" fmla="*/ 1214074 h 1671410"/>
                <a:gd name="connsiteX44" fmla="*/ 10840326 w 10844846"/>
                <a:gd name="connsiteY44" fmla="*/ 1214848 h 1671410"/>
                <a:gd name="connsiteX45" fmla="*/ 10362672 w 10844846"/>
                <a:gd name="connsiteY45" fmla="*/ 602592 h 1671410"/>
                <a:gd name="connsiteX46" fmla="*/ 9658505 w 10844846"/>
                <a:gd name="connsiteY46" fmla="*/ 278873 h 1671410"/>
                <a:gd name="connsiteX47" fmla="*/ 9464499 w 10844846"/>
                <a:gd name="connsiteY47" fmla="*/ 202601 h 1671410"/>
                <a:gd name="connsiteX48" fmla="*/ 9338287 w 10844846"/>
                <a:gd name="connsiteY48" fmla="*/ 127471 h 1671410"/>
                <a:gd name="connsiteX49" fmla="*/ 9124228 w 10844846"/>
                <a:gd name="connsiteY49" fmla="*/ 17056 h 1671410"/>
                <a:gd name="connsiteX50" fmla="*/ 8510582 w 10844846"/>
                <a:gd name="connsiteY50" fmla="*/ 283429 h 1671410"/>
                <a:gd name="connsiteX51" fmla="*/ 8431566 w 10844846"/>
                <a:gd name="connsiteY51" fmla="*/ 349534 h 1671410"/>
                <a:gd name="connsiteX52" fmla="*/ 7934546 w 10844846"/>
                <a:gd name="connsiteY52" fmla="*/ 799553 h 1671410"/>
                <a:gd name="connsiteX53" fmla="*/ 7382783 w 10844846"/>
                <a:gd name="connsiteY53" fmla="*/ 1291543 h 1671410"/>
                <a:gd name="connsiteX54" fmla="*/ 7316713 w 10844846"/>
                <a:gd name="connsiteY54" fmla="*/ 1342784 h 1671410"/>
                <a:gd name="connsiteX55" fmla="*/ 6762013 w 10844846"/>
                <a:gd name="connsiteY55" fmla="*/ 1657654 h 1671410"/>
                <a:gd name="connsiteX56" fmla="*/ 6637630 w 10844846"/>
                <a:gd name="connsiteY56" fmla="*/ 1671410 h 167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10844846" h="1671410">
                  <a:moveTo>
                    <a:pt x="6637630" y="1671410"/>
                  </a:moveTo>
                  <a:cubicBezTo>
                    <a:pt x="6603909" y="1671410"/>
                    <a:pt x="6570540" y="1668314"/>
                    <a:pt x="6537698" y="1662105"/>
                  </a:cubicBezTo>
                  <a:cubicBezTo>
                    <a:pt x="6382304" y="1632764"/>
                    <a:pt x="6250814" y="1550265"/>
                    <a:pt x="6145166" y="1483966"/>
                  </a:cubicBezTo>
                  <a:cubicBezTo>
                    <a:pt x="5948732" y="1360727"/>
                    <a:pt x="5774217" y="1215077"/>
                    <a:pt x="5620247" y="1086560"/>
                  </a:cubicBezTo>
                  <a:cubicBezTo>
                    <a:pt x="5504149" y="989672"/>
                    <a:pt x="5389916" y="889933"/>
                    <a:pt x="5279430" y="793484"/>
                  </a:cubicBezTo>
                  <a:cubicBezTo>
                    <a:pt x="5221645" y="743035"/>
                    <a:pt x="5161890" y="690861"/>
                    <a:pt x="5102804" y="639919"/>
                  </a:cubicBezTo>
                  <a:lnTo>
                    <a:pt x="5084492" y="624123"/>
                  </a:lnTo>
                  <a:cubicBezTo>
                    <a:pt x="4930662" y="491437"/>
                    <a:pt x="4771591" y="354231"/>
                    <a:pt x="4594789" y="240543"/>
                  </a:cubicBezTo>
                  <a:cubicBezTo>
                    <a:pt x="4443299" y="143127"/>
                    <a:pt x="4316331" y="92343"/>
                    <a:pt x="4195255" y="80698"/>
                  </a:cubicBezTo>
                  <a:cubicBezTo>
                    <a:pt x="3815686" y="44215"/>
                    <a:pt x="3644266" y="197024"/>
                    <a:pt x="3407005" y="408533"/>
                  </a:cubicBezTo>
                  <a:cubicBezTo>
                    <a:pt x="3257961" y="541412"/>
                    <a:pt x="3089021" y="692005"/>
                    <a:pt x="2828453" y="834928"/>
                  </a:cubicBezTo>
                  <a:cubicBezTo>
                    <a:pt x="2525596" y="1001053"/>
                    <a:pt x="2161279" y="1121266"/>
                    <a:pt x="1714673" y="1202482"/>
                  </a:cubicBezTo>
                  <a:cubicBezTo>
                    <a:pt x="1491343" y="1243098"/>
                    <a:pt x="1266009" y="1302748"/>
                    <a:pt x="1005528" y="1390261"/>
                  </a:cubicBezTo>
                  <a:cubicBezTo>
                    <a:pt x="848462" y="1443015"/>
                    <a:pt x="694844" y="1479779"/>
                    <a:pt x="535896" y="1502647"/>
                  </a:cubicBezTo>
                  <a:cubicBezTo>
                    <a:pt x="397300" y="1522577"/>
                    <a:pt x="272812" y="1529349"/>
                    <a:pt x="162976" y="1535313"/>
                  </a:cubicBezTo>
                  <a:cubicBezTo>
                    <a:pt x="106071" y="1538409"/>
                    <a:pt x="52314" y="1541328"/>
                    <a:pt x="387" y="1545761"/>
                  </a:cubicBezTo>
                  <a:lnTo>
                    <a:pt x="0" y="1541188"/>
                  </a:lnTo>
                  <a:cubicBezTo>
                    <a:pt x="51998" y="1536737"/>
                    <a:pt x="105790" y="1533817"/>
                    <a:pt x="162730" y="1530721"/>
                  </a:cubicBezTo>
                  <a:cubicBezTo>
                    <a:pt x="380747" y="1518883"/>
                    <a:pt x="652081" y="1504142"/>
                    <a:pt x="1004085" y="1385916"/>
                  </a:cubicBezTo>
                  <a:cubicBezTo>
                    <a:pt x="1264795" y="1298350"/>
                    <a:pt x="1490323" y="1238631"/>
                    <a:pt x="1713881" y="1197979"/>
                  </a:cubicBezTo>
                  <a:cubicBezTo>
                    <a:pt x="2719743" y="1015072"/>
                    <a:pt x="3115214" y="662540"/>
                    <a:pt x="3403980" y="405120"/>
                  </a:cubicBezTo>
                  <a:cubicBezTo>
                    <a:pt x="3522540" y="299437"/>
                    <a:pt x="3624934" y="208159"/>
                    <a:pt x="3745535" y="147718"/>
                  </a:cubicBezTo>
                  <a:cubicBezTo>
                    <a:pt x="3876743" y="81982"/>
                    <a:pt x="4019789" y="59238"/>
                    <a:pt x="4195713" y="76142"/>
                  </a:cubicBezTo>
                  <a:cubicBezTo>
                    <a:pt x="4317544" y="87857"/>
                    <a:pt x="4445146" y="138870"/>
                    <a:pt x="4597287" y="236691"/>
                  </a:cubicBezTo>
                  <a:cubicBezTo>
                    <a:pt x="4774371" y="350555"/>
                    <a:pt x="4933565" y="487866"/>
                    <a:pt x="5087500" y="620657"/>
                  </a:cubicBezTo>
                  <a:lnTo>
                    <a:pt x="5105811" y="636454"/>
                  </a:lnTo>
                  <a:cubicBezTo>
                    <a:pt x="5164916" y="687413"/>
                    <a:pt x="5224671" y="739587"/>
                    <a:pt x="5282455" y="790037"/>
                  </a:cubicBezTo>
                  <a:cubicBezTo>
                    <a:pt x="5392907" y="886468"/>
                    <a:pt x="5507139" y="986189"/>
                    <a:pt x="5623185" y="1083060"/>
                  </a:cubicBezTo>
                  <a:cubicBezTo>
                    <a:pt x="5777049" y="1211471"/>
                    <a:pt x="5951424" y="1357015"/>
                    <a:pt x="6147594" y="1480096"/>
                  </a:cubicBezTo>
                  <a:cubicBezTo>
                    <a:pt x="6252926" y="1546183"/>
                    <a:pt x="6384010" y="1628419"/>
                    <a:pt x="6538543" y="1657602"/>
                  </a:cubicBezTo>
                  <a:cubicBezTo>
                    <a:pt x="6610787" y="1671235"/>
                    <a:pt x="6685635" y="1669739"/>
                    <a:pt x="6761028" y="1653134"/>
                  </a:cubicBezTo>
                  <a:cubicBezTo>
                    <a:pt x="6970356" y="1607521"/>
                    <a:pt x="7160826" y="1458706"/>
                    <a:pt x="7313881" y="1339125"/>
                  </a:cubicBezTo>
                  <a:cubicBezTo>
                    <a:pt x="7336960" y="1321095"/>
                    <a:pt x="7358772" y="1304050"/>
                    <a:pt x="7380004" y="1287849"/>
                  </a:cubicBezTo>
                  <a:cubicBezTo>
                    <a:pt x="7576050" y="1138224"/>
                    <a:pt x="7756688" y="964359"/>
                    <a:pt x="7931362" y="796193"/>
                  </a:cubicBezTo>
                  <a:cubicBezTo>
                    <a:pt x="8089272" y="644193"/>
                    <a:pt x="8252547" y="487004"/>
                    <a:pt x="8428699" y="345911"/>
                  </a:cubicBezTo>
                  <a:cubicBezTo>
                    <a:pt x="8453220" y="326280"/>
                    <a:pt x="8479641" y="303746"/>
                    <a:pt x="8507609" y="279911"/>
                  </a:cubicBezTo>
                  <a:cubicBezTo>
                    <a:pt x="8591763" y="208194"/>
                    <a:pt x="8687139" y="126891"/>
                    <a:pt x="8792014" y="69810"/>
                  </a:cubicBezTo>
                  <a:cubicBezTo>
                    <a:pt x="8914303" y="3247"/>
                    <a:pt x="9023364" y="-15469"/>
                    <a:pt x="9125442" y="12605"/>
                  </a:cubicBezTo>
                  <a:cubicBezTo>
                    <a:pt x="9207783" y="35244"/>
                    <a:pt x="9275419" y="80170"/>
                    <a:pt x="9340820" y="123619"/>
                  </a:cubicBezTo>
                  <a:cubicBezTo>
                    <a:pt x="9383442" y="151922"/>
                    <a:pt x="9423690" y="178660"/>
                    <a:pt x="9466417" y="198414"/>
                  </a:cubicBezTo>
                  <a:cubicBezTo>
                    <a:pt x="9512962" y="219927"/>
                    <a:pt x="9581142" y="245240"/>
                    <a:pt x="9660088" y="274563"/>
                  </a:cubicBezTo>
                  <a:cubicBezTo>
                    <a:pt x="9858193" y="348127"/>
                    <a:pt x="10129492" y="448886"/>
                    <a:pt x="10365118" y="598722"/>
                  </a:cubicBezTo>
                  <a:cubicBezTo>
                    <a:pt x="10494039" y="680711"/>
                    <a:pt x="10598702" y="769438"/>
                    <a:pt x="10676206" y="862457"/>
                  </a:cubicBezTo>
                  <a:cubicBezTo>
                    <a:pt x="10766780" y="971166"/>
                    <a:pt x="10823527" y="1089463"/>
                    <a:pt x="10844846" y="1214074"/>
                  </a:cubicBezTo>
                  <a:lnTo>
                    <a:pt x="10840326" y="1214848"/>
                  </a:lnTo>
                  <a:cubicBezTo>
                    <a:pt x="10801029" y="985151"/>
                    <a:pt x="10640321" y="779166"/>
                    <a:pt x="10362672" y="602592"/>
                  </a:cubicBezTo>
                  <a:cubicBezTo>
                    <a:pt x="10127469" y="453002"/>
                    <a:pt x="9856417" y="352349"/>
                    <a:pt x="9658505" y="278873"/>
                  </a:cubicBezTo>
                  <a:cubicBezTo>
                    <a:pt x="9579472" y="249515"/>
                    <a:pt x="9511203" y="224167"/>
                    <a:pt x="9464499" y="202601"/>
                  </a:cubicBezTo>
                  <a:cubicBezTo>
                    <a:pt x="9421456" y="182706"/>
                    <a:pt x="9381050" y="155880"/>
                    <a:pt x="9338287" y="127471"/>
                  </a:cubicBezTo>
                  <a:cubicBezTo>
                    <a:pt x="9273185" y="84234"/>
                    <a:pt x="9205866" y="39501"/>
                    <a:pt x="9124228" y="17056"/>
                  </a:cubicBezTo>
                  <a:cubicBezTo>
                    <a:pt x="8896554" y="-45567"/>
                    <a:pt x="8673471" y="144587"/>
                    <a:pt x="8510582" y="283429"/>
                  </a:cubicBezTo>
                  <a:cubicBezTo>
                    <a:pt x="8482578" y="307299"/>
                    <a:pt x="8456122" y="329851"/>
                    <a:pt x="8431566" y="349534"/>
                  </a:cubicBezTo>
                  <a:cubicBezTo>
                    <a:pt x="8255590" y="490505"/>
                    <a:pt x="8092385" y="647606"/>
                    <a:pt x="7934546" y="799553"/>
                  </a:cubicBezTo>
                  <a:cubicBezTo>
                    <a:pt x="7759766" y="967789"/>
                    <a:pt x="7579058" y="1141759"/>
                    <a:pt x="7382783" y="1291543"/>
                  </a:cubicBezTo>
                  <a:cubicBezTo>
                    <a:pt x="7361586" y="1307726"/>
                    <a:pt x="7339774" y="1324754"/>
                    <a:pt x="7316713" y="1342784"/>
                  </a:cubicBezTo>
                  <a:cubicBezTo>
                    <a:pt x="7163288" y="1462646"/>
                    <a:pt x="6972361" y="1611831"/>
                    <a:pt x="6762013" y="1657654"/>
                  </a:cubicBezTo>
                  <a:cubicBezTo>
                    <a:pt x="6720288" y="1666820"/>
                    <a:pt x="6678704" y="1671410"/>
                    <a:pt x="6637630" y="1671410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任意多边形: 形状 1394"/>
            <p:cNvSpPr/>
            <p:nvPr>
              <p:custDataLst>
                <p:tags r:id="rId15"/>
              </p:custDataLst>
            </p:nvPr>
          </p:nvSpPr>
          <p:spPr>
            <a:xfrm>
              <a:off x="1267380" y="2998087"/>
              <a:ext cx="10923775" cy="1782023"/>
            </a:xfrm>
            <a:custGeom>
              <a:avLst/>
              <a:gdLst>
                <a:gd name="connsiteX0" fmla="*/ 6754607 w 10923775"/>
                <a:gd name="connsiteY0" fmla="*/ 1782023 h 1782023"/>
                <a:gd name="connsiteX1" fmla="*/ 6650665 w 10923775"/>
                <a:gd name="connsiteY1" fmla="*/ 1771645 h 1782023"/>
                <a:gd name="connsiteX2" fmla="*/ 6251993 w 10923775"/>
                <a:gd name="connsiteY2" fmla="*/ 1577164 h 1782023"/>
                <a:gd name="connsiteX3" fmla="*/ 5726757 w 10923775"/>
                <a:gd name="connsiteY3" fmla="*/ 1146495 h 1782023"/>
                <a:gd name="connsiteX4" fmla="*/ 5419345 w 10923775"/>
                <a:gd name="connsiteY4" fmla="*/ 861581 h 1782023"/>
                <a:gd name="connsiteX5" fmla="*/ 5210405 w 10923775"/>
                <a:gd name="connsiteY5" fmla="*/ 666590 h 1782023"/>
                <a:gd name="connsiteX6" fmla="*/ 5201908 w 10923775"/>
                <a:gd name="connsiteY6" fmla="*/ 658762 h 1782023"/>
                <a:gd name="connsiteX7" fmla="*/ 4698784 w 10923775"/>
                <a:gd name="connsiteY7" fmla="*/ 241462 h 1782023"/>
                <a:gd name="connsiteX8" fmla="*/ 4289576 w 10923775"/>
                <a:gd name="connsiteY8" fmla="*/ 75530 h 1782023"/>
                <a:gd name="connsiteX9" fmla="*/ 3544458 w 10923775"/>
                <a:gd name="connsiteY9" fmla="*/ 442293 h 1782023"/>
                <a:gd name="connsiteX10" fmla="*/ 2966239 w 10923775"/>
                <a:gd name="connsiteY10" fmla="*/ 930307 h 1782023"/>
                <a:gd name="connsiteX11" fmla="*/ 1791315 w 10923775"/>
                <a:gd name="connsiteY11" fmla="*/ 1339375 h 1782023"/>
                <a:gd name="connsiteX12" fmla="*/ 1058599 w 10923775"/>
                <a:gd name="connsiteY12" fmla="*/ 1520751 h 1782023"/>
                <a:gd name="connsiteX13" fmla="*/ 551657 w 10923775"/>
                <a:gd name="connsiteY13" fmla="*/ 1612239 h 1782023"/>
                <a:gd name="connsiteX14" fmla="*/ 148148 w 10923775"/>
                <a:gd name="connsiteY14" fmla="*/ 1607912 h 1782023"/>
                <a:gd name="connsiteX15" fmla="*/ 0 w 10923775"/>
                <a:gd name="connsiteY15" fmla="*/ 1601403 h 1782023"/>
                <a:gd name="connsiteX16" fmla="*/ 123 w 10923775"/>
                <a:gd name="connsiteY16" fmla="*/ 1596883 h 1782023"/>
                <a:gd name="connsiteX17" fmla="*/ 148394 w 10923775"/>
                <a:gd name="connsiteY17" fmla="*/ 1603391 h 1782023"/>
                <a:gd name="connsiteX18" fmla="*/ 1057297 w 10923775"/>
                <a:gd name="connsiteY18" fmla="*/ 1516424 h 1782023"/>
                <a:gd name="connsiteX19" fmla="*/ 1790523 w 10923775"/>
                <a:gd name="connsiteY19" fmla="*/ 1334925 h 1782023"/>
                <a:gd name="connsiteX20" fmla="*/ 3541186 w 10923775"/>
                <a:gd name="connsiteY20" fmla="*/ 439161 h 1782023"/>
                <a:gd name="connsiteX21" fmla="*/ 3858801 w 10923775"/>
                <a:gd name="connsiteY21" fmla="*/ 158592 h 1782023"/>
                <a:gd name="connsiteX22" fmla="*/ 4289927 w 10923775"/>
                <a:gd name="connsiteY22" fmla="*/ 71009 h 1782023"/>
                <a:gd name="connsiteX23" fmla="*/ 4701300 w 10923775"/>
                <a:gd name="connsiteY23" fmla="*/ 237697 h 1782023"/>
                <a:gd name="connsiteX24" fmla="*/ 5204969 w 10923775"/>
                <a:gd name="connsiteY24" fmla="*/ 655437 h 1782023"/>
                <a:gd name="connsiteX25" fmla="*/ 5213466 w 10923775"/>
                <a:gd name="connsiteY25" fmla="*/ 663265 h 1782023"/>
                <a:gd name="connsiteX26" fmla="*/ 5422441 w 10923775"/>
                <a:gd name="connsiteY26" fmla="*/ 858274 h 1782023"/>
                <a:gd name="connsiteX27" fmla="*/ 5729783 w 10923775"/>
                <a:gd name="connsiteY27" fmla="*/ 1143135 h 1782023"/>
                <a:gd name="connsiteX28" fmla="*/ 6254526 w 10923775"/>
                <a:gd name="connsiteY28" fmla="*/ 1573417 h 1782023"/>
                <a:gd name="connsiteX29" fmla="*/ 6651562 w 10923775"/>
                <a:gd name="connsiteY29" fmla="*/ 1767212 h 1782023"/>
                <a:gd name="connsiteX30" fmla="*/ 6879993 w 10923775"/>
                <a:gd name="connsiteY30" fmla="*/ 1762902 h 1782023"/>
                <a:gd name="connsiteX31" fmla="*/ 7442345 w 10923775"/>
                <a:gd name="connsiteY31" fmla="*/ 1423739 h 1782023"/>
                <a:gd name="connsiteX32" fmla="*/ 7506621 w 10923775"/>
                <a:gd name="connsiteY32" fmla="*/ 1370493 h 1782023"/>
                <a:gd name="connsiteX33" fmla="*/ 8054865 w 10923775"/>
                <a:gd name="connsiteY33" fmla="*/ 849408 h 1782023"/>
                <a:gd name="connsiteX34" fmla="*/ 8556071 w 10923775"/>
                <a:gd name="connsiteY34" fmla="*/ 366618 h 1782023"/>
                <a:gd name="connsiteX35" fmla="*/ 8631922 w 10923775"/>
                <a:gd name="connsiteY35" fmla="*/ 299334 h 1782023"/>
                <a:gd name="connsiteX36" fmla="*/ 9264407 w 10923775"/>
                <a:gd name="connsiteY36" fmla="*/ 14983 h 1782023"/>
                <a:gd name="connsiteX37" fmla="*/ 9483867 w 10923775"/>
                <a:gd name="connsiteY37" fmla="*/ 139929 h 1782023"/>
                <a:gd name="connsiteX38" fmla="*/ 9607651 w 10923775"/>
                <a:gd name="connsiteY38" fmla="*/ 221971 h 1782023"/>
                <a:gd name="connsiteX39" fmla="*/ 9819002 w 10923775"/>
                <a:gd name="connsiteY39" fmla="*/ 313073 h 1782023"/>
                <a:gd name="connsiteX40" fmla="*/ 10923775 w 10923775"/>
                <a:gd name="connsiteY40" fmla="*/ 1226408 h 1782023"/>
                <a:gd name="connsiteX41" fmla="*/ 10919325 w 10923775"/>
                <a:gd name="connsiteY41" fmla="*/ 1227200 h 1782023"/>
                <a:gd name="connsiteX42" fmla="*/ 9817313 w 10923775"/>
                <a:gd name="connsiteY42" fmla="*/ 317259 h 1782023"/>
                <a:gd name="connsiteX43" fmla="*/ 9605558 w 10923775"/>
                <a:gd name="connsiteY43" fmla="*/ 225964 h 1782023"/>
                <a:gd name="connsiteX44" fmla="*/ 9481175 w 10923775"/>
                <a:gd name="connsiteY44" fmla="*/ 143553 h 1782023"/>
                <a:gd name="connsiteX45" fmla="*/ 9263071 w 10923775"/>
                <a:gd name="connsiteY45" fmla="*/ 19293 h 1782023"/>
                <a:gd name="connsiteX46" fmla="*/ 8634930 w 10923775"/>
                <a:gd name="connsiteY46" fmla="*/ 302677 h 1782023"/>
                <a:gd name="connsiteX47" fmla="*/ 8558974 w 10923775"/>
                <a:gd name="connsiteY47" fmla="*/ 370048 h 1782023"/>
                <a:gd name="connsiteX48" fmla="*/ 8058084 w 10923775"/>
                <a:gd name="connsiteY48" fmla="*/ 852557 h 1782023"/>
                <a:gd name="connsiteX49" fmla="*/ 7509453 w 10923775"/>
                <a:gd name="connsiteY49" fmla="*/ 1373993 h 1782023"/>
                <a:gd name="connsiteX50" fmla="*/ 7445212 w 10923775"/>
                <a:gd name="connsiteY50" fmla="*/ 1427204 h 1782023"/>
                <a:gd name="connsiteX51" fmla="*/ 6880978 w 10923775"/>
                <a:gd name="connsiteY51" fmla="*/ 1767300 h 1782023"/>
                <a:gd name="connsiteX52" fmla="*/ 6754607 w 10923775"/>
                <a:gd name="connsiteY52" fmla="*/ 1782023 h 178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0923775" h="1782023">
                  <a:moveTo>
                    <a:pt x="6754607" y="1782023"/>
                  </a:moveTo>
                  <a:cubicBezTo>
                    <a:pt x="6719550" y="1782023"/>
                    <a:pt x="6684844" y="1778575"/>
                    <a:pt x="6650665" y="1771645"/>
                  </a:cubicBezTo>
                  <a:cubicBezTo>
                    <a:pt x="6490679" y="1739261"/>
                    <a:pt x="6358328" y="1649373"/>
                    <a:pt x="6251993" y="1577164"/>
                  </a:cubicBezTo>
                  <a:cubicBezTo>
                    <a:pt x="6056738" y="1444549"/>
                    <a:pt x="5888995" y="1293024"/>
                    <a:pt x="5726757" y="1146495"/>
                  </a:cubicBezTo>
                  <a:cubicBezTo>
                    <a:pt x="5622340" y="1052174"/>
                    <a:pt x="5519154" y="955286"/>
                    <a:pt x="5419345" y="861581"/>
                  </a:cubicBezTo>
                  <a:cubicBezTo>
                    <a:pt x="5351076" y="797481"/>
                    <a:pt x="5280485" y="731200"/>
                    <a:pt x="5210405" y="666590"/>
                  </a:cubicBezTo>
                  <a:lnTo>
                    <a:pt x="5201908" y="658762"/>
                  </a:lnTo>
                  <a:cubicBezTo>
                    <a:pt x="5044931" y="514027"/>
                    <a:pt x="4882605" y="364384"/>
                    <a:pt x="4698784" y="241462"/>
                  </a:cubicBezTo>
                  <a:cubicBezTo>
                    <a:pt x="4544199" y="138082"/>
                    <a:pt x="4414169" y="85363"/>
                    <a:pt x="4289576" y="75530"/>
                  </a:cubicBezTo>
                  <a:cubicBezTo>
                    <a:pt x="3922461" y="46558"/>
                    <a:pt x="3763917" y="212560"/>
                    <a:pt x="3544458" y="442293"/>
                  </a:cubicBezTo>
                  <a:cubicBezTo>
                    <a:pt x="3398720" y="594855"/>
                    <a:pt x="3233545" y="767770"/>
                    <a:pt x="2966239" y="930307"/>
                  </a:cubicBezTo>
                  <a:cubicBezTo>
                    <a:pt x="2655327" y="1119353"/>
                    <a:pt x="2271009" y="1253164"/>
                    <a:pt x="1791315" y="1339375"/>
                  </a:cubicBezTo>
                  <a:cubicBezTo>
                    <a:pt x="1567070" y="1379675"/>
                    <a:pt x="1334242" y="1437319"/>
                    <a:pt x="1058599" y="1520751"/>
                  </a:cubicBezTo>
                  <a:cubicBezTo>
                    <a:pt x="889307" y="1571992"/>
                    <a:pt x="723499" y="1601914"/>
                    <a:pt x="551657" y="1612239"/>
                  </a:cubicBezTo>
                  <a:cubicBezTo>
                    <a:pt x="401838" y="1621246"/>
                    <a:pt x="267060" y="1614157"/>
                    <a:pt x="148148" y="1607912"/>
                  </a:cubicBezTo>
                  <a:cubicBezTo>
                    <a:pt x="96449" y="1605203"/>
                    <a:pt x="47600" y="1602635"/>
                    <a:pt x="0" y="1601403"/>
                  </a:cubicBezTo>
                  <a:lnTo>
                    <a:pt x="123" y="1596883"/>
                  </a:lnTo>
                  <a:cubicBezTo>
                    <a:pt x="47793" y="1598097"/>
                    <a:pt x="96660" y="1600665"/>
                    <a:pt x="148394" y="1603391"/>
                  </a:cubicBezTo>
                  <a:cubicBezTo>
                    <a:pt x="384371" y="1615793"/>
                    <a:pt x="678027" y="1631220"/>
                    <a:pt x="1057297" y="1516424"/>
                  </a:cubicBezTo>
                  <a:cubicBezTo>
                    <a:pt x="1333116" y="1432939"/>
                    <a:pt x="1566103" y="1375277"/>
                    <a:pt x="1790523" y="1334925"/>
                  </a:cubicBezTo>
                  <a:cubicBezTo>
                    <a:pt x="2871074" y="1140690"/>
                    <a:pt x="3258383" y="735228"/>
                    <a:pt x="3541186" y="439161"/>
                  </a:cubicBezTo>
                  <a:cubicBezTo>
                    <a:pt x="3650582" y="324630"/>
                    <a:pt x="3745060" y="225736"/>
                    <a:pt x="3858801" y="158592"/>
                  </a:cubicBezTo>
                  <a:cubicBezTo>
                    <a:pt x="3982779" y="85416"/>
                    <a:pt x="4119774" y="57588"/>
                    <a:pt x="4289927" y="71009"/>
                  </a:cubicBezTo>
                  <a:cubicBezTo>
                    <a:pt x="4415330" y="80895"/>
                    <a:pt x="4546046" y="133860"/>
                    <a:pt x="4701300" y="237697"/>
                  </a:cubicBezTo>
                  <a:cubicBezTo>
                    <a:pt x="4885402" y="360813"/>
                    <a:pt x="5047868" y="510597"/>
                    <a:pt x="5204969" y="655437"/>
                  </a:cubicBezTo>
                  <a:lnTo>
                    <a:pt x="5213466" y="663265"/>
                  </a:lnTo>
                  <a:cubicBezTo>
                    <a:pt x="5283564" y="727875"/>
                    <a:pt x="5354155" y="794174"/>
                    <a:pt x="5422441" y="858274"/>
                  </a:cubicBezTo>
                  <a:cubicBezTo>
                    <a:pt x="5522215" y="951961"/>
                    <a:pt x="5625401" y="1048850"/>
                    <a:pt x="5729783" y="1143135"/>
                  </a:cubicBezTo>
                  <a:cubicBezTo>
                    <a:pt x="5891897" y="1289576"/>
                    <a:pt x="6059535" y="1440995"/>
                    <a:pt x="6254526" y="1573417"/>
                  </a:cubicBezTo>
                  <a:cubicBezTo>
                    <a:pt x="6360527" y="1645415"/>
                    <a:pt x="6492456" y="1735004"/>
                    <a:pt x="6651562" y="1767212"/>
                  </a:cubicBezTo>
                  <a:cubicBezTo>
                    <a:pt x="6725829" y="1782234"/>
                    <a:pt x="6802682" y="1780792"/>
                    <a:pt x="6879993" y="1762902"/>
                  </a:cubicBezTo>
                  <a:cubicBezTo>
                    <a:pt x="7094861" y="1713684"/>
                    <a:pt x="7287530" y="1552907"/>
                    <a:pt x="7442345" y="1423739"/>
                  </a:cubicBezTo>
                  <a:cubicBezTo>
                    <a:pt x="7464825" y="1404988"/>
                    <a:pt x="7486039" y="1387274"/>
                    <a:pt x="7506621" y="1370493"/>
                  </a:cubicBezTo>
                  <a:cubicBezTo>
                    <a:pt x="7702333" y="1210894"/>
                    <a:pt x="7881563" y="1027125"/>
                    <a:pt x="8054865" y="849408"/>
                  </a:cubicBezTo>
                  <a:cubicBezTo>
                    <a:pt x="8213619" y="686608"/>
                    <a:pt x="8377792" y="518266"/>
                    <a:pt x="8556071" y="366618"/>
                  </a:cubicBezTo>
                  <a:cubicBezTo>
                    <a:pt x="8579538" y="346653"/>
                    <a:pt x="8604991" y="323662"/>
                    <a:pt x="8631922" y="299334"/>
                  </a:cubicBezTo>
                  <a:cubicBezTo>
                    <a:pt x="8798662" y="148724"/>
                    <a:pt x="9027005" y="-57525"/>
                    <a:pt x="9264407" y="14983"/>
                  </a:cubicBezTo>
                  <a:cubicBezTo>
                    <a:pt x="9349352" y="40930"/>
                    <a:pt x="9417744" y="91256"/>
                    <a:pt x="9483867" y="139929"/>
                  </a:cubicBezTo>
                  <a:cubicBezTo>
                    <a:pt x="9525767" y="170765"/>
                    <a:pt x="9565363" y="199895"/>
                    <a:pt x="9607651" y="221971"/>
                  </a:cubicBezTo>
                  <a:cubicBezTo>
                    <a:pt x="9657221" y="247847"/>
                    <a:pt x="9732193" y="278067"/>
                    <a:pt x="9819002" y="313073"/>
                  </a:cubicBezTo>
                  <a:cubicBezTo>
                    <a:pt x="10199045" y="466321"/>
                    <a:pt x="10835136" y="722809"/>
                    <a:pt x="10923775" y="1226408"/>
                  </a:cubicBezTo>
                  <a:lnTo>
                    <a:pt x="10919325" y="1227200"/>
                  </a:lnTo>
                  <a:cubicBezTo>
                    <a:pt x="10831108" y="726063"/>
                    <a:pt x="10196494" y="470156"/>
                    <a:pt x="9817313" y="317259"/>
                  </a:cubicBezTo>
                  <a:cubicBezTo>
                    <a:pt x="9730398" y="282201"/>
                    <a:pt x="9655322" y="251946"/>
                    <a:pt x="9605558" y="225964"/>
                  </a:cubicBezTo>
                  <a:cubicBezTo>
                    <a:pt x="9562954" y="203730"/>
                    <a:pt x="9523235" y="174494"/>
                    <a:pt x="9481175" y="143553"/>
                  </a:cubicBezTo>
                  <a:cubicBezTo>
                    <a:pt x="9415352" y="95108"/>
                    <a:pt x="9347276" y="45010"/>
                    <a:pt x="9263071" y="19293"/>
                  </a:cubicBezTo>
                  <a:cubicBezTo>
                    <a:pt x="9028113" y="-52476"/>
                    <a:pt x="8800861" y="152805"/>
                    <a:pt x="8634930" y="302677"/>
                  </a:cubicBezTo>
                  <a:cubicBezTo>
                    <a:pt x="8607963" y="327039"/>
                    <a:pt x="8582492" y="350048"/>
                    <a:pt x="8558974" y="370048"/>
                  </a:cubicBezTo>
                  <a:cubicBezTo>
                    <a:pt x="8380852" y="521573"/>
                    <a:pt x="8216768" y="689844"/>
                    <a:pt x="8058084" y="852557"/>
                  </a:cubicBezTo>
                  <a:cubicBezTo>
                    <a:pt x="7884676" y="1030362"/>
                    <a:pt x="7705376" y="1214236"/>
                    <a:pt x="7509453" y="1373993"/>
                  </a:cubicBezTo>
                  <a:cubicBezTo>
                    <a:pt x="7488889" y="1390757"/>
                    <a:pt x="7467675" y="1408471"/>
                    <a:pt x="7445212" y="1427204"/>
                  </a:cubicBezTo>
                  <a:cubicBezTo>
                    <a:pt x="7290028" y="1556688"/>
                    <a:pt x="7096884" y="1717836"/>
                    <a:pt x="6880978" y="1767300"/>
                  </a:cubicBezTo>
                  <a:cubicBezTo>
                    <a:pt x="6838637" y="1777116"/>
                    <a:pt x="6796385" y="1782023"/>
                    <a:pt x="6754607" y="1782023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任意多边形: 形状 1395"/>
            <p:cNvSpPr/>
            <p:nvPr>
              <p:custDataLst>
                <p:tags r:id="rId16"/>
              </p:custDataLst>
            </p:nvPr>
          </p:nvSpPr>
          <p:spPr>
            <a:xfrm>
              <a:off x="1188029" y="2935363"/>
              <a:ext cx="11003126" cy="1892928"/>
            </a:xfrm>
            <a:custGeom>
              <a:avLst/>
              <a:gdLst>
                <a:gd name="connsiteX0" fmla="*/ 6871796 w 11003126"/>
                <a:gd name="connsiteY0" fmla="*/ 1892928 h 1892928"/>
                <a:gd name="connsiteX1" fmla="*/ 6763948 w 11003126"/>
                <a:gd name="connsiteY1" fmla="*/ 1881477 h 1892928"/>
                <a:gd name="connsiteX2" fmla="*/ 6359155 w 11003126"/>
                <a:gd name="connsiteY2" fmla="*/ 1670637 h 1892928"/>
                <a:gd name="connsiteX3" fmla="*/ 5835625 w 11003126"/>
                <a:gd name="connsiteY3" fmla="*/ 1208656 h 1892928"/>
                <a:gd name="connsiteX4" fmla="*/ 5833602 w 11003126"/>
                <a:gd name="connsiteY4" fmla="*/ 1206686 h 1892928"/>
                <a:gd name="connsiteX5" fmla="*/ 5553983 w 11003126"/>
                <a:gd name="connsiteY5" fmla="*/ 928597 h 1892928"/>
                <a:gd name="connsiteX6" fmla="*/ 5318358 w 11003126"/>
                <a:gd name="connsiteY6" fmla="*/ 693518 h 1892928"/>
                <a:gd name="connsiteX7" fmla="*/ 5318006 w 11003126"/>
                <a:gd name="connsiteY7" fmla="*/ 693166 h 1892928"/>
                <a:gd name="connsiteX8" fmla="*/ 4803131 w 11003126"/>
                <a:gd name="connsiteY8" fmla="*/ 242619 h 1892928"/>
                <a:gd name="connsiteX9" fmla="*/ 4384230 w 11003126"/>
                <a:gd name="connsiteY9" fmla="*/ 70584 h 1892928"/>
                <a:gd name="connsiteX10" fmla="*/ 3677055 w 11003126"/>
                <a:gd name="connsiteY10" fmla="*/ 475113 h 1892928"/>
                <a:gd name="connsiteX11" fmla="*/ 3101440 w 11003126"/>
                <a:gd name="connsiteY11" fmla="*/ 1025697 h 1892928"/>
                <a:gd name="connsiteX12" fmla="*/ 1868308 w 11003126"/>
                <a:gd name="connsiteY12" fmla="*/ 1476508 h 1892928"/>
                <a:gd name="connsiteX13" fmla="*/ 1112021 w 11003126"/>
                <a:gd name="connsiteY13" fmla="*/ 1651481 h 1892928"/>
                <a:gd name="connsiteX14" fmla="*/ 571534 w 11003126"/>
                <a:gd name="connsiteY14" fmla="*/ 1719943 h 1892928"/>
                <a:gd name="connsiteX15" fmla="*/ 139581 w 11003126"/>
                <a:gd name="connsiteY15" fmla="*/ 1676952 h 1892928"/>
                <a:gd name="connsiteX16" fmla="*/ 0 w 11003126"/>
                <a:gd name="connsiteY16" fmla="*/ 1657268 h 1892928"/>
                <a:gd name="connsiteX17" fmla="*/ 545 w 11003126"/>
                <a:gd name="connsiteY17" fmla="*/ 1652835 h 1892928"/>
                <a:gd name="connsiteX18" fmla="*/ 140232 w 11003126"/>
                <a:gd name="connsiteY18" fmla="*/ 1672519 h 1892928"/>
                <a:gd name="connsiteX19" fmla="*/ 1110842 w 11003126"/>
                <a:gd name="connsiteY19" fmla="*/ 1647153 h 1892928"/>
                <a:gd name="connsiteX20" fmla="*/ 1867517 w 11003126"/>
                <a:gd name="connsiteY20" fmla="*/ 1472092 h 1892928"/>
                <a:gd name="connsiteX21" fmla="*/ 3673590 w 11003126"/>
                <a:gd name="connsiteY21" fmla="*/ 472264 h 1892928"/>
                <a:gd name="connsiteX22" fmla="*/ 3969938 w 11003126"/>
                <a:gd name="connsiteY22" fmla="*/ 168880 h 1892928"/>
                <a:gd name="connsiteX23" fmla="*/ 4384476 w 11003126"/>
                <a:gd name="connsiteY23" fmla="*/ 66116 h 1892928"/>
                <a:gd name="connsiteX24" fmla="*/ 4805647 w 11003126"/>
                <a:gd name="connsiteY24" fmla="*/ 238925 h 1892928"/>
                <a:gd name="connsiteX25" fmla="*/ 5321102 w 11003126"/>
                <a:gd name="connsiteY25" fmla="*/ 689964 h 1892928"/>
                <a:gd name="connsiteX26" fmla="*/ 5321454 w 11003126"/>
                <a:gd name="connsiteY26" fmla="*/ 690299 h 1892928"/>
                <a:gd name="connsiteX27" fmla="*/ 5557114 w 11003126"/>
                <a:gd name="connsiteY27" fmla="*/ 925413 h 1892928"/>
                <a:gd name="connsiteX28" fmla="*/ 5836681 w 11003126"/>
                <a:gd name="connsiteY28" fmla="*/ 1203450 h 1892928"/>
                <a:gd name="connsiteX29" fmla="*/ 5838704 w 11003126"/>
                <a:gd name="connsiteY29" fmla="*/ 1205420 h 1892928"/>
                <a:gd name="connsiteX30" fmla="*/ 6361758 w 11003126"/>
                <a:gd name="connsiteY30" fmla="*/ 1666995 h 1892928"/>
                <a:gd name="connsiteX31" fmla="*/ 6764863 w 11003126"/>
                <a:gd name="connsiteY31" fmla="*/ 1877079 h 1892928"/>
                <a:gd name="connsiteX32" fmla="*/ 6999257 w 11003126"/>
                <a:gd name="connsiteY32" fmla="*/ 1872910 h 1892928"/>
                <a:gd name="connsiteX33" fmla="*/ 7571495 w 11003126"/>
                <a:gd name="connsiteY33" fmla="*/ 1508047 h 1892928"/>
                <a:gd name="connsiteX34" fmla="*/ 7633572 w 11003126"/>
                <a:gd name="connsiteY34" fmla="*/ 1453358 h 1892928"/>
                <a:gd name="connsiteX35" fmla="*/ 8179248 w 11003126"/>
                <a:gd name="connsiteY35" fmla="*/ 902704 h 1892928"/>
                <a:gd name="connsiteX36" fmla="*/ 8683779 w 11003126"/>
                <a:gd name="connsiteY36" fmla="*/ 387513 h 1892928"/>
                <a:gd name="connsiteX37" fmla="*/ 8756498 w 11003126"/>
                <a:gd name="connsiteY37" fmla="*/ 319349 h 1892928"/>
                <a:gd name="connsiteX38" fmla="*/ 9050489 w 11003126"/>
                <a:gd name="connsiteY38" fmla="*/ 78271 h 1892928"/>
                <a:gd name="connsiteX39" fmla="*/ 9403707 w 11003126"/>
                <a:gd name="connsiteY39" fmla="*/ 17548 h 1892928"/>
                <a:gd name="connsiteX40" fmla="*/ 9627617 w 11003126"/>
                <a:gd name="connsiteY40" fmla="*/ 156848 h 1892928"/>
                <a:gd name="connsiteX41" fmla="*/ 9749255 w 11003126"/>
                <a:gd name="connsiteY41" fmla="*/ 245733 h 1892928"/>
                <a:gd name="connsiteX42" fmla="*/ 9973323 w 11003126"/>
                <a:gd name="connsiteY42" fmla="*/ 351135 h 1892928"/>
                <a:gd name="connsiteX43" fmla="*/ 10591191 w 11003126"/>
                <a:gd name="connsiteY43" fmla="*/ 675522 h 1892928"/>
                <a:gd name="connsiteX44" fmla="*/ 10856474 w 11003126"/>
                <a:gd name="connsiteY44" fmla="*/ 921368 h 1892928"/>
                <a:gd name="connsiteX45" fmla="*/ 11003126 w 11003126"/>
                <a:gd name="connsiteY45" fmla="*/ 1238947 h 1892928"/>
                <a:gd name="connsiteX46" fmla="*/ 10998746 w 11003126"/>
                <a:gd name="connsiteY46" fmla="*/ 1239739 h 1892928"/>
                <a:gd name="connsiteX47" fmla="*/ 10588622 w 11003126"/>
                <a:gd name="connsiteY47" fmla="*/ 679146 h 1892928"/>
                <a:gd name="connsiteX48" fmla="*/ 9971564 w 11003126"/>
                <a:gd name="connsiteY48" fmla="*/ 355199 h 1892928"/>
                <a:gd name="connsiteX49" fmla="*/ 9747021 w 11003126"/>
                <a:gd name="connsiteY49" fmla="*/ 249568 h 1892928"/>
                <a:gd name="connsiteX50" fmla="*/ 9624820 w 11003126"/>
                <a:gd name="connsiteY50" fmla="*/ 160296 h 1892928"/>
                <a:gd name="connsiteX51" fmla="*/ 9402300 w 11003126"/>
                <a:gd name="connsiteY51" fmla="*/ 21752 h 1892928"/>
                <a:gd name="connsiteX52" fmla="*/ 9052776 w 11003126"/>
                <a:gd name="connsiteY52" fmla="*/ 82070 h 1892928"/>
                <a:gd name="connsiteX53" fmla="*/ 8759576 w 11003126"/>
                <a:gd name="connsiteY53" fmla="*/ 322551 h 1892928"/>
                <a:gd name="connsiteX54" fmla="*/ 8686752 w 11003126"/>
                <a:gd name="connsiteY54" fmla="*/ 390802 h 1892928"/>
                <a:gd name="connsiteX55" fmla="*/ 8182519 w 11003126"/>
                <a:gd name="connsiteY55" fmla="*/ 905695 h 1892928"/>
                <a:gd name="connsiteX56" fmla="*/ 7636491 w 11003126"/>
                <a:gd name="connsiteY56" fmla="*/ 1456701 h 1892928"/>
                <a:gd name="connsiteX57" fmla="*/ 7574449 w 11003126"/>
                <a:gd name="connsiteY57" fmla="*/ 1511354 h 1892928"/>
                <a:gd name="connsiteX58" fmla="*/ 7000312 w 11003126"/>
                <a:gd name="connsiteY58" fmla="*/ 1877220 h 1892928"/>
                <a:gd name="connsiteX59" fmla="*/ 6871796 w 11003126"/>
                <a:gd name="connsiteY59" fmla="*/ 1892928 h 1892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11003126" h="1892928">
                  <a:moveTo>
                    <a:pt x="6871796" y="1892928"/>
                  </a:moveTo>
                  <a:cubicBezTo>
                    <a:pt x="6835436" y="1892928"/>
                    <a:pt x="6799428" y="1889111"/>
                    <a:pt x="6763948" y="1881477"/>
                  </a:cubicBezTo>
                  <a:cubicBezTo>
                    <a:pt x="6599301" y="1846032"/>
                    <a:pt x="6460493" y="1744658"/>
                    <a:pt x="6359155" y="1670637"/>
                  </a:cubicBezTo>
                  <a:cubicBezTo>
                    <a:pt x="6164621" y="1528558"/>
                    <a:pt x="5997370" y="1365933"/>
                    <a:pt x="5835625" y="1208656"/>
                  </a:cubicBezTo>
                  <a:lnTo>
                    <a:pt x="5833602" y="1206686"/>
                  </a:lnTo>
                  <a:cubicBezTo>
                    <a:pt x="5738842" y="1114547"/>
                    <a:pt x="5644856" y="1020015"/>
                    <a:pt x="5553983" y="928597"/>
                  </a:cubicBezTo>
                  <a:cubicBezTo>
                    <a:pt x="5477113" y="851270"/>
                    <a:pt x="5397621" y="771320"/>
                    <a:pt x="5318358" y="693518"/>
                  </a:cubicBezTo>
                  <a:lnTo>
                    <a:pt x="5318006" y="693166"/>
                  </a:lnTo>
                  <a:cubicBezTo>
                    <a:pt x="5158442" y="536557"/>
                    <a:pt x="4993443" y="374619"/>
                    <a:pt x="4803131" y="242619"/>
                  </a:cubicBezTo>
                  <a:cubicBezTo>
                    <a:pt x="4645414" y="133224"/>
                    <a:pt x="4512289" y="78552"/>
                    <a:pt x="4384230" y="70584"/>
                  </a:cubicBezTo>
                  <a:cubicBezTo>
                    <a:pt x="4027599" y="48402"/>
                    <a:pt x="3880560" y="227386"/>
                    <a:pt x="3677055" y="475113"/>
                  </a:cubicBezTo>
                  <a:cubicBezTo>
                    <a:pt x="3535293" y="647676"/>
                    <a:pt x="3374621" y="843248"/>
                    <a:pt x="3101440" y="1025697"/>
                  </a:cubicBezTo>
                  <a:cubicBezTo>
                    <a:pt x="2783456" y="1238050"/>
                    <a:pt x="2380105" y="1385529"/>
                    <a:pt x="1868308" y="1476508"/>
                  </a:cubicBezTo>
                  <a:cubicBezTo>
                    <a:pt x="1645120" y="1516192"/>
                    <a:pt x="1404798" y="1571795"/>
                    <a:pt x="1112021" y="1651481"/>
                  </a:cubicBezTo>
                  <a:cubicBezTo>
                    <a:pt x="931982" y="1700488"/>
                    <a:pt x="755197" y="1722898"/>
                    <a:pt x="571534" y="1719943"/>
                  </a:cubicBezTo>
                  <a:cubicBezTo>
                    <a:pt x="411390" y="1717392"/>
                    <a:pt x="266989" y="1695914"/>
                    <a:pt x="139581" y="1676952"/>
                  </a:cubicBezTo>
                  <a:cubicBezTo>
                    <a:pt x="90961" y="1669722"/>
                    <a:pt x="45032" y="1662897"/>
                    <a:pt x="0" y="1657268"/>
                  </a:cubicBezTo>
                  <a:lnTo>
                    <a:pt x="545" y="1652835"/>
                  </a:lnTo>
                  <a:cubicBezTo>
                    <a:pt x="45630" y="1658464"/>
                    <a:pt x="91576" y="1665289"/>
                    <a:pt x="140232" y="1672519"/>
                  </a:cubicBezTo>
                  <a:cubicBezTo>
                    <a:pt x="393008" y="1710110"/>
                    <a:pt x="707597" y="1756900"/>
                    <a:pt x="1110842" y="1647153"/>
                  </a:cubicBezTo>
                  <a:cubicBezTo>
                    <a:pt x="1403760" y="1567433"/>
                    <a:pt x="1644187" y="1511794"/>
                    <a:pt x="1867517" y="1472092"/>
                  </a:cubicBezTo>
                  <a:cubicBezTo>
                    <a:pt x="3020629" y="1267092"/>
                    <a:pt x="3398017" y="807698"/>
                    <a:pt x="3673590" y="472264"/>
                  </a:cubicBezTo>
                  <a:cubicBezTo>
                    <a:pt x="3774859" y="348989"/>
                    <a:pt x="3862319" y="242531"/>
                    <a:pt x="3969938" y="168880"/>
                  </a:cubicBezTo>
                  <a:cubicBezTo>
                    <a:pt x="4087407" y="88491"/>
                    <a:pt x="4219143" y="55825"/>
                    <a:pt x="4384476" y="66116"/>
                  </a:cubicBezTo>
                  <a:cubicBezTo>
                    <a:pt x="4513397" y="74137"/>
                    <a:pt x="4647226" y="129055"/>
                    <a:pt x="4805647" y="238925"/>
                  </a:cubicBezTo>
                  <a:cubicBezTo>
                    <a:pt x="4996275" y="371136"/>
                    <a:pt x="5161398" y="533215"/>
                    <a:pt x="5321102" y="689964"/>
                  </a:cubicBezTo>
                  <a:lnTo>
                    <a:pt x="5321454" y="690299"/>
                  </a:lnTo>
                  <a:cubicBezTo>
                    <a:pt x="5400734" y="768119"/>
                    <a:pt x="5480244" y="848086"/>
                    <a:pt x="5557114" y="925413"/>
                  </a:cubicBezTo>
                  <a:cubicBezTo>
                    <a:pt x="5647987" y="1016814"/>
                    <a:pt x="5741956" y="1111328"/>
                    <a:pt x="5836681" y="1203450"/>
                  </a:cubicBezTo>
                  <a:lnTo>
                    <a:pt x="5838704" y="1205420"/>
                  </a:lnTo>
                  <a:cubicBezTo>
                    <a:pt x="6000343" y="1362591"/>
                    <a:pt x="6167470" y="1525093"/>
                    <a:pt x="6361758" y="1666995"/>
                  </a:cubicBezTo>
                  <a:cubicBezTo>
                    <a:pt x="6462781" y="1740770"/>
                    <a:pt x="6601147" y="1841828"/>
                    <a:pt x="6764863" y="1877079"/>
                  </a:cubicBezTo>
                  <a:cubicBezTo>
                    <a:pt x="6841135" y="1893509"/>
                    <a:pt x="6919994" y="1892102"/>
                    <a:pt x="6999257" y="1872910"/>
                  </a:cubicBezTo>
                  <a:cubicBezTo>
                    <a:pt x="7219894" y="1819998"/>
                    <a:pt x="7414833" y="1647030"/>
                    <a:pt x="7571495" y="1508047"/>
                  </a:cubicBezTo>
                  <a:cubicBezTo>
                    <a:pt x="7593218" y="1488768"/>
                    <a:pt x="7613729" y="1470579"/>
                    <a:pt x="7633572" y="1453358"/>
                  </a:cubicBezTo>
                  <a:cubicBezTo>
                    <a:pt x="7829072" y="1283698"/>
                    <a:pt x="8007089" y="1090008"/>
                    <a:pt x="8179248" y="902704"/>
                  </a:cubicBezTo>
                  <a:cubicBezTo>
                    <a:pt x="8338723" y="729191"/>
                    <a:pt x="8503617" y="549785"/>
                    <a:pt x="8683779" y="387513"/>
                  </a:cubicBezTo>
                  <a:cubicBezTo>
                    <a:pt x="8706207" y="367318"/>
                    <a:pt x="8730640" y="344011"/>
                    <a:pt x="8756498" y="319349"/>
                  </a:cubicBezTo>
                  <a:cubicBezTo>
                    <a:pt x="8838399" y="241247"/>
                    <a:pt x="8940319" y="144042"/>
                    <a:pt x="9050489" y="78271"/>
                  </a:cubicBezTo>
                  <a:cubicBezTo>
                    <a:pt x="9179691" y="1136"/>
                    <a:pt x="9295243" y="-18741"/>
                    <a:pt x="9403707" y="17548"/>
                  </a:cubicBezTo>
                  <a:cubicBezTo>
                    <a:pt x="9491448" y="46889"/>
                    <a:pt x="9560667" y="102792"/>
                    <a:pt x="9627617" y="156848"/>
                  </a:cubicBezTo>
                  <a:cubicBezTo>
                    <a:pt x="9668708" y="190041"/>
                    <a:pt x="9707531" y="221387"/>
                    <a:pt x="9749255" y="245733"/>
                  </a:cubicBezTo>
                  <a:cubicBezTo>
                    <a:pt x="9800848" y="275848"/>
                    <a:pt x="9880780" y="310747"/>
                    <a:pt x="9973323" y="351135"/>
                  </a:cubicBezTo>
                  <a:cubicBezTo>
                    <a:pt x="10158886" y="432122"/>
                    <a:pt x="10389814" y="532916"/>
                    <a:pt x="10591191" y="675522"/>
                  </a:cubicBezTo>
                  <a:cubicBezTo>
                    <a:pt x="10700851" y="753167"/>
                    <a:pt x="10790105" y="835895"/>
                    <a:pt x="10856474" y="921368"/>
                  </a:cubicBezTo>
                  <a:cubicBezTo>
                    <a:pt x="10933573" y="1020649"/>
                    <a:pt x="10982914" y="1127511"/>
                    <a:pt x="11003126" y="1238947"/>
                  </a:cubicBezTo>
                  <a:lnTo>
                    <a:pt x="10998746" y="1239739"/>
                  </a:lnTo>
                  <a:cubicBezTo>
                    <a:pt x="10960926" y="1031168"/>
                    <a:pt x="10826781" y="847786"/>
                    <a:pt x="10588622" y="679146"/>
                  </a:cubicBezTo>
                  <a:cubicBezTo>
                    <a:pt x="10387615" y="536803"/>
                    <a:pt x="10156934" y="436115"/>
                    <a:pt x="9971564" y="355199"/>
                  </a:cubicBezTo>
                  <a:cubicBezTo>
                    <a:pt x="9878880" y="314741"/>
                    <a:pt x="9798843" y="279806"/>
                    <a:pt x="9747021" y="249568"/>
                  </a:cubicBezTo>
                  <a:cubicBezTo>
                    <a:pt x="9704997" y="225046"/>
                    <a:pt x="9666052" y="193595"/>
                    <a:pt x="9624820" y="160296"/>
                  </a:cubicBezTo>
                  <a:cubicBezTo>
                    <a:pt x="9558186" y="106486"/>
                    <a:pt x="9489284" y="50847"/>
                    <a:pt x="9402300" y="21752"/>
                  </a:cubicBezTo>
                  <a:cubicBezTo>
                    <a:pt x="9295138" y="-14097"/>
                    <a:pt x="9180799" y="5639"/>
                    <a:pt x="9052776" y="82070"/>
                  </a:cubicBezTo>
                  <a:cubicBezTo>
                    <a:pt x="8943028" y="147595"/>
                    <a:pt x="8841302" y="244607"/>
                    <a:pt x="8759576" y="322551"/>
                  </a:cubicBezTo>
                  <a:cubicBezTo>
                    <a:pt x="8733683" y="347248"/>
                    <a:pt x="8709233" y="370573"/>
                    <a:pt x="8686752" y="390802"/>
                  </a:cubicBezTo>
                  <a:cubicBezTo>
                    <a:pt x="8506747" y="552916"/>
                    <a:pt x="8341907" y="732252"/>
                    <a:pt x="8182519" y="905695"/>
                  </a:cubicBezTo>
                  <a:cubicBezTo>
                    <a:pt x="8010273" y="1093104"/>
                    <a:pt x="7832169" y="1286881"/>
                    <a:pt x="7636491" y="1456701"/>
                  </a:cubicBezTo>
                  <a:cubicBezTo>
                    <a:pt x="7616667" y="1473904"/>
                    <a:pt x="7596157" y="1492093"/>
                    <a:pt x="7574449" y="1511354"/>
                  </a:cubicBezTo>
                  <a:cubicBezTo>
                    <a:pt x="7417437" y="1650671"/>
                    <a:pt x="7222023" y="1824044"/>
                    <a:pt x="7000312" y="1877220"/>
                  </a:cubicBezTo>
                  <a:cubicBezTo>
                    <a:pt x="6957268" y="1887704"/>
                    <a:pt x="6914294" y="1892928"/>
                    <a:pt x="6871796" y="1892928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任意多边形: 形状 1396"/>
            <p:cNvSpPr/>
            <p:nvPr>
              <p:custDataLst>
                <p:tags r:id="rId17"/>
              </p:custDataLst>
            </p:nvPr>
          </p:nvSpPr>
          <p:spPr>
            <a:xfrm>
              <a:off x="1108713" y="2872705"/>
              <a:ext cx="11082389" cy="2003749"/>
            </a:xfrm>
            <a:custGeom>
              <a:avLst/>
              <a:gdLst>
                <a:gd name="connsiteX0" fmla="*/ 6988861 w 11082389"/>
                <a:gd name="connsiteY0" fmla="*/ 2003749 h 2003749"/>
                <a:gd name="connsiteX1" fmla="*/ 6877213 w 11082389"/>
                <a:gd name="connsiteY1" fmla="*/ 1991207 h 2003749"/>
                <a:gd name="connsiteX2" fmla="*/ 6466281 w 11082389"/>
                <a:gd name="connsiteY2" fmla="*/ 1764008 h 2003749"/>
                <a:gd name="connsiteX3" fmla="*/ 5945250 w 11082389"/>
                <a:gd name="connsiteY3" fmla="*/ 1271842 h 2003749"/>
                <a:gd name="connsiteX4" fmla="*/ 5940412 w 11082389"/>
                <a:gd name="connsiteY4" fmla="*/ 1266794 h 2003749"/>
                <a:gd name="connsiteX5" fmla="*/ 5684153 w 11082389"/>
                <a:gd name="connsiteY5" fmla="*/ 994439 h 2003749"/>
                <a:gd name="connsiteX6" fmla="*/ 5426241 w 11082389"/>
                <a:gd name="connsiteY6" fmla="*/ 720379 h 2003749"/>
                <a:gd name="connsiteX7" fmla="*/ 4907408 w 11082389"/>
                <a:gd name="connsiteY7" fmla="*/ 243728 h 2003749"/>
                <a:gd name="connsiteX8" fmla="*/ 4478814 w 11082389"/>
                <a:gd name="connsiteY8" fmla="*/ 65606 h 2003749"/>
                <a:gd name="connsiteX9" fmla="*/ 3805660 w 11082389"/>
                <a:gd name="connsiteY9" fmla="*/ 506794 h 2003749"/>
                <a:gd name="connsiteX10" fmla="*/ 1945249 w 11082389"/>
                <a:gd name="connsiteY10" fmla="*/ 1613591 h 2003749"/>
                <a:gd name="connsiteX11" fmla="*/ 1165408 w 11082389"/>
                <a:gd name="connsiteY11" fmla="*/ 1782161 h 2003749"/>
                <a:gd name="connsiteX12" fmla="*/ 593522 w 11082389"/>
                <a:gd name="connsiteY12" fmla="*/ 1826384 h 2003749"/>
                <a:gd name="connsiteX13" fmla="*/ 134339 w 11082389"/>
                <a:gd name="connsiteY13" fmla="*/ 1743779 h 2003749"/>
                <a:gd name="connsiteX14" fmla="*/ 0 w 11082389"/>
                <a:gd name="connsiteY14" fmla="*/ 1713083 h 2003749"/>
                <a:gd name="connsiteX15" fmla="*/ 915 w 11082389"/>
                <a:gd name="connsiteY15" fmla="*/ 1708773 h 2003749"/>
                <a:gd name="connsiteX16" fmla="*/ 135342 w 11082389"/>
                <a:gd name="connsiteY16" fmla="*/ 1739486 h 2003749"/>
                <a:gd name="connsiteX17" fmla="*/ 1164353 w 11082389"/>
                <a:gd name="connsiteY17" fmla="*/ 1777869 h 2003749"/>
                <a:gd name="connsiteX18" fmla="*/ 1944475 w 11082389"/>
                <a:gd name="connsiteY18" fmla="*/ 1609246 h 2003749"/>
                <a:gd name="connsiteX19" fmla="*/ 3802071 w 11082389"/>
                <a:gd name="connsiteY19" fmla="*/ 504226 h 2003749"/>
                <a:gd name="connsiteX20" fmla="*/ 4079193 w 11082389"/>
                <a:gd name="connsiteY20" fmla="*/ 178432 h 2003749"/>
                <a:gd name="connsiteX21" fmla="*/ 4479008 w 11082389"/>
                <a:gd name="connsiteY21" fmla="*/ 61191 h 2003749"/>
                <a:gd name="connsiteX22" fmla="*/ 4909976 w 11082389"/>
                <a:gd name="connsiteY22" fmla="*/ 240139 h 2003749"/>
                <a:gd name="connsiteX23" fmla="*/ 5429407 w 11082389"/>
                <a:gd name="connsiteY23" fmla="*/ 717318 h 2003749"/>
                <a:gd name="connsiteX24" fmla="*/ 5687372 w 11082389"/>
                <a:gd name="connsiteY24" fmla="*/ 991431 h 2003749"/>
                <a:gd name="connsiteX25" fmla="*/ 5943578 w 11082389"/>
                <a:gd name="connsiteY25" fmla="*/ 1263733 h 2003749"/>
                <a:gd name="connsiteX26" fmla="*/ 5948416 w 11082389"/>
                <a:gd name="connsiteY26" fmla="*/ 1268781 h 2003749"/>
                <a:gd name="connsiteX27" fmla="*/ 6468990 w 11082389"/>
                <a:gd name="connsiteY27" fmla="*/ 1760525 h 2003749"/>
                <a:gd name="connsiteX28" fmla="*/ 6878181 w 11082389"/>
                <a:gd name="connsiteY28" fmla="*/ 1986897 h 2003749"/>
                <a:gd name="connsiteX29" fmla="*/ 7118521 w 11082389"/>
                <a:gd name="connsiteY29" fmla="*/ 1982887 h 2003749"/>
                <a:gd name="connsiteX30" fmla="*/ 7700890 w 11082389"/>
                <a:gd name="connsiteY30" fmla="*/ 1591849 h 2003749"/>
                <a:gd name="connsiteX31" fmla="*/ 7760505 w 11082389"/>
                <a:gd name="connsiteY31" fmla="*/ 1536193 h 2003749"/>
                <a:gd name="connsiteX32" fmla="*/ 8304069 w 11082389"/>
                <a:gd name="connsiteY32" fmla="*/ 955828 h 2003749"/>
                <a:gd name="connsiteX33" fmla="*/ 8811469 w 11082389"/>
                <a:gd name="connsiteY33" fmla="*/ 408411 h 2003749"/>
                <a:gd name="connsiteX34" fmla="*/ 8880986 w 11082389"/>
                <a:gd name="connsiteY34" fmla="*/ 339755 h 2003749"/>
                <a:gd name="connsiteX35" fmla="*/ 9179727 w 11082389"/>
                <a:gd name="connsiteY35" fmla="*/ 82845 h 2003749"/>
                <a:gd name="connsiteX36" fmla="*/ 9542988 w 11082389"/>
                <a:gd name="connsiteY36" fmla="*/ 20099 h 2003749"/>
                <a:gd name="connsiteX37" fmla="*/ 9771719 w 11082389"/>
                <a:gd name="connsiteY37" fmla="*/ 174280 h 2003749"/>
                <a:gd name="connsiteX38" fmla="*/ 9890806 w 11082389"/>
                <a:gd name="connsiteY38" fmla="*/ 269516 h 2003749"/>
                <a:gd name="connsiteX39" fmla="*/ 10123511 w 11082389"/>
                <a:gd name="connsiteY39" fmla="*/ 388639 h 2003749"/>
                <a:gd name="connsiteX40" fmla="*/ 10700041 w 11082389"/>
                <a:gd name="connsiteY40" fmla="*/ 711865 h 2003749"/>
                <a:gd name="connsiteX41" fmla="*/ 10945218 w 11082389"/>
                <a:gd name="connsiteY41" fmla="*/ 949337 h 2003749"/>
                <a:gd name="connsiteX42" fmla="*/ 11082389 w 11082389"/>
                <a:gd name="connsiteY42" fmla="*/ 1251507 h 2003749"/>
                <a:gd name="connsiteX43" fmla="*/ 11078061 w 11082389"/>
                <a:gd name="connsiteY43" fmla="*/ 1252317 h 2003749"/>
                <a:gd name="connsiteX44" fmla="*/ 10121629 w 11082389"/>
                <a:gd name="connsiteY44" fmla="*/ 392614 h 2003749"/>
                <a:gd name="connsiteX45" fmla="*/ 9888397 w 11082389"/>
                <a:gd name="connsiteY45" fmla="*/ 273192 h 2003749"/>
                <a:gd name="connsiteX46" fmla="*/ 9768798 w 11082389"/>
                <a:gd name="connsiteY46" fmla="*/ 177570 h 2003749"/>
                <a:gd name="connsiteX47" fmla="*/ 9541476 w 11082389"/>
                <a:gd name="connsiteY47" fmla="*/ 24233 h 2003749"/>
                <a:gd name="connsiteX48" fmla="*/ 9182031 w 11082389"/>
                <a:gd name="connsiteY48" fmla="*/ 86574 h 2003749"/>
                <a:gd name="connsiteX49" fmla="*/ 8884082 w 11082389"/>
                <a:gd name="connsiteY49" fmla="*/ 342851 h 2003749"/>
                <a:gd name="connsiteX50" fmla="*/ 8814476 w 11082389"/>
                <a:gd name="connsiteY50" fmla="*/ 411594 h 2003749"/>
                <a:gd name="connsiteX51" fmla="*/ 8307359 w 11082389"/>
                <a:gd name="connsiteY51" fmla="*/ 958713 h 2003749"/>
                <a:gd name="connsiteX52" fmla="*/ 7763442 w 11082389"/>
                <a:gd name="connsiteY52" fmla="*/ 1539429 h 2003749"/>
                <a:gd name="connsiteX53" fmla="*/ 7703863 w 11082389"/>
                <a:gd name="connsiteY53" fmla="*/ 1595051 h 2003749"/>
                <a:gd name="connsiteX54" fmla="*/ 7438984 w 11082389"/>
                <a:gd name="connsiteY54" fmla="*/ 1824396 h 2003749"/>
                <a:gd name="connsiteX55" fmla="*/ 7119558 w 11082389"/>
                <a:gd name="connsiteY55" fmla="*/ 1987161 h 2003749"/>
                <a:gd name="connsiteX56" fmla="*/ 6988861 w 11082389"/>
                <a:gd name="connsiteY56" fmla="*/ 2003749 h 2003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11082389" h="2003749">
                  <a:moveTo>
                    <a:pt x="6988861" y="2003749"/>
                  </a:moveTo>
                  <a:cubicBezTo>
                    <a:pt x="6951234" y="2003749"/>
                    <a:pt x="6913960" y="1999580"/>
                    <a:pt x="6877213" y="1991207"/>
                  </a:cubicBezTo>
                  <a:cubicBezTo>
                    <a:pt x="6707852" y="1952666"/>
                    <a:pt x="6568236" y="1843623"/>
                    <a:pt x="6466281" y="1764008"/>
                  </a:cubicBezTo>
                  <a:cubicBezTo>
                    <a:pt x="6272011" y="1612289"/>
                    <a:pt x="6105886" y="1439216"/>
                    <a:pt x="5945250" y="1271842"/>
                  </a:cubicBezTo>
                  <a:lnTo>
                    <a:pt x="5940412" y="1266794"/>
                  </a:lnTo>
                  <a:cubicBezTo>
                    <a:pt x="5853726" y="1176484"/>
                    <a:pt x="5767532" y="1083940"/>
                    <a:pt x="5684153" y="994439"/>
                  </a:cubicBezTo>
                  <a:cubicBezTo>
                    <a:pt x="5600141" y="904235"/>
                    <a:pt x="5513261" y="810988"/>
                    <a:pt x="5426241" y="720379"/>
                  </a:cubicBezTo>
                  <a:cubicBezTo>
                    <a:pt x="5275068" y="562996"/>
                    <a:pt x="5103736" y="384628"/>
                    <a:pt x="4907408" y="243728"/>
                  </a:cubicBezTo>
                  <a:cubicBezTo>
                    <a:pt x="4746507" y="128246"/>
                    <a:pt x="4610321" y="71640"/>
                    <a:pt x="4478814" y="65606"/>
                  </a:cubicBezTo>
                  <a:cubicBezTo>
                    <a:pt x="4131208" y="49634"/>
                    <a:pt x="3994635" y="241388"/>
                    <a:pt x="3805660" y="506794"/>
                  </a:cubicBezTo>
                  <a:cubicBezTo>
                    <a:pt x="3537897" y="882863"/>
                    <a:pt x="3171169" y="1397896"/>
                    <a:pt x="1945249" y="1613591"/>
                  </a:cubicBezTo>
                  <a:cubicBezTo>
                    <a:pt x="1661989" y="1663425"/>
                    <a:pt x="1379696" y="1729847"/>
                    <a:pt x="1165408" y="1782161"/>
                  </a:cubicBezTo>
                  <a:cubicBezTo>
                    <a:pt x="975483" y="1828512"/>
                    <a:pt x="788408" y="1842989"/>
                    <a:pt x="593522" y="1826384"/>
                  </a:cubicBezTo>
                  <a:cubicBezTo>
                    <a:pt x="423598" y="1811907"/>
                    <a:pt x="269909" y="1775723"/>
                    <a:pt x="134339" y="1743779"/>
                  </a:cubicBezTo>
                  <a:cubicBezTo>
                    <a:pt x="87601" y="1732767"/>
                    <a:pt x="43449" y="1722371"/>
                    <a:pt x="0" y="1713083"/>
                  </a:cubicBezTo>
                  <a:lnTo>
                    <a:pt x="915" y="1708773"/>
                  </a:lnTo>
                  <a:cubicBezTo>
                    <a:pt x="44416" y="1718061"/>
                    <a:pt x="88586" y="1728475"/>
                    <a:pt x="135342" y="1739486"/>
                  </a:cubicBezTo>
                  <a:cubicBezTo>
                    <a:pt x="404301" y="1802847"/>
                    <a:pt x="739031" y="1881688"/>
                    <a:pt x="1164353" y="1777869"/>
                  </a:cubicBezTo>
                  <a:cubicBezTo>
                    <a:pt x="1378711" y="1725555"/>
                    <a:pt x="1661092" y="1659098"/>
                    <a:pt x="1944475" y="1609246"/>
                  </a:cubicBezTo>
                  <a:cubicBezTo>
                    <a:pt x="3168619" y="1393868"/>
                    <a:pt x="3534748" y="879679"/>
                    <a:pt x="3802071" y="504226"/>
                  </a:cubicBezTo>
                  <a:cubicBezTo>
                    <a:pt x="3895987" y="372315"/>
                    <a:pt x="3977115" y="258398"/>
                    <a:pt x="4079193" y="178432"/>
                  </a:cubicBezTo>
                  <a:cubicBezTo>
                    <a:pt x="4190752" y="91042"/>
                    <a:pt x="4317790" y="53803"/>
                    <a:pt x="4479008" y="61191"/>
                  </a:cubicBezTo>
                  <a:cubicBezTo>
                    <a:pt x="4611394" y="67277"/>
                    <a:pt x="4748336" y="124130"/>
                    <a:pt x="4909976" y="240139"/>
                  </a:cubicBezTo>
                  <a:cubicBezTo>
                    <a:pt x="5106638" y="381286"/>
                    <a:pt x="5278111" y="559812"/>
                    <a:pt x="5429407" y="717318"/>
                  </a:cubicBezTo>
                  <a:cubicBezTo>
                    <a:pt x="5516463" y="807944"/>
                    <a:pt x="5603342" y="901227"/>
                    <a:pt x="5687372" y="991431"/>
                  </a:cubicBezTo>
                  <a:cubicBezTo>
                    <a:pt x="5770733" y="1080914"/>
                    <a:pt x="5856927" y="1173458"/>
                    <a:pt x="5943578" y="1263733"/>
                  </a:cubicBezTo>
                  <a:lnTo>
                    <a:pt x="5948416" y="1268781"/>
                  </a:lnTo>
                  <a:cubicBezTo>
                    <a:pt x="6108965" y="1436050"/>
                    <a:pt x="6274966" y="1609000"/>
                    <a:pt x="6468990" y="1760525"/>
                  </a:cubicBezTo>
                  <a:cubicBezTo>
                    <a:pt x="6570611" y="1839893"/>
                    <a:pt x="6709787" y="1948568"/>
                    <a:pt x="6878181" y="1986897"/>
                  </a:cubicBezTo>
                  <a:cubicBezTo>
                    <a:pt x="6956476" y="2004716"/>
                    <a:pt x="7037341" y="2003362"/>
                    <a:pt x="7118521" y="1982887"/>
                  </a:cubicBezTo>
                  <a:cubicBezTo>
                    <a:pt x="7345104" y="1926228"/>
                    <a:pt x="7542382" y="1740823"/>
                    <a:pt x="7700890" y="1591849"/>
                  </a:cubicBezTo>
                  <a:cubicBezTo>
                    <a:pt x="7721770" y="1572236"/>
                    <a:pt x="7741472" y="1553713"/>
                    <a:pt x="7760505" y="1536193"/>
                  </a:cubicBezTo>
                  <a:cubicBezTo>
                    <a:pt x="7955883" y="1356400"/>
                    <a:pt x="8132897" y="1152754"/>
                    <a:pt x="8304069" y="955828"/>
                  </a:cubicBezTo>
                  <a:cubicBezTo>
                    <a:pt x="8464143" y="771690"/>
                    <a:pt x="8629653" y="581273"/>
                    <a:pt x="8811469" y="408411"/>
                  </a:cubicBezTo>
                  <a:cubicBezTo>
                    <a:pt x="8832841" y="388093"/>
                    <a:pt x="8856237" y="364610"/>
                    <a:pt x="8880986" y="339755"/>
                  </a:cubicBezTo>
                  <a:cubicBezTo>
                    <a:pt x="8963803" y="256622"/>
                    <a:pt x="9066865" y="153172"/>
                    <a:pt x="9179727" y="82845"/>
                  </a:cubicBezTo>
                  <a:cubicBezTo>
                    <a:pt x="9312447" y="152"/>
                    <a:pt x="9431271" y="-20376"/>
                    <a:pt x="9542988" y="20099"/>
                  </a:cubicBezTo>
                  <a:cubicBezTo>
                    <a:pt x="9633703" y="52958"/>
                    <a:pt x="9703871" y="114631"/>
                    <a:pt x="9771719" y="174280"/>
                  </a:cubicBezTo>
                  <a:cubicBezTo>
                    <a:pt x="9811895" y="209585"/>
                    <a:pt x="9849838" y="242936"/>
                    <a:pt x="9890806" y="269516"/>
                  </a:cubicBezTo>
                  <a:cubicBezTo>
                    <a:pt x="9943666" y="303800"/>
                    <a:pt x="10027010" y="343115"/>
                    <a:pt x="10123511" y="388639"/>
                  </a:cubicBezTo>
                  <a:cubicBezTo>
                    <a:pt x="10297446" y="470699"/>
                    <a:pt x="10513898" y="572812"/>
                    <a:pt x="10700041" y="711865"/>
                  </a:cubicBezTo>
                  <a:cubicBezTo>
                    <a:pt x="10801205" y="787434"/>
                    <a:pt x="10883686" y="867330"/>
                    <a:pt x="10945218" y="949337"/>
                  </a:cubicBezTo>
                  <a:cubicBezTo>
                    <a:pt x="11016495" y="1044344"/>
                    <a:pt x="11062653" y="1145999"/>
                    <a:pt x="11082389" y="1251507"/>
                  </a:cubicBezTo>
                  <a:lnTo>
                    <a:pt x="11078061" y="1252317"/>
                  </a:lnTo>
                  <a:cubicBezTo>
                    <a:pt x="10994261" y="804303"/>
                    <a:pt x="10469130" y="556558"/>
                    <a:pt x="10121629" y="392614"/>
                  </a:cubicBezTo>
                  <a:cubicBezTo>
                    <a:pt x="10024987" y="347020"/>
                    <a:pt x="9941520" y="307634"/>
                    <a:pt x="9888397" y="273192"/>
                  </a:cubicBezTo>
                  <a:cubicBezTo>
                    <a:pt x="9847164" y="246454"/>
                    <a:pt x="9809098" y="212997"/>
                    <a:pt x="9768798" y="177570"/>
                  </a:cubicBezTo>
                  <a:cubicBezTo>
                    <a:pt x="9701251" y="118202"/>
                    <a:pt x="9631399" y="56811"/>
                    <a:pt x="9541476" y="24233"/>
                  </a:cubicBezTo>
                  <a:cubicBezTo>
                    <a:pt x="9431095" y="-15750"/>
                    <a:pt x="9313520" y="4637"/>
                    <a:pt x="9182031" y="86574"/>
                  </a:cubicBezTo>
                  <a:cubicBezTo>
                    <a:pt x="9069610" y="156620"/>
                    <a:pt x="8966740" y="259894"/>
                    <a:pt x="8884082" y="342851"/>
                  </a:cubicBezTo>
                  <a:cubicBezTo>
                    <a:pt x="8859297" y="367724"/>
                    <a:pt x="8835884" y="391225"/>
                    <a:pt x="8814476" y="411594"/>
                  </a:cubicBezTo>
                  <a:cubicBezTo>
                    <a:pt x="8632802" y="584316"/>
                    <a:pt x="8467362" y="774645"/>
                    <a:pt x="8307359" y="958713"/>
                  </a:cubicBezTo>
                  <a:cubicBezTo>
                    <a:pt x="8136098" y="1155745"/>
                    <a:pt x="7958996" y="1359478"/>
                    <a:pt x="7763442" y="1539429"/>
                  </a:cubicBezTo>
                  <a:cubicBezTo>
                    <a:pt x="7744427" y="1556932"/>
                    <a:pt x="7724726" y="1575437"/>
                    <a:pt x="7703863" y="1595051"/>
                  </a:cubicBezTo>
                  <a:cubicBezTo>
                    <a:pt x="7625709" y="1668509"/>
                    <a:pt x="7537122" y="1751747"/>
                    <a:pt x="7438984" y="1824396"/>
                  </a:cubicBezTo>
                  <a:cubicBezTo>
                    <a:pt x="7325174" y="1908620"/>
                    <a:pt x="7220687" y="1961866"/>
                    <a:pt x="7119558" y="1987161"/>
                  </a:cubicBezTo>
                  <a:cubicBezTo>
                    <a:pt x="7075828" y="1998226"/>
                    <a:pt x="7032116" y="2003749"/>
                    <a:pt x="6988861" y="2003749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任意多边形: 形状 1397"/>
            <p:cNvSpPr/>
            <p:nvPr>
              <p:custDataLst>
                <p:tags r:id="rId18"/>
              </p:custDataLst>
            </p:nvPr>
          </p:nvSpPr>
          <p:spPr>
            <a:xfrm>
              <a:off x="1029380" y="2810270"/>
              <a:ext cx="11161704" cy="2114364"/>
            </a:xfrm>
            <a:custGeom>
              <a:avLst/>
              <a:gdLst>
                <a:gd name="connsiteX0" fmla="*/ 7105838 w 11161704"/>
                <a:gd name="connsiteY0" fmla="*/ 2114364 h 2114364"/>
                <a:gd name="connsiteX1" fmla="*/ 6990497 w 11161704"/>
                <a:gd name="connsiteY1" fmla="*/ 2100749 h 2114364"/>
                <a:gd name="connsiteX2" fmla="*/ 6573442 w 11161704"/>
                <a:gd name="connsiteY2" fmla="*/ 1857208 h 2114364"/>
                <a:gd name="connsiteX3" fmla="*/ 6054135 w 11161704"/>
                <a:gd name="connsiteY3" fmla="*/ 1334400 h 2114364"/>
                <a:gd name="connsiteX4" fmla="*/ 6047239 w 11161704"/>
                <a:gd name="connsiteY4" fmla="*/ 1326730 h 2114364"/>
                <a:gd name="connsiteX5" fmla="*/ 5810752 w 11161704"/>
                <a:gd name="connsiteY5" fmla="*/ 1059055 h 2114364"/>
                <a:gd name="connsiteX6" fmla="*/ 5534159 w 11161704"/>
                <a:gd name="connsiteY6" fmla="*/ 747052 h 2114364"/>
                <a:gd name="connsiteX7" fmla="*/ 5011720 w 11161704"/>
                <a:gd name="connsiteY7" fmla="*/ 244631 h 2114364"/>
                <a:gd name="connsiteX8" fmla="*/ 4573416 w 11161704"/>
                <a:gd name="connsiteY8" fmla="*/ 60405 h 2114364"/>
                <a:gd name="connsiteX9" fmla="*/ 3931239 w 11161704"/>
                <a:gd name="connsiteY9" fmla="*/ 537249 h 2114364"/>
                <a:gd name="connsiteX10" fmla="*/ 2022190 w 11161704"/>
                <a:gd name="connsiteY10" fmla="*/ 1750468 h 2114364"/>
                <a:gd name="connsiteX11" fmla="*/ 1218778 w 11161704"/>
                <a:gd name="connsiteY11" fmla="*/ 1912618 h 2114364"/>
                <a:gd name="connsiteX12" fmla="*/ 616830 w 11161704"/>
                <a:gd name="connsiteY12" fmla="*/ 1931862 h 2114364"/>
                <a:gd name="connsiteX13" fmla="*/ 131155 w 11161704"/>
                <a:gd name="connsiteY13" fmla="*/ 1809027 h 2114364"/>
                <a:gd name="connsiteX14" fmla="*/ 0 w 11161704"/>
                <a:gd name="connsiteY14" fmla="*/ 1768692 h 2114364"/>
                <a:gd name="connsiteX15" fmla="*/ 1214 w 11161704"/>
                <a:gd name="connsiteY15" fmla="*/ 1764541 h 2114364"/>
                <a:gd name="connsiteX16" fmla="*/ 132457 w 11161704"/>
                <a:gd name="connsiteY16" fmla="*/ 1804912 h 2114364"/>
                <a:gd name="connsiteX17" fmla="*/ 1217846 w 11161704"/>
                <a:gd name="connsiteY17" fmla="*/ 1908414 h 2114364"/>
                <a:gd name="connsiteX18" fmla="*/ 2021434 w 11161704"/>
                <a:gd name="connsiteY18" fmla="*/ 1746212 h 2114364"/>
                <a:gd name="connsiteX19" fmla="*/ 3927544 w 11161704"/>
                <a:gd name="connsiteY19" fmla="*/ 534980 h 2114364"/>
                <a:gd name="connsiteX20" fmla="*/ 4186987 w 11161704"/>
                <a:gd name="connsiteY20" fmla="*/ 187180 h 2114364"/>
                <a:gd name="connsiteX21" fmla="*/ 4573522 w 11161704"/>
                <a:gd name="connsiteY21" fmla="*/ 56095 h 2114364"/>
                <a:gd name="connsiteX22" fmla="*/ 4806508 w 11161704"/>
                <a:gd name="connsiteY22" fmla="*/ 114795 h 2114364"/>
                <a:gd name="connsiteX23" fmla="*/ 5014270 w 11161704"/>
                <a:gd name="connsiteY23" fmla="*/ 241165 h 2114364"/>
                <a:gd name="connsiteX24" fmla="*/ 5537343 w 11161704"/>
                <a:gd name="connsiteY24" fmla="*/ 744149 h 2114364"/>
                <a:gd name="connsiteX25" fmla="*/ 5813989 w 11161704"/>
                <a:gd name="connsiteY25" fmla="*/ 1056223 h 2114364"/>
                <a:gd name="connsiteX26" fmla="*/ 6050441 w 11161704"/>
                <a:gd name="connsiteY26" fmla="*/ 1323845 h 2114364"/>
                <a:gd name="connsiteX27" fmla="*/ 6057336 w 11161704"/>
                <a:gd name="connsiteY27" fmla="*/ 1331515 h 2114364"/>
                <a:gd name="connsiteX28" fmla="*/ 6576187 w 11161704"/>
                <a:gd name="connsiteY28" fmla="*/ 1853883 h 2114364"/>
                <a:gd name="connsiteX29" fmla="*/ 6991481 w 11161704"/>
                <a:gd name="connsiteY29" fmla="*/ 2096545 h 2114364"/>
                <a:gd name="connsiteX30" fmla="*/ 7237784 w 11161704"/>
                <a:gd name="connsiteY30" fmla="*/ 2092675 h 2114364"/>
                <a:gd name="connsiteX31" fmla="*/ 7830515 w 11161704"/>
                <a:gd name="connsiteY31" fmla="*/ 1674970 h 2114364"/>
                <a:gd name="connsiteX32" fmla="*/ 7887438 w 11161704"/>
                <a:gd name="connsiteY32" fmla="*/ 1618839 h 2114364"/>
                <a:gd name="connsiteX33" fmla="*/ 8429279 w 11161704"/>
                <a:gd name="connsiteY33" fmla="*/ 1008623 h 2114364"/>
                <a:gd name="connsiteX34" fmla="*/ 8939176 w 11161704"/>
                <a:gd name="connsiteY34" fmla="*/ 429085 h 2114364"/>
                <a:gd name="connsiteX35" fmla="*/ 9005439 w 11161704"/>
                <a:gd name="connsiteY35" fmla="*/ 360341 h 2114364"/>
                <a:gd name="connsiteX36" fmla="*/ 9308876 w 11161704"/>
                <a:gd name="connsiteY36" fmla="*/ 87389 h 2114364"/>
                <a:gd name="connsiteX37" fmla="*/ 9490058 w 11161704"/>
                <a:gd name="connsiteY37" fmla="*/ 7774 h 2114364"/>
                <a:gd name="connsiteX38" fmla="*/ 9682270 w 11161704"/>
                <a:gd name="connsiteY38" fmla="*/ 22445 h 2114364"/>
                <a:gd name="connsiteX39" fmla="*/ 9916295 w 11161704"/>
                <a:gd name="connsiteY39" fmla="*/ 192105 h 2114364"/>
                <a:gd name="connsiteX40" fmla="*/ 10032375 w 11161704"/>
                <a:gd name="connsiteY40" fmla="*/ 293040 h 2114364"/>
                <a:gd name="connsiteX41" fmla="*/ 10270340 w 11161704"/>
                <a:gd name="connsiteY41" fmla="*/ 425426 h 2114364"/>
                <a:gd name="connsiteX42" fmla="*/ 10806868 w 11161704"/>
                <a:gd name="connsiteY42" fmla="*/ 746911 h 2114364"/>
                <a:gd name="connsiteX43" fmla="*/ 11033294 w 11161704"/>
                <a:gd name="connsiteY43" fmla="*/ 976274 h 2114364"/>
                <a:gd name="connsiteX44" fmla="*/ 11161705 w 11161704"/>
                <a:gd name="connsiteY44" fmla="*/ 1263809 h 2114364"/>
                <a:gd name="connsiteX45" fmla="*/ 11157448 w 11161704"/>
                <a:gd name="connsiteY45" fmla="*/ 1264636 h 2114364"/>
                <a:gd name="connsiteX46" fmla="*/ 10268369 w 11161704"/>
                <a:gd name="connsiteY46" fmla="*/ 429279 h 2114364"/>
                <a:gd name="connsiteX47" fmla="*/ 10029859 w 11161704"/>
                <a:gd name="connsiteY47" fmla="*/ 296558 h 2114364"/>
                <a:gd name="connsiteX48" fmla="*/ 9913322 w 11161704"/>
                <a:gd name="connsiteY48" fmla="*/ 195236 h 2114364"/>
                <a:gd name="connsiteX49" fmla="*/ 9680723 w 11161704"/>
                <a:gd name="connsiteY49" fmla="*/ 26473 h 2114364"/>
                <a:gd name="connsiteX50" fmla="*/ 9311251 w 11161704"/>
                <a:gd name="connsiteY50" fmla="*/ 91013 h 2114364"/>
                <a:gd name="connsiteX51" fmla="*/ 9008606 w 11161704"/>
                <a:gd name="connsiteY51" fmla="*/ 363314 h 2114364"/>
                <a:gd name="connsiteX52" fmla="*/ 8942271 w 11161704"/>
                <a:gd name="connsiteY52" fmla="*/ 432128 h 2114364"/>
                <a:gd name="connsiteX53" fmla="*/ 8432656 w 11161704"/>
                <a:gd name="connsiteY53" fmla="*/ 1011349 h 2114364"/>
                <a:gd name="connsiteX54" fmla="*/ 7890498 w 11161704"/>
                <a:gd name="connsiteY54" fmla="*/ 1621917 h 2114364"/>
                <a:gd name="connsiteX55" fmla="*/ 7833594 w 11161704"/>
                <a:gd name="connsiteY55" fmla="*/ 1678013 h 2114364"/>
                <a:gd name="connsiteX56" fmla="*/ 7565689 w 11161704"/>
                <a:gd name="connsiteY56" fmla="*/ 1922451 h 2114364"/>
                <a:gd name="connsiteX57" fmla="*/ 7238910 w 11161704"/>
                <a:gd name="connsiteY57" fmla="*/ 2096826 h 2114364"/>
                <a:gd name="connsiteX58" fmla="*/ 7105838 w 11161704"/>
                <a:gd name="connsiteY58" fmla="*/ 2114364 h 2114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1161704" h="2114364">
                  <a:moveTo>
                    <a:pt x="7105838" y="2114364"/>
                  </a:moveTo>
                  <a:cubicBezTo>
                    <a:pt x="7066981" y="2114364"/>
                    <a:pt x="7028457" y="2109826"/>
                    <a:pt x="6990497" y="2100749"/>
                  </a:cubicBezTo>
                  <a:cubicBezTo>
                    <a:pt x="6829702" y="2062278"/>
                    <a:pt x="6701467" y="1963596"/>
                    <a:pt x="6573442" y="1857208"/>
                  </a:cubicBezTo>
                  <a:cubicBezTo>
                    <a:pt x="6379137" y="1695727"/>
                    <a:pt x="6213910" y="1512046"/>
                    <a:pt x="6054135" y="1334400"/>
                  </a:cubicBezTo>
                  <a:lnTo>
                    <a:pt x="6047239" y="1326730"/>
                  </a:lnTo>
                  <a:cubicBezTo>
                    <a:pt x="5967361" y="1237933"/>
                    <a:pt x="5887746" y="1147008"/>
                    <a:pt x="5810752" y="1059055"/>
                  </a:cubicBezTo>
                  <a:cubicBezTo>
                    <a:pt x="5720812" y="956326"/>
                    <a:pt x="5627793" y="850097"/>
                    <a:pt x="5534159" y="747052"/>
                  </a:cubicBezTo>
                  <a:cubicBezTo>
                    <a:pt x="5383918" y="581683"/>
                    <a:pt x="5213642" y="394273"/>
                    <a:pt x="5011720" y="244631"/>
                  </a:cubicBezTo>
                  <a:cubicBezTo>
                    <a:pt x="4847600" y="123010"/>
                    <a:pt x="4708336" y="64469"/>
                    <a:pt x="4573416" y="60405"/>
                  </a:cubicBezTo>
                  <a:cubicBezTo>
                    <a:pt x="4233637" y="50203"/>
                    <a:pt x="4106792" y="254482"/>
                    <a:pt x="3931239" y="537249"/>
                  </a:cubicBezTo>
                  <a:cubicBezTo>
                    <a:pt x="3672534" y="953987"/>
                    <a:pt x="3318226" y="1524712"/>
                    <a:pt x="2022190" y="1750468"/>
                  </a:cubicBezTo>
                  <a:cubicBezTo>
                    <a:pt x="1747796" y="1798262"/>
                    <a:pt x="1463621" y="1859231"/>
                    <a:pt x="1218778" y="1912618"/>
                  </a:cubicBezTo>
                  <a:cubicBezTo>
                    <a:pt x="1019477" y="1956084"/>
                    <a:pt x="822586" y="1962382"/>
                    <a:pt x="616830" y="1931862"/>
                  </a:cubicBezTo>
                  <a:cubicBezTo>
                    <a:pt x="437424" y="1905248"/>
                    <a:pt x="274711" y="1854130"/>
                    <a:pt x="131155" y="1809027"/>
                  </a:cubicBezTo>
                  <a:cubicBezTo>
                    <a:pt x="85578" y="1794709"/>
                    <a:pt x="42516" y="1781182"/>
                    <a:pt x="0" y="1768692"/>
                  </a:cubicBezTo>
                  <a:lnTo>
                    <a:pt x="1214" y="1764541"/>
                  </a:lnTo>
                  <a:cubicBezTo>
                    <a:pt x="43765" y="1777048"/>
                    <a:pt x="86844" y="1790575"/>
                    <a:pt x="132457" y="1804912"/>
                  </a:cubicBezTo>
                  <a:cubicBezTo>
                    <a:pt x="432059" y="1899039"/>
                    <a:pt x="771626" y="2005725"/>
                    <a:pt x="1217846" y="1908414"/>
                  </a:cubicBezTo>
                  <a:cubicBezTo>
                    <a:pt x="1462723" y="1855009"/>
                    <a:pt x="1746951" y="1794040"/>
                    <a:pt x="2021434" y="1746212"/>
                  </a:cubicBezTo>
                  <a:cubicBezTo>
                    <a:pt x="3315552" y="1520789"/>
                    <a:pt x="3669280" y="951014"/>
                    <a:pt x="3927544" y="534980"/>
                  </a:cubicBezTo>
                  <a:cubicBezTo>
                    <a:pt x="4014706" y="394572"/>
                    <a:pt x="4089993" y="273303"/>
                    <a:pt x="4186987" y="187180"/>
                  </a:cubicBezTo>
                  <a:cubicBezTo>
                    <a:pt x="4293076" y="93000"/>
                    <a:pt x="4415893" y="51328"/>
                    <a:pt x="4573522" y="56095"/>
                  </a:cubicBezTo>
                  <a:cubicBezTo>
                    <a:pt x="4647771" y="58329"/>
                    <a:pt x="4726172" y="78084"/>
                    <a:pt x="4806508" y="114795"/>
                  </a:cubicBezTo>
                  <a:cubicBezTo>
                    <a:pt x="4871875" y="144664"/>
                    <a:pt x="4939827" y="186001"/>
                    <a:pt x="5014270" y="241165"/>
                  </a:cubicBezTo>
                  <a:cubicBezTo>
                    <a:pt x="5216526" y="391054"/>
                    <a:pt x="5386961" y="578640"/>
                    <a:pt x="5537343" y="744149"/>
                  </a:cubicBezTo>
                  <a:cubicBezTo>
                    <a:pt x="5630995" y="847230"/>
                    <a:pt x="5724031" y="953477"/>
                    <a:pt x="5813989" y="1056223"/>
                  </a:cubicBezTo>
                  <a:cubicBezTo>
                    <a:pt x="5890982" y="1144158"/>
                    <a:pt x="5970580" y="1235066"/>
                    <a:pt x="6050441" y="1323845"/>
                  </a:cubicBezTo>
                  <a:lnTo>
                    <a:pt x="6057336" y="1331515"/>
                  </a:lnTo>
                  <a:cubicBezTo>
                    <a:pt x="6217006" y="1509039"/>
                    <a:pt x="6382110" y="1692596"/>
                    <a:pt x="6576187" y="1853883"/>
                  </a:cubicBezTo>
                  <a:cubicBezTo>
                    <a:pt x="6703806" y="1959937"/>
                    <a:pt x="6831583" y="2058286"/>
                    <a:pt x="6991481" y="2096545"/>
                  </a:cubicBezTo>
                  <a:cubicBezTo>
                    <a:pt x="7071800" y="2115754"/>
                    <a:pt x="7154669" y="2114452"/>
                    <a:pt x="7237784" y="2092675"/>
                  </a:cubicBezTo>
                  <a:cubicBezTo>
                    <a:pt x="7470489" y="2032199"/>
                    <a:pt x="7678568" y="1825721"/>
                    <a:pt x="7830515" y="1674970"/>
                  </a:cubicBezTo>
                  <a:cubicBezTo>
                    <a:pt x="7850463" y="1655181"/>
                    <a:pt x="7869284" y="1636500"/>
                    <a:pt x="7887438" y="1618839"/>
                  </a:cubicBezTo>
                  <a:cubicBezTo>
                    <a:pt x="8082745" y="1428843"/>
                    <a:pt x="8258914" y="1215206"/>
                    <a:pt x="8429279" y="1008623"/>
                  </a:cubicBezTo>
                  <a:cubicBezTo>
                    <a:pt x="8589846" y="813913"/>
                    <a:pt x="8755882" y="612572"/>
                    <a:pt x="8939176" y="429085"/>
                  </a:cubicBezTo>
                  <a:cubicBezTo>
                    <a:pt x="8959493" y="408733"/>
                    <a:pt x="8981816" y="385232"/>
                    <a:pt x="9005439" y="360341"/>
                  </a:cubicBezTo>
                  <a:cubicBezTo>
                    <a:pt x="9089152" y="272142"/>
                    <a:pt x="9193324" y="162377"/>
                    <a:pt x="9308876" y="87389"/>
                  </a:cubicBezTo>
                  <a:cubicBezTo>
                    <a:pt x="9371604" y="46684"/>
                    <a:pt x="9432573" y="19894"/>
                    <a:pt x="9490058" y="7774"/>
                  </a:cubicBezTo>
                  <a:cubicBezTo>
                    <a:pt x="9556551" y="-6228"/>
                    <a:pt x="9621232" y="-1303"/>
                    <a:pt x="9682270" y="22445"/>
                  </a:cubicBezTo>
                  <a:cubicBezTo>
                    <a:pt x="9776168" y="58963"/>
                    <a:pt x="9847410" y="126651"/>
                    <a:pt x="9916295" y="192105"/>
                  </a:cubicBezTo>
                  <a:cubicBezTo>
                    <a:pt x="9955417" y="229292"/>
                    <a:pt x="9992374" y="264402"/>
                    <a:pt x="10032375" y="293040"/>
                  </a:cubicBezTo>
                  <a:cubicBezTo>
                    <a:pt x="10085938" y="331405"/>
                    <a:pt x="10171393" y="374977"/>
                    <a:pt x="10270340" y="425426"/>
                  </a:cubicBezTo>
                  <a:cubicBezTo>
                    <a:pt x="10432806" y="508278"/>
                    <a:pt x="10635009" y="611376"/>
                    <a:pt x="10806868" y="746911"/>
                  </a:cubicBezTo>
                  <a:cubicBezTo>
                    <a:pt x="10900098" y="820439"/>
                    <a:pt x="10976283" y="897609"/>
                    <a:pt x="11033294" y="976274"/>
                  </a:cubicBezTo>
                  <a:cubicBezTo>
                    <a:pt x="11099206" y="1067199"/>
                    <a:pt x="11142408" y="1163947"/>
                    <a:pt x="11161705" y="1263809"/>
                  </a:cubicBezTo>
                  <a:lnTo>
                    <a:pt x="11157448" y="1264636"/>
                  </a:lnTo>
                  <a:cubicBezTo>
                    <a:pt x="11075582" y="840862"/>
                    <a:pt x="10589819" y="593187"/>
                    <a:pt x="10268369" y="429279"/>
                  </a:cubicBezTo>
                  <a:cubicBezTo>
                    <a:pt x="10169282" y="378758"/>
                    <a:pt x="10083687" y="335116"/>
                    <a:pt x="10029859" y="296558"/>
                  </a:cubicBezTo>
                  <a:cubicBezTo>
                    <a:pt x="9989612" y="267745"/>
                    <a:pt x="9952549" y="232528"/>
                    <a:pt x="9913322" y="195236"/>
                  </a:cubicBezTo>
                  <a:cubicBezTo>
                    <a:pt x="9844736" y="130063"/>
                    <a:pt x="9773830" y="62674"/>
                    <a:pt x="9680723" y="26473"/>
                  </a:cubicBezTo>
                  <a:cubicBezTo>
                    <a:pt x="9567106" y="-17715"/>
                    <a:pt x="9446240" y="3394"/>
                    <a:pt x="9311251" y="91013"/>
                  </a:cubicBezTo>
                  <a:cubicBezTo>
                    <a:pt x="9196138" y="165720"/>
                    <a:pt x="9092161" y="275273"/>
                    <a:pt x="9008606" y="363314"/>
                  </a:cubicBezTo>
                  <a:cubicBezTo>
                    <a:pt x="8984964" y="388222"/>
                    <a:pt x="8962624" y="411758"/>
                    <a:pt x="8942271" y="432128"/>
                  </a:cubicBezTo>
                  <a:cubicBezTo>
                    <a:pt x="8759137" y="615457"/>
                    <a:pt x="8593170" y="816728"/>
                    <a:pt x="8432656" y="1011349"/>
                  </a:cubicBezTo>
                  <a:cubicBezTo>
                    <a:pt x="8262222" y="1218038"/>
                    <a:pt x="8085983" y="1431746"/>
                    <a:pt x="7890498" y="1621917"/>
                  </a:cubicBezTo>
                  <a:cubicBezTo>
                    <a:pt x="7872362" y="1639560"/>
                    <a:pt x="7853541" y="1658241"/>
                    <a:pt x="7833594" y="1678013"/>
                  </a:cubicBezTo>
                  <a:cubicBezTo>
                    <a:pt x="7754858" y="1756133"/>
                    <a:pt x="7665604" y="1844683"/>
                    <a:pt x="7565689" y="1922451"/>
                  </a:cubicBezTo>
                  <a:cubicBezTo>
                    <a:pt x="7449592" y="2012814"/>
                    <a:pt x="7342694" y="2069842"/>
                    <a:pt x="7238910" y="2096826"/>
                  </a:cubicBezTo>
                  <a:cubicBezTo>
                    <a:pt x="7194371" y="2108524"/>
                    <a:pt x="7149884" y="2114364"/>
                    <a:pt x="7105838" y="2114364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任意多边形: 形状 1398"/>
            <p:cNvSpPr/>
            <p:nvPr>
              <p:custDataLst>
                <p:tags r:id="rId19"/>
              </p:custDataLst>
            </p:nvPr>
          </p:nvSpPr>
          <p:spPr>
            <a:xfrm>
              <a:off x="950117" y="2747436"/>
              <a:ext cx="11240932" cy="2225361"/>
            </a:xfrm>
            <a:custGeom>
              <a:avLst/>
              <a:gdLst>
                <a:gd name="connsiteX0" fmla="*/ 7222674 w 11240932"/>
                <a:gd name="connsiteY0" fmla="*/ 2225361 h 2225361"/>
                <a:gd name="connsiteX1" fmla="*/ 7103692 w 11240932"/>
                <a:gd name="connsiteY1" fmla="*/ 2210656 h 2225361"/>
                <a:gd name="connsiteX2" fmla="*/ 6871831 w 11240932"/>
                <a:gd name="connsiteY2" fmla="*/ 2103142 h 2225361"/>
                <a:gd name="connsiteX3" fmla="*/ 6680516 w 11240932"/>
                <a:gd name="connsiteY3" fmla="*/ 1950756 h 2225361"/>
                <a:gd name="connsiteX4" fmla="*/ 6162299 w 11240932"/>
                <a:gd name="connsiteY4" fmla="*/ 1396847 h 2225361"/>
                <a:gd name="connsiteX5" fmla="*/ 6153996 w 11240932"/>
                <a:gd name="connsiteY5" fmla="*/ 1387032 h 2225361"/>
                <a:gd name="connsiteX6" fmla="*/ 5934326 w 11240932"/>
                <a:gd name="connsiteY6" fmla="*/ 1123103 h 2225361"/>
                <a:gd name="connsiteX7" fmla="*/ 5642006 w 11240932"/>
                <a:gd name="connsiteY7" fmla="*/ 774089 h 2225361"/>
                <a:gd name="connsiteX8" fmla="*/ 5115961 w 11240932"/>
                <a:gd name="connsiteY8" fmla="*/ 245898 h 2225361"/>
                <a:gd name="connsiteX9" fmla="*/ 4667966 w 11240932"/>
                <a:gd name="connsiteY9" fmla="*/ 55586 h 2225361"/>
                <a:gd name="connsiteX10" fmla="*/ 4054337 w 11240932"/>
                <a:gd name="connsiteY10" fmla="*/ 567119 h 2225361"/>
                <a:gd name="connsiteX11" fmla="*/ 3836355 w 11240932"/>
                <a:gd name="connsiteY11" fmla="*/ 932510 h 2225361"/>
                <a:gd name="connsiteX12" fmla="*/ 3495749 w 11240932"/>
                <a:gd name="connsiteY12" fmla="*/ 1309985 h 2225361"/>
                <a:gd name="connsiteX13" fmla="*/ 2945605 w 11240932"/>
                <a:gd name="connsiteY13" fmla="*/ 1646141 h 2225361"/>
                <a:gd name="connsiteX14" fmla="*/ 2099079 w 11240932"/>
                <a:gd name="connsiteY14" fmla="*/ 1887729 h 2225361"/>
                <a:gd name="connsiteX15" fmla="*/ 1387805 w 11240932"/>
                <a:gd name="connsiteY15" fmla="*/ 2020995 h 2225361"/>
                <a:gd name="connsiteX16" fmla="*/ 1272112 w 11240932"/>
                <a:gd name="connsiteY16" fmla="*/ 2043475 h 2225361"/>
                <a:gd name="connsiteX17" fmla="*/ 640964 w 11240932"/>
                <a:gd name="connsiteY17" fmla="*/ 2037213 h 2225361"/>
                <a:gd name="connsiteX18" fmla="*/ 129326 w 11240932"/>
                <a:gd name="connsiteY18" fmla="*/ 1873744 h 2225361"/>
                <a:gd name="connsiteX19" fmla="*/ 0 w 11240932"/>
                <a:gd name="connsiteY19" fmla="*/ 1824667 h 2225361"/>
                <a:gd name="connsiteX20" fmla="*/ 1478 w 11240932"/>
                <a:gd name="connsiteY20" fmla="*/ 1820656 h 2225361"/>
                <a:gd name="connsiteX21" fmla="*/ 130874 w 11240932"/>
                <a:gd name="connsiteY21" fmla="*/ 1869769 h 2225361"/>
                <a:gd name="connsiteX22" fmla="*/ 1271303 w 11240932"/>
                <a:gd name="connsiteY22" fmla="*/ 2039289 h 2225361"/>
                <a:gd name="connsiteX23" fmla="*/ 1386996 w 11240932"/>
                <a:gd name="connsiteY23" fmla="*/ 2016808 h 2225361"/>
                <a:gd name="connsiteX24" fmla="*/ 2098358 w 11240932"/>
                <a:gd name="connsiteY24" fmla="*/ 1883525 h 2225361"/>
                <a:gd name="connsiteX25" fmla="*/ 4050573 w 11240932"/>
                <a:gd name="connsiteY25" fmla="*/ 565096 h 2225361"/>
                <a:gd name="connsiteX26" fmla="*/ 4293586 w 11240932"/>
                <a:gd name="connsiteY26" fmla="*/ 195730 h 2225361"/>
                <a:gd name="connsiteX27" fmla="*/ 4668018 w 11240932"/>
                <a:gd name="connsiteY27" fmla="*/ 51312 h 2225361"/>
                <a:gd name="connsiteX28" fmla="*/ 4906950 w 11240932"/>
                <a:gd name="connsiteY28" fmla="*/ 110557 h 2225361"/>
                <a:gd name="connsiteX29" fmla="*/ 5118547 w 11240932"/>
                <a:gd name="connsiteY29" fmla="*/ 242504 h 2225361"/>
                <a:gd name="connsiteX30" fmla="*/ 5645243 w 11240932"/>
                <a:gd name="connsiteY30" fmla="*/ 771293 h 2225361"/>
                <a:gd name="connsiteX31" fmla="*/ 5937615 w 11240932"/>
                <a:gd name="connsiteY31" fmla="*/ 1120377 h 2225361"/>
                <a:gd name="connsiteX32" fmla="*/ 6157250 w 11240932"/>
                <a:gd name="connsiteY32" fmla="*/ 1384270 h 2225361"/>
                <a:gd name="connsiteX33" fmla="*/ 6165553 w 11240932"/>
                <a:gd name="connsiteY33" fmla="*/ 1394086 h 2225361"/>
                <a:gd name="connsiteX34" fmla="*/ 6683331 w 11240932"/>
                <a:gd name="connsiteY34" fmla="*/ 1947554 h 2225361"/>
                <a:gd name="connsiteX35" fmla="*/ 7104712 w 11240932"/>
                <a:gd name="connsiteY35" fmla="*/ 2206504 h 2225361"/>
                <a:gd name="connsiteX36" fmla="*/ 7356996 w 11240932"/>
                <a:gd name="connsiteY36" fmla="*/ 2202793 h 2225361"/>
                <a:gd name="connsiteX37" fmla="*/ 7960245 w 11240932"/>
                <a:gd name="connsiteY37" fmla="*/ 1757981 h 2225361"/>
                <a:gd name="connsiteX38" fmla="*/ 8014336 w 11240932"/>
                <a:gd name="connsiteY38" fmla="*/ 1701814 h 2225361"/>
                <a:gd name="connsiteX39" fmla="*/ 8554770 w 11240932"/>
                <a:gd name="connsiteY39" fmla="*/ 1061625 h 2225361"/>
                <a:gd name="connsiteX40" fmla="*/ 9066813 w 11240932"/>
                <a:gd name="connsiteY40" fmla="*/ 450107 h 2225361"/>
                <a:gd name="connsiteX41" fmla="*/ 9129769 w 11240932"/>
                <a:gd name="connsiteY41" fmla="*/ 381662 h 2225361"/>
                <a:gd name="connsiteX42" fmla="*/ 9821482 w 11240932"/>
                <a:gd name="connsiteY42" fmla="*/ 25155 h 2225361"/>
                <a:gd name="connsiteX43" fmla="*/ 10061329 w 11240932"/>
                <a:gd name="connsiteY43" fmla="*/ 211087 h 2225361"/>
                <a:gd name="connsiteX44" fmla="*/ 10173855 w 11240932"/>
                <a:gd name="connsiteY44" fmla="*/ 316964 h 2225361"/>
                <a:gd name="connsiteX45" fmla="*/ 10414195 w 11240932"/>
                <a:gd name="connsiteY45" fmla="*/ 462227 h 2225361"/>
                <a:gd name="connsiteX46" fmla="*/ 10911902 w 11240932"/>
                <a:gd name="connsiteY46" fmla="*/ 781478 h 2225361"/>
                <a:gd name="connsiteX47" fmla="*/ 11120701 w 11240932"/>
                <a:gd name="connsiteY47" fmla="*/ 1002960 h 2225361"/>
                <a:gd name="connsiteX48" fmla="*/ 11240932 w 11240932"/>
                <a:gd name="connsiteY48" fmla="*/ 1276510 h 2225361"/>
                <a:gd name="connsiteX49" fmla="*/ 11236746 w 11240932"/>
                <a:gd name="connsiteY49" fmla="*/ 1277355 h 2225361"/>
                <a:gd name="connsiteX50" fmla="*/ 10412137 w 11240932"/>
                <a:gd name="connsiteY50" fmla="*/ 465974 h 2225361"/>
                <a:gd name="connsiteX51" fmla="*/ 10171217 w 11240932"/>
                <a:gd name="connsiteY51" fmla="*/ 320324 h 2225361"/>
                <a:gd name="connsiteX52" fmla="*/ 10058268 w 11240932"/>
                <a:gd name="connsiteY52" fmla="*/ 214077 h 2225361"/>
                <a:gd name="connsiteX53" fmla="*/ 9819846 w 11240932"/>
                <a:gd name="connsiteY53" fmla="*/ 29113 h 2225361"/>
                <a:gd name="connsiteX54" fmla="*/ 9132935 w 11240932"/>
                <a:gd name="connsiteY54" fmla="*/ 384547 h 2225361"/>
                <a:gd name="connsiteX55" fmla="*/ 9069908 w 11240932"/>
                <a:gd name="connsiteY55" fmla="*/ 453062 h 2225361"/>
                <a:gd name="connsiteX56" fmla="*/ 8558129 w 11240932"/>
                <a:gd name="connsiteY56" fmla="*/ 1064281 h 2225361"/>
                <a:gd name="connsiteX57" fmla="*/ 8017397 w 11240932"/>
                <a:gd name="connsiteY57" fmla="*/ 1704805 h 2225361"/>
                <a:gd name="connsiteX58" fmla="*/ 7963341 w 11240932"/>
                <a:gd name="connsiteY58" fmla="*/ 1760936 h 2225361"/>
                <a:gd name="connsiteX59" fmla="*/ 7358104 w 11240932"/>
                <a:gd name="connsiteY59" fmla="*/ 2206927 h 2225361"/>
                <a:gd name="connsiteX60" fmla="*/ 7222674 w 11240932"/>
                <a:gd name="connsiteY60" fmla="*/ 2225361 h 2225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1240932" h="2225361">
                  <a:moveTo>
                    <a:pt x="7222674" y="2225361"/>
                  </a:moveTo>
                  <a:cubicBezTo>
                    <a:pt x="7182603" y="2225361"/>
                    <a:pt x="7142865" y="2220454"/>
                    <a:pt x="7103692" y="2210656"/>
                  </a:cubicBezTo>
                  <a:cubicBezTo>
                    <a:pt x="7027068" y="2191465"/>
                    <a:pt x="6951217" y="2156301"/>
                    <a:pt x="6871831" y="2103142"/>
                  </a:cubicBezTo>
                  <a:cubicBezTo>
                    <a:pt x="6801486" y="2056035"/>
                    <a:pt x="6738741" y="2002032"/>
                    <a:pt x="6680516" y="1950756"/>
                  </a:cubicBezTo>
                  <a:cubicBezTo>
                    <a:pt x="6485912" y="1779389"/>
                    <a:pt x="6321405" y="1584908"/>
                    <a:pt x="6162299" y="1396847"/>
                  </a:cubicBezTo>
                  <a:lnTo>
                    <a:pt x="6153996" y="1387032"/>
                  </a:lnTo>
                  <a:cubicBezTo>
                    <a:pt x="6079887" y="1299449"/>
                    <a:pt x="6005884" y="1209790"/>
                    <a:pt x="5934326" y="1123103"/>
                  </a:cubicBezTo>
                  <a:cubicBezTo>
                    <a:pt x="5839425" y="1008149"/>
                    <a:pt x="5741305" y="889272"/>
                    <a:pt x="5642006" y="774089"/>
                  </a:cubicBezTo>
                  <a:cubicBezTo>
                    <a:pt x="5499945" y="609266"/>
                    <a:pt x="5323125" y="404125"/>
                    <a:pt x="5115961" y="245898"/>
                  </a:cubicBezTo>
                  <a:cubicBezTo>
                    <a:pt x="4948605" y="118086"/>
                    <a:pt x="4806244" y="57609"/>
                    <a:pt x="4667966" y="55586"/>
                  </a:cubicBezTo>
                  <a:cubicBezTo>
                    <a:pt x="4335065" y="50661"/>
                    <a:pt x="4217331" y="267324"/>
                    <a:pt x="4054337" y="567119"/>
                  </a:cubicBezTo>
                  <a:cubicBezTo>
                    <a:pt x="3993526" y="678978"/>
                    <a:pt x="3924607" y="805752"/>
                    <a:pt x="3836355" y="932510"/>
                  </a:cubicBezTo>
                  <a:cubicBezTo>
                    <a:pt x="3735122" y="1077913"/>
                    <a:pt x="3623721" y="1201381"/>
                    <a:pt x="3495749" y="1309985"/>
                  </a:cubicBezTo>
                  <a:cubicBezTo>
                    <a:pt x="3338420" y="1443497"/>
                    <a:pt x="3158469" y="1553456"/>
                    <a:pt x="2945605" y="1646141"/>
                  </a:cubicBezTo>
                  <a:cubicBezTo>
                    <a:pt x="2704404" y="1751156"/>
                    <a:pt x="2419596" y="1832424"/>
                    <a:pt x="2099079" y="1887729"/>
                  </a:cubicBezTo>
                  <a:cubicBezTo>
                    <a:pt x="1868379" y="1927536"/>
                    <a:pt x="1634952" y="1972937"/>
                    <a:pt x="1387805" y="2020995"/>
                  </a:cubicBezTo>
                  <a:cubicBezTo>
                    <a:pt x="1349493" y="2028453"/>
                    <a:pt x="1310935" y="2035947"/>
                    <a:pt x="1272112" y="2043475"/>
                  </a:cubicBezTo>
                  <a:cubicBezTo>
                    <a:pt x="1063805" y="2083881"/>
                    <a:pt x="857363" y="2081840"/>
                    <a:pt x="640964" y="2037213"/>
                  </a:cubicBezTo>
                  <a:cubicBezTo>
                    <a:pt x="452305" y="1998321"/>
                    <a:pt x="280710" y="1932127"/>
                    <a:pt x="129326" y="1873744"/>
                  </a:cubicBezTo>
                  <a:cubicBezTo>
                    <a:pt x="84417" y="1856417"/>
                    <a:pt x="41989" y="1840059"/>
                    <a:pt x="0" y="1824667"/>
                  </a:cubicBezTo>
                  <a:lnTo>
                    <a:pt x="1478" y="1820656"/>
                  </a:lnTo>
                  <a:cubicBezTo>
                    <a:pt x="43501" y="1836066"/>
                    <a:pt x="85947" y="1852442"/>
                    <a:pt x="130874" y="1869769"/>
                  </a:cubicBezTo>
                  <a:cubicBezTo>
                    <a:pt x="446835" y="1991636"/>
                    <a:pt x="804943" y="2129757"/>
                    <a:pt x="1271303" y="2039289"/>
                  </a:cubicBezTo>
                  <a:cubicBezTo>
                    <a:pt x="1310126" y="2031760"/>
                    <a:pt x="1348684" y="2024267"/>
                    <a:pt x="1386996" y="2016808"/>
                  </a:cubicBezTo>
                  <a:cubicBezTo>
                    <a:pt x="1634161" y="1968733"/>
                    <a:pt x="1867622" y="1923332"/>
                    <a:pt x="2098358" y="1883525"/>
                  </a:cubicBezTo>
                  <a:cubicBezTo>
                    <a:pt x="3461659" y="1648304"/>
                    <a:pt x="3802054" y="1022239"/>
                    <a:pt x="4050573" y="565096"/>
                  </a:cubicBezTo>
                  <a:cubicBezTo>
                    <a:pt x="4131454" y="416316"/>
                    <a:pt x="4201306" y="287834"/>
                    <a:pt x="4293586" y="195730"/>
                  </a:cubicBezTo>
                  <a:cubicBezTo>
                    <a:pt x="4394573" y="94936"/>
                    <a:pt x="4513591" y="49060"/>
                    <a:pt x="4668018" y="51312"/>
                  </a:cubicBezTo>
                  <a:cubicBezTo>
                    <a:pt x="4744291" y="52438"/>
                    <a:pt x="4824679" y="72368"/>
                    <a:pt x="4906950" y="110557"/>
                  </a:cubicBezTo>
                  <a:cubicBezTo>
                    <a:pt x="4973566" y="141481"/>
                    <a:pt x="5042784" y="184648"/>
                    <a:pt x="5118547" y="242504"/>
                  </a:cubicBezTo>
                  <a:cubicBezTo>
                    <a:pt x="5326080" y="400994"/>
                    <a:pt x="5503041" y="606311"/>
                    <a:pt x="5645243" y="771293"/>
                  </a:cubicBezTo>
                  <a:cubicBezTo>
                    <a:pt x="5744559" y="886511"/>
                    <a:pt x="5842696" y="1005405"/>
                    <a:pt x="5937615" y="1120377"/>
                  </a:cubicBezTo>
                  <a:cubicBezTo>
                    <a:pt x="6009173" y="1207063"/>
                    <a:pt x="6083159" y="1296687"/>
                    <a:pt x="6157250" y="1384270"/>
                  </a:cubicBezTo>
                  <a:lnTo>
                    <a:pt x="6165553" y="1394086"/>
                  </a:lnTo>
                  <a:cubicBezTo>
                    <a:pt x="6324554" y="1582041"/>
                    <a:pt x="6488955" y="1776381"/>
                    <a:pt x="6683331" y="1947554"/>
                  </a:cubicBezTo>
                  <a:cubicBezTo>
                    <a:pt x="6811654" y="2060556"/>
                    <a:pt x="6940434" y="2165378"/>
                    <a:pt x="7104712" y="2206504"/>
                  </a:cubicBezTo>
                  <a:cubicBezTo>
                    <a:pt x="7187053" y="2227121"/>
                    <a:pt x="7271927" y="2225872"/>
                    <a:pt x="7356996" y="2202793"/>
                  </a:cubicBezTo>
                  <a:cubicBezTo>
                    <a:pt x="7595945" y="2138429"/>
                    <a:pt x="7806504" y="1918547"/>
                    <a:pt x="7960245" y="1757981"/>
                  </a:cubicBezTo>
                  <a:cubicBezTo>
                    <a:pt x="7979191" y="1738192"/>
                    <a:pt x="7997097" y="1719493"/>
                    <a:pt x="8014336" y="1701814"/>
                  </a:cubicBezTo>
                  <a:cubicBezTo>
                    <a:pt x="8209644" y="1501546"/>
                    <a:pt x="8385092" y="1277900"/>
                    <a:pt x="8554770" y="1061625"/>
                  </a:cubicBezTo>
                  <a:cubicBezTo>
                    <a:pt x="8715776" y="856413"/>
                    <a:pt x="8882253" y="644201"/>
                    <a:pt x="9066813" y="450107"/>
                  </a:cubicBezTo>
                  <a:cubicBezTo>
                    <a:pt x="9086092" y="429843"/>
                    <a:pt x="9107306" y="406430"/>
                    <a:pt x="9129769" y="381662"/>
                  </a:cubicBezTo>
                  <a:cubicBezTo>
                    <a:pt x="9298551" y="195484"/>
                    <a:pt x="9553614" y="-85842"/>
                    <a:pt x="9821482" y="25155"/>
                  </a:cubicBezTo>
                  <a:cubicBezTo>
                    <a:pt x="9918828" y="65508"/>
                    <a:pt x="9991266" y="139511"/>
                    <a:pt x="10061329" y="211087"/>
                  </a:cubicBezTo>
                  <a:cubicBezTo>
                    <a:pt x="10099254" y="249821"/>
                    <a:pt x="10135068" y="286427"/>
                    <a:pt x="10173855" y="316964"/>
                  </a:cubicBezTo>
                  <a:cubicBezTo>
                    <a:pt x="10227700" y="359357"/>
                    <a:pt x="10314123" y="407028"/>
                    <a:pt x="10414195" y="462227"/>
                  </a:cubicBezTo>
                  <a:cubicBezTo>
                    <a:pt x="10565404" y="545624"/>
                    <a:pt x="10753569" y="649425"/>
                    <a:pt x="10911902" y="781478"/>
                  </a:cubicBezTo>
                  <a:cubicBezTo>
                    <a:pt x="10998851" y="854003"/>
                    <a:pt x="11067155" y="926459"/>
                    <a:pt x="11120701" y="1002960"/>
                  </a:cubicBezTo>
                  <a:cubicBezTo>
                    <a:pt x="11181600" y="1089963"/>
                    <a:pt x="11222041" y="1182014"/>
                    <a:pt x="11240932" y="1276510"/>
                  </a:cubicBezTo>
                  <a:lnTo>
                    <a:pt x="11236746" y="1277355"/>
                  </a:lnTo>
                  <a:cubicBezTo>
                    <a:pt x="11156674" y="876660"/>
                    <a:pt x="10726357" y="639293"/>
                    <a:pt x="10412137" y="465974"/>
                  </a:cubicBezTo>
                  <a:cubicBezTo>
                    <a:pt x="10311906" y="410687"/>
                    <a:pt x="10225343" y="362928"/>
                    <a:pt x="10171217" y="320324"/>
                  </a:cubicBezTo>
                  <a:cubicBezTo>
                    <a:pt x="10132201" y="289611"/>
                    <a:pt x="10096299" y="252917"/>
                    <a:pt x="10058268" y="214077"/>
                  </a:cubicBezTo>
                  <a:cubicBezTo>
                    <a:pt x="9988522" y="142818"/>
                    <a:pt x="9916383" y="69113"/>
                    <a:pt x="9819846" y="29113"/>
                  </a:cubicBezTo>
                  <a:cubicBezTo>
                    <a:pt x="9554757" y="-80740"/>
                    <a:pt x="9300908" y="199266"/>
                    <a:pt x="9132935" y="384547"/>
                  </a:cubicBezTo>
                  <a:cubicBezTo>
                    <a:pt x="9110455" y="409350"/>
                    <a:pt x="9089223" y="432763"/>
                    <a:pt x="9069908" y="453062"/>
                  </a:cubicBezTo>
                  <a:cubicBezTo>
                    <a:pt x="8885489" y="647015"/>
                    <a:pt x="8719066" y="859140"/>
                    <a:pt x="8558129" y="1064281"/>
                  </a:cubicBezTo>
                  <a:cubicBezTo>
                    <a:pt x="8388381" y="1280644"/>
                    <a:pt x="8212863" y="1504378"/>
                    <a:pt x="8017397" y="1704805"/>
                  </a:cubicBezTo>
                  <a:cubicBezTo>
                    <a:pt x="8000175" y="1722466"/>
                    <a:pt x="7982286" y="1741147"/>
                    <a:pt x="7963341" y="1760936"/>
                  </a:cubicBezTo>
                  <a:cubicBezTo>
                    <a:pt x="7809248" y="1921855"/>
                    <a:pt x="7598215" y="2142246"/>
                    <a:pt x="7358104" y="2206927"/>
                  </a:cubicBezTo>
                  <a:cubicBezTo>
                    <a:pt x="7312825" y="2219222"/>
                    <a:pt x="7267548" y="2225361"/>
                    <a:pt x="7222674" y="222536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" name="任意多边形: 形状 1399"/>
            <p:cNvSpPr/>
            <p:nvPr>
              <p:custDataLst>
                <p:tags r:id="rId20"/>
              </p:custDataLst>
            </p:nvPr>
          </p:nvSpPr>
          <p:spPr>
            <a:xfrm>
              <a:off x="870889" y="2684806"/>
              <a:ext cx="11320143" cy="2336171"/>
            </a:xfrm>
            <a:custGeom>
              <a:avLst/>
              <a:gdLst>
                <a:gd name="connsiteX0" fmla="*/ 7339440 w 11320143"/>
                <a:gd name="connsiteY0" fmla="*/ 2336172 h 2336171"/>
                <a:gd name="connsiteX1" fmla="*/ 7216886 w 11320143"/>
                <a:gd name="connsiteY1" fmla="*/ 2320376 h 2336171"/>
                <a:gd name="connsiteX2" fmla="*/ 6787607 w 11320143"/>
                <a:gd name="connsiteY2" fmla="*/ 2044134 h 2336171"/>
                <a:gd name="connsiteX3" fmla="*/ 6269918 w 11320143"/>
                <a:gd name="connsiteY3" fmla="*/ 1458598 h 2336171"/>
                <a:gd name="connsiteX4" fmla="*/ 6260771 w 11320143"/>
                <a:gd name="connsiteY4" fmla="*/ 1447129 h 2336171"/>
                <a:gd name="connsiteX5" fmla="*/ 6055577 w 11320143"/>
                <a:gd name="connsiteY5" fmla="*/ 1186208 h 2336171"/>
                <a:gd name="connsiteX6" fmla="*/ 5749871 w 11320143"/>
                <a:gd name="connsiteY6" fmla="*/ 800940 h 2336171"/>
                <a:gd name="connsiteX7" fmla="*/ 5220220 w 11320143"/>
                <a:gd name="connsiteY7" fmla="*/ 246979 h 2336171"/>
                <a:gd name="connsiteX8" fmla="*/ 4762708 w 11320143"/>
                <a:gd name="connsiteY8" fmla="*/ 50563 h 2336171"/>
                <a:gd name="connsiteX9" fmla="*/ 4762497 w 11320143"/>
                <a:gd name="connsiteY9" fmla="*/ 50563 h 2336171"/>
                <a:gd name="connsiteX10" fmla="*/ 4175395 w 11320143"/>
                <a:gd name="connsiteY10" fmla="*/ 595922 h 2336171"/>
                <a:gd name="connsiteX11" fmla="*/ 3964907 w 11320143"/>
                <a:gd name="connsiteY11" fmla="*/ 993539 h 2336171"/>
                <a:gd name="connsiteX12" fmla="*/ 3624706 w 11320143"/>
                <a:gd name="connsiteY12" fmla="*/ 1404137 h 2336171"/>
                <a:gd name="connsiteX13" fmla="*/ 3059944 w 11320143"/>
                <a:gd name="connsiteY13" fmla="*/ 1767804 h 2336171"/>
                <a:gd name="connsiteX14" fmla="*/ 2175949 w 11320143"/>
                <a:gd name="connsiteY14" fmla="*/ 2024802 h 2336171"/>
                <a:gd name="connsiteX15" fmla="*/ 1760619 w 11320143"/>
                <a:gd name="connsiteY15" fmla="*/ 2097697 h 2336171"/>
                <a:gd name="connsiteX16" fmla="*/ 1325447 w 11320143"/>
                <a:gd name="connsiteY16" fmla="*/ 2174128 h 2336171"/>
                <a:gd name="connsiteX17" fmla="*/ 665731 w 11320143"/>
                <a:gd name="connsiteY17" fmla="*/ 2142043 h 2336171"/>
                <a:gd name="connsiteX18" fmla="*/ 128464 w 11320143"/>
                <a:gd name="connsiteY18" fmla="*/ 1937623 h 2336171"/>
                <a:gd name="connsiteX19" fmla="*/ 0 w 11320143"/>
                <a:gd name="connsiteY19" fmla="*/ 1880436 h 2336171"/>
                <a:gd name="connsiteX20" fmla="*/ 1671 w 11320143"/>
                <a:gd name="connsiteY20" fmla="*/ 1876566 h 2336171"/>
                <a:gd name="connsiteX21" fmla="*/ 130188 w 11320143"/>
                <a:gd name="connsiteY21" fmla="*/ 1933771 h 2336171"/>
                <a:gd name="connsiteX22" fmla="*/ 1324726 w 11320143"/>
                <a:gd name="connsiteY22" fmla="*/ 2169959 h 2336171"/>
                <a:gd name="connsiteX23" fmla="*/ 1759863 w 11320143"/>
                <a:gd name="connsiteY23" fmla="*/ 2093528 h 2336171"/>
                <a:gd name="connsiteX24" fmla="*/ 2175228 w 11320143"/>
                <a:gd name="connsiteY24" fmla="*/ 2020615 h 2336171"/>
                <a:gd name="connsiteX25" fmla="*/ 4171578 w 11320143"/>
                <a:gd name="connsiteY25" fmla="*/ 594093 h 2336171"/>
                <a:gd name="connsiteX26" fmla="*/ 4399182 w 11320143"/>
                <a:gd name="connsiteY26" fmla="*/ 203583 h 2336171"/>
                <a:gd name="connsiteX27" fmla="*/ 4762462 w 11320143"/>
                <a:gd name="connsiteY27" fmla="*/ 46341 h 2336171"/>
                <a:gd name="connsiteX28" fmla="*/ 4762655 w 11320143"/>
                <a:gd name="connsiteY28" fmla="*/ 46341 h 2336171"/>
                <a:gd name="connsiteX29" fmla="*/ 5007340 w 11320143"/>
                <a:gd name="connsiteY29" fmla="*/ 106096 h 2336171"/>
                <a:gd name="connsiteX30" fmla="*/ 5222771 w 11320143"/>
                <a:gd name="connsiteY30" fmla="*/ 243654 h 2336171"/>
                <a:gd name="connsiteX31" fmla="*/ 5753090 w 11320143"/>
                <a:gd name="connsiteY31" fmla="*/ 798249 h 2336171"/>
                <a:gd name="connsiteX32" fmla="*/ 6058867 w 11320143"/>
                <a:gd name="connsiteY32" fmla="*/ 1183605 h 2336171"/>
                <a:gd name="connsiteX33" fmla="*/ 6264025 w 11320143"/>
                <a:gd name="connsiteY33" fmla="*/ 1444490 h 2336171"/>
                <a:gd name="connsiteX34" fmla="*/ 6273172 w 11320143"/>
                <a:gd name="connsiteY34" fmla="*/ 1455941 h 2336171"/>
                <a:gd name="connsiteX35" fmla="*/ 6790440 w 11320143"/>
                <a:gd name="connsiteY35" fmla="*/ 2041020 h 2336171"/>
                <a:gd name="connsiteX36" fmla="*/ 7217925 w 11320143"/>
                <a:gd name="connsiteY36" fmla="*/ 2316277 h 2336171"/>
                <a:gd name="connsiteX37" fmla="*/ 7476172 w 11320143"/>
                <a:gd name="connsiteY37" fmla="*/ 2312706 h 2336171"/>
                <a:gd name="connsiteX38" fmla="*/ 8090098 w 11320143"/>
                <a:gd name="connsiteY38" fmla="*/ 1840312 h 2336171"/>
                <a:gd name="connsiteX39" fmla="*/ 8141199 w 11320143"/>
                <a:gd name="connsiteY39" fmla="*/ 1784585 h 2336171"/>
                <a:gd name="connsiteX40" fmla="*/ 8680507 w 11320143"/>
                <a:gd name="connsiteY40" fmla="*/ 1114316 h 2336171"/>
                <a:gd name="connsiteX41" fmla="*/ 9194432 w 11320143"/>
                <a:gd name="connsiteY41" fmla="*/ 470942 h 2336171"/>
                <a:gd name="connsiteX42" fmla="*/ 9254029 w 11320143"/>
                <a:gd name="connsiteY42" fmla="*/ 403165 h 2336171"/>
                <a:gd name="connsiteX43" fmla="*/ 9566701 w 11320143"/>
                <a:gd name="connsiteY43" fmla="*/ 97530 h 2336171"/>
                <a:gd name="connsiteX44" fmla="*/ 9757259 w 11320143"/>
                <a:gd name="connsiteY44" fmla="*/ 8082 h 2336171"/>
                <a:gd name="connsiteX45" fmla="*/ 9960658 w 11320143"/>
                <a:gd name="connsiteY45" fmla="*/ 27660 h 2336171"/>
                <a:gd name="connsiteX46" fmla="*/ 10206943 w 11320143"/>
                <a:gd name="connsiteY46" fmla="*/ 230778 h 2336171"/>
                <a:gd name="connsiteX47" fmla="*/ 10315319 w 11320143"/>
                <a:gd name="connsiteY47" fmla="*/ 340684 h 2336171"/>
                <a:gd name="connsiteX48" fmla="*/ 10555553 w 11320143"/>
                <a:gd name="connsiteY48" fmla="*/ 498559 h 2336171"/>
                <a:gd name="connsiteX49" fmla="*/ 11015510 w 11320143"/>
                <a:gd name="connsiteY49" fmla="*/ 815153 h 2336171"/>
                <a:gd name="connsiteX50" fmla="*/ 11320143 w 11320143"/>
                <a:gd name="connsiteY50" fmla="*/ 1289007 h 2336171"/>
                <a:gd name="connsiteX51" fmla="*/ 11316026 w 11320143"/>
                <a:gd name="connsiteY51" fmla="*/ 1289851 h 2336171"/>
                <a:gd name="connsiteX52" fmla="*/ 10553406 w 11320143"/>
                <a:gd name="connsiteY52" fmla="*/ 502165 h 2336171"/>
                <a:gd name="connsiteX53" fmla="*/ 10312592 w 11320143"/>
                <a:gd name="connsiteY53" fmla="*/ 343868 h 2336171"/>
                <a:gd name="connsiteX54" fmla="*/ 10203865 w 11320143"/>
                <a:gd name="connsiteY54" fmla="*/ 233628 h 2336171"/>
                <a:gd name="connsiteX55" fmla="*/ 9959005 w 11320143"/>
                <a:gd name="connsiteY55" fmla="*/ 31530 h 2336171"/>
                <a:gd name="connsiteX56" fmla="*/ 9569163 w 11320143"/>
                <a:gd name="connsiteY56" fmla="*/ 101013 h 2336171"/>
                <a:gd name="connsiteX57" fmla="*/ 9257248 w 11320143"/>
                <a:gd name="connsiteY57" fmla="*/ 405945 h 2336171"/>
                <a:gd name="connsiteX58" fmla="*/ 9197580 w 11320143"/>
                <a:gd name="connsiteY58" fmla="*/ 473791 h 2336171"/>
                <a:gd name="connsiteX59" fmla="*/ 8683902 w 11320143"/>
                <a:gd name="connsiteY59" fmla="*/ 1116866 h 2336171"/>
                <a:gd name="connsiteX60" fmla="*/ 8144312 w 11320143"/>
                <a:gd name="connsiteY60" fmla="*/ 1787488 h 2336171"/>
                <a:gd name="connsiteX61" fmla="*/ 8093230 w 11320143"/>
                <a:gd name="connsiteY61" fmla="*/ 1843197 h 2336171"/>
                <a:gd name="connsiteX62" fmla="*/ 7477332 w 11320143"/>
                <a:gd name="connsiteY62" fmla="*/ 2316805 h 2336171"/>
                <a:gd name="connsiteX63" fmla="*/ 7339440 w 11320143"/>
                <a:gd name="connsiteY63" fmla="*/ 2336172 h 2336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320143" h="2336171">
                  <a:moveTo>
                    <a:pt x="7339440" y="2336172"/>
                  </a:moveTo>
                  <a:cubicBezTo>
                    <a:pt x="7298190" y="2336172"/>
                    <a:pt x="7257257" y="2330912"/>
                    <a:pt x="7216886" y="2320376"/>
                  </a:cubicBezTo>
                  <a:cubicBezTo>
                    <a:pt x="7047384" y="2276135"/>
                    <a:pt x="6911867" y="2159651"/>
                    <a:pt x="6787607" y="2044134"/>
                  </a:cubicBezTo>
                  <a:cubicBezTo>
                    <a:pt x="6592458" y="1862723"/>
                    <a:pt x="6428479" y="1657283"/>
                    <a:pt x="6269918" y="1458598"/>
                  </a:cubicBezTo>
                  <a:lnTo>
                    <a:pt x="6260771" y="1447129"/>
                  </a:lnTo>
                  <a:cubicBezTo>
                    <a:pt x="6191622" y="1360495"/>
                    <a:pt x="6122456" y="1271892"/>
                    <a:pt x="6055577" y="1186208"/>
                  </a:cubicBezTo>
                  <a:cubicBezTo>
                    <a:pt x="5956507" y="1059275"/>
                    <a:pt x="5854043" y="927997"/>
                    <a:pt x="5749871" y="800940"/>
                  </a:cubicBezTo>
                  <a:cubicBezTo>
                    <a:pt x="5576165" y="589062"/>
                    <a:pt x="5416425" y="401142"/>
                    <a:pt x="5220220" y="246979"/>
                  </a:cubicBezTo>
                  <a:cubicBezTo>
                    <a:pt x="5049680" y="112974"/>
                    <a:pt x="4904294" y="50563"/>
                    <a:pt x="4762708" y="50563"/>
                  </a:cubicBezTo>
                  <a:cubicBezTo>
                    <a:pt x="4762638" y="50563"/>
                    <a:pt x="4762567" y="50563"/>
                    <a:pt x="4762497" y="50563"/>
                  </a:cubicBezTo>
                  <a:cubicBezTo>
                    <a:pt x="4435823" y="50704"/>
                    <a:pt x="4326586" y="279398"/>
                    <a:pt x="4175395" y="595922"/>
                  </a:cubicBezTo>
                  <a:cubicBezTo>
                    <a:pt x="4117276" y="717614"/>
                    <a:pt x="4051399" y="855524"/>
                    <a:pt x="3964907" y="993539"/>
                  </a:cubicBezTo>
                  <a:cubicBezTo>
                    <a:pt x="3865643" y="1151924"/>
                    <a:pt x="3754365" y="1286228"/>
                    <a:pt x="3624706" y="1404137"/>
                  </a:cubicBezTo>
                  <a:cubicBezTo>
                    <a:pt x="3465212" y="1549171"/>
                    <a:pt x="3280477" y="1668118"/>
                    <a:pt x="3059944" y="1767804"/>
                  </a:cubicBezTo>
                  <a:cubicBezTo>
                    <a:pt x="2809947" y="1880788"/>
                    <a:pt x="2512544" y="1967263"/>
                    <a:pt x="2175949" y="2024802"/>
                  </a:cubicBezTo>
                  <a:cubicBezTo>
                    <a:pt x="2040168" y="2048021"/>
                    <a:pt x="1904387" y="2072155"/>
                    <a:pt x="1760619" y="2097697"/>
                  </a:cubicBezTo>
                  <a:cubicBezTo>
                    <a:pt x="1620018" y="2122693"/>
                    <a:pt x="1474615" y="2148534"/>
                    <a:pt x="1325447" y="2174128"/>
                  </a:cubicBezTo>
                  <a:cubicBezTo>
                    <a:pt x="1108380" y="2211367"/>
                    <a:pt x="892597" y="2200883"/>
                    <a:pt x="665731" y="2142043"/>
                  </a:cubicBezTo>
                  <a:cubicBezTo>
                    <a:pt x="467961" y="2090749"/>
                    <a:pt x="287588" y="2009392"/>
                    <a:pt x="128464" y="1937623"/>
                  </a:cubicBezTo>
                  <a:cubicBezTo>
                    <a:pt x="83872" y="1917517"/>
                    <a:pt x="41760" y="1898519"/>
                    <a:pt x="0" y="1880436"/>
                  </a:cubicBezTo>
                  <a:lnTo>
                    <a:pt x="1671" y="1876566"/>
                  </a:lnTo>
                  <a:cubicBezTo>
                    <a:pt x="43466" y="1894667"/>
                    <a:pt x="85596" y="1913665"/>
                    <a:pt x="130188" y="1933771"/>
                  </a:cubicBezTo>
                  <a:cubicBezTo>
                    <a:pt x="462314" y="2083572"/>
                    <a:pt x="838770" y="2253338"/>
                    <a:pt x="1324726" y="2169959"/>
                  </a:cubicBezTo>
                  <a:cubicBezTo>
                    <a:pt x="1473876" y="2144365"/>
                    <a:pt x="1619262" y="2118524"/>
                    <a:pt x="1759863" y="2093528"/>
                  </a:cubicBezTo>
                  <a:cubicBezTo>
                    <a:pt x="1903630" y="2067969"/>
                    <a:pt x="2039447" y="2043835"/>
                    <a:pt x="2175228" y="2020615"/>
                  </a:cubicBezTo>
                  <a:cubicBezTo>
                    <a:pt x="3607150" y="1775825"/>
                    <a:pt x="3933367" y="1092802"/>
                    <a:pt x="4171578" y="594093"/>
                  </a:cubicBezTo>
                  <a:cubicBezTo>
                    <a:pt x="4246566" y="437098"/>
                    <a:pt x="4311335" y="301510"/>
                    <a:pt x="4399182" y="203583"/>
                  </a:cubicBezTo>
                  <a:cubicBezTo>
                    <a:pt x="4495385" y="96369"/>
                    <a:pt x="4610814" y="46394"/>
                    <a:pt x="4762462" y="46341"/>
                  </a:cubicBezTo>
                  <a:cubicBezTo>
                    <a:pt x="4762532" y="46341"/>
                    <a:pt x="4762585" y="46341"/>
                    <a:pt x="4762655" y="46341"/>
                  </a:cubicBezTo>
                  <a:cubicBezTo>
                    <a:pt x="4840898" y="46341"/>
                    <a:pt x="4923221" y="66447"/>
                    <a:pt x="5007340" y="106096"/>
                  </a:cubicBezTo>
                  <a:cubicBezTo>
                    <a:pt x="5075204" y="138093"/>
                    <a:pt x="5145689" y="183090"/>
                    <a:pt x="5222771" y="243654"/>
                  </a:cubicBezTo>
                  <a:cubicBezTo>
                    <a:pt x="5419310" y="398082"/>
                    <a:pt x="5579226" y="586177"/>
                    <a:pt x="5753090" y="798249"/>
                  </a:cubicBezTo>
                  <a:cubicBezTo>
                    <a:pt x="5857297" y="925358"/>
                    <a:pt x="5959761" y="1056636"/>
                    <a:pt x="6058867" y="1183605"/>
                  </a:cubicBezTo>
                  <a:cubicBezTo>
                    <a:pt x="6125746" y="1269288"/>
                    <a:pt x="6194894" y="1357892"/>
                    <a:pt x="6264025" y="1444490"/>
                  </a:cubicBezTo>
                  <a:lnTo>
                    <a:pt x="6273172" y="1455941"/>
                  </a:lnTo>
                  <a:cubicBezTo>
                    <a:pt x="6431645" y="1654503"/>
                    <a:pt x="6595519" y="1859820"/>
                    <a:pt x="6790440" y="2041020"/>
                  </a:cubicBezTo>
                  <a:cubicBezTo>
                    <a:pt x="6914312" y="2156168"/>
                    <a:pt x="7049355" y="2272283"/>
                    <a:pt x="7217925" y="2316277"/>
                  </a:cubicBezTo>
                  <a:cubicBezTo>
                    <a:pt x="7302289" y="2338300"/>
                    <a:pt x="7389169" y="2337104"/>
                    <a:pt x="7476172" y="2312706"/>
                  </a:cubicBezTo>
                  <a:cubicBezTo>
                    <a:pt x="7721542" y="2244402"/>
                    <a:pt x="7934563" y="2010853"/>
                    <a:pt x="8090098" y="1840312"/>
                  </a:cubicBezTo>
                  <a:cubicBezTo>
                    <a:pt x="8108006" y="1820681"/>
                    <a:pt x="8124910" y="1802141"/>
                    <a:pt x="8141199" y="1784585"/>
                  </a:cubicBezTo>
                  <a:cubicBezTo>
                    <a:pt x="8336524" y="1573991"/>
                    <a:pt x="8511392" y="1340301"/>
                    <a:pt x="8680507" y="1114316"/>
                  </a:cubicBezTo>
                  <a:cubicBezTo>
                    <a:pt x="8841882" y="898656"/>
                    <a:pt x="9008764" y="675660"/>
                    <a:pt x="9194432" y="470942"/>
                  </a:cubicBezTo>
                  <a:cubicBezTo>
                    <a:pt x="9212656" y="450853"/>
                    <a:pt x="9232762" y="427686"/>
                    <a:pt x="9254029" y="403165"/>
                  </a:cubicBezTo>
                  <a:cubicBezTo>
                    <a:pt x="9339449" y="304746"/>
                    <a:pt x="9445748" y="182263"/>
                    <a:pt x="9566701" y="97530"/>
                  </a:cubicBezTo>
                  <a:cubicBezTo>
                    <a:pt x="9632524" y="51425"/>
                    <a:pt x="9696641" y="21328"/>
                    <a:pt x="9757259" y="8082"/>
                  </a:cubicBezTo>
                  <a:cubicBezTo>
                    <a:pt x="9827586" y="-7292"/>
                    <a:pt x="9896013" y="-713"/>
                    <a:pt x="9960658" y="27660"/>
                  </a:cubicBezTo>
                  <a:cubicBezTo>
                    <a:pt x="10061751" y="72023"/>
                    <a:pt x="10135561" y="152729"/>
                    <a:pt x="10206943" y="230778"/>
                  </a:cubicBezTo>
                  <a:cubicBezTo>
                    <a:pt x="10243479" y="270726"/>
                    <a:pt x="10277991" y="308476"/>
                    <a:pt x="10315319" y="340684"/>
                  </a:cubicBezTo>
                  <a:cubicBezTo>
                    <a:pt x="10369110" y="387088"/>
                    <a:pt x="10455515" y="438751"/>
                    <a:pt x="10555553" y="498559"/>
                  </a:cubicBezTo>
                  <a:cubicBezTo>
                    <a:pt x="10695661" y="582325"/>
                    <a:pt x="10870036" y="686566"/>
                    <a:pt x="11015510" y="815153"/>
                  </a:cubicBezTo>
                  <a:cubicBezTo>
                    <a:pt x="11185611" y="965517"/>
                    <a:pt x="11285261" y="1120508"/>
                    <a:pt x="11320143" y="1289007"/>
                  </a:cubicBezTo>
                  <a:lnTo>
                    <a:pt x="11316026" y="1289851"/>
                  </a:lnTo>
                  <a:cubicBezTo>
                    <a:pt x="11237643" y="911233"/>
                    <a:pt x="10842173" y="674799"/>
                    <a:pt x="10553406" y="502165"/>
                  </a:cubicBezTo>
                  <a:cubicBezTo>
                    <a:pt x="10453193" y="442251"/>
                    <a:pt x="10366648" y="390518"/>
                    <a:pt x="10312592" y="343868"/>
                  </a:cubicBezTo>
                  <a:cubicBezTo>
                    <a:pt x="10275071" y="311501"/>
                    <a:pt x="10240489" y="273664"/>
                    <a:pt x="10203865" y="233628"/>
                  </a:cubicBezTo>
                  <a:cubicBezTo>
                    <a:pt x="10132782" y="155895"/>
                    <a:pt x="10059288" y="75542"/>
                    <a:pt x="9959005" y="31530"/>
                  </a:cubicBezTo>
                  <a:cubicBezTo>
                    <a:pt x="9838773" y="-21242"/>
                    <a:pt x="9711242" y="1485"/>
                    <a:pt x="9569163" y="101013"/>
                  </a:cubicBezTo>
                  <a:cubicBezTo>
                    <a:pt x="9448633" y="185430"/>
                    <a:pt x="9342527" y="307701"/>
                    <a:pt x="9257248" y="405945"/>
                  </a:cubicBezTo>
                  <a:cubicBezTo>
                    <a:pt x="9235945" y="430483"/>
                    <a:pt x="9215840" y="453650"/>
                    <a:pt x="9197580" y="473791"/>
                  </a:cubicBezTo>
                  <a:cubicBezTo>
                    <a:pt x="9012036" y="678369"/>
                    <a:pt x="8845225" y="901277"/>
                    <a:pt x="8683902" y="1116866"/>
                  </a:cubicBezTo>
                  <a:cubicBezTo>
                    <a:pt x="8514734" y="1342940"/>
                    <a:pt x="8339796" y="1576718"/>
                    <a:pt x="8144312" y="1787488"/>
                  </a:cubicBezTo>
                  <a:cubicBezTo>
                    <a:pt x="8128041" y="1805026"/>
                    <a:pt x="8111137" y="1823566"/>
                    <a:pt x="8093230" y="1843197"/>
                  </a:cubicBezTo>
                  <a:cubicBezTo>
                    <a:pt x="7937343" y="2014107"/>
                    <a:pt x="7723846" y="2248166"/>
                    <a:pt x="7477332" y="2316805"/>
                  </a:cubicBezTo>
                  <a:cubicBezTo>
                    <a:pt x="7431210" y="2329716"/>
                    <a:pt x="7385123" y="2336172"/>
                    <a:pt x="7339440" y="2336172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" name="任意多边形: 形状 1400"/>
            <p:cNvSpPr/>
            <p:nvPr>
              <p:custDataLst>
                <p:tags r:id="rId21"/>
              </p:custDataLst>
            </p:nvPr>
          </p:nvSpPr>
          <p:spPr>
            <a:xfrm>
              <a:off x="791679" y="2622106"/>
              <a:ext cx="11399335" cy="2447051"/>
            </a:xfrm>
            <a:custGeom>
              <a:avLst/>
              <a:gdLst>
                <a:gd name="connsiteX0" fmla="*/ 7456118 w 11399335"/>
                <a:gd name="connsiteY0" fmla="*/ 2447052 h 2447051"/>
                <a:gd name="connsiteX1" fmla="*/ 7330029 w 11399335"/>
                <a:gd name="connsiteY1" fmla="*/ 2430165 h 2447051"/>
                <a:gd name="connsiteX2" fmla="*/ 6894646 w 11399335"/>
                <a:gd name="connsiteY2" fmla="*/ 2137582 h 2447051"/>
                <a:gd name="connsiteX3" fmla="*/ 6377115 w 11399335"/>
                <a:gd name="connsiteY3" fmla="*/ 1520066 h 2447051"/>
                <a:gd name="connsiteX4" fmla="*/ 6367492 w 11399335"/>
                <a:gd name="connsiteY4" fmla="*/ 1507330 h 2447051"/>
                <a:gd name="connsiteX5" fmla="*/ 6174824 w 11399335"/>
                <a:gd name="connsiteY5" fmla="*/ 1248697 h 2447051"/>
                <a:gd name="connsiteX6" fmla="*/ 5857684 w 11399335"/>
                <a:gd name="connsiteY6" fmla="*/ 827878 h 2447051"/>
                <a:gd name="connsiteX7" fmla="*/ 5324409 w 11399335"/>
                <a:gd name="connsiteY7" fmla="*/ 248164 h 2447051"/>
                <a:gd name="connsiteX8" fmla="*/ 4856976 w 11399335"/>
                <a:gd name="connsiteY8" fmla="*/ 45645 h 2447051"/>
                <a:gd name="connsiteX9" fmla="*/ 4507188 w 11399335"/>
                <a:gd name="connsiteY9" fmla="*/ 213757 h 2447051"/>
                <a:gd name="connsiteX10" fmla="*/ 4294730 w 11399335"/>
                <a:gd name="connsiteY10" fmla="*/ 624004 h 2447051"/>
                <a:gd name="connsiteX11" fmla="*/ 4092121 w 11399335"/>
                <a:gd name="connsiteY11" fmla="*/ 1054040 h 2447051"/>
                <a:gd name="connsiteX12" fmla="*/ 3752765 w 11399335"/>
                <a:gd name="connsiteY12" fmla="*/ 1498060 h 2447051"/>
                <a:gd name="connsiteX13" fmla="*/ 3499672 w 11399335"/>
                <a:gd name="connsiteY13" fmla="*/ 1704503 h 2447051"/>
                <a:gd name="connsiteX14" fmla="*/ 3173861 w 11399335"/>
                <a:gd name="connsiteY14" fmla="*/ 1889485 h 2447051"/>
                <a:gd name="connsiteX15" fmla="*/ 2762523 w 11399335"/>
                <a:gd name="connsiteY15" fmla="*/ 2044721 h 2447051"/>
                <a:gd name="connsiteX16" fmla="*/ 2252802 w 11399335"/>
                <a:gd name="connsiteY16" fmla="*/ 2161927 h 2447051"/>
                <a:gd name="connsiteX17" fmla="*/ 2180681 w 11399335"/>
                <a:gd name="connsiteY17" fmla="*/ 2174152 h 2447051"/>
                <a:gd name="connsiteX18" fmla="*/ 1378746 w 11399335"/>
                <a:gd name="connsiteY18" fmla="*/ 2304850 h 2447051"/>
                <a:gd name="connsiteX19" fmla="*/ 690921 w 11399335"/>
                <a:gd name="connsiteY19" fmla="*/ 2246678 h 2447051"/>
                <a:gd name="connsiteX20" fmla="*/ 128288 w 11399335"/>
                <a:gd name="connsiteY20" fmla="*/ 2001114 h 2447051"/>
                <a:gd name="connsiteX21" fmla="*/ 0 w 11399335"/>
                <a:gd name="connsiteY21" fmla="*/ 1936293 h 2447051"/>
                <a:gd name="connsiteX22" fmla="*/ 1829 w 11399335"/>
                <a:gd name="connsiteY22" fmla="*/ 1932581 h 2447051"/>
                <a:gd name="connsiteX23" fmla="*/ 130170 w 11399335"/>
                <a:gd name="connsiteY23" fmla="*/ 1997420 h 2447051"/>
                <a:gd name="connsiteX24" fmla="*/ 1378131 w 11399335"/>
                <a:gd name="connsiteY24" fmla="*/ 2300751 h 2447051"/>
                <a:gd name="connsiteX25" fmla="*/ 2179995 w 11399335"/>
                <a:gd name="connsiteY25" fmla="*/ 2170071 h 2447051"/>
                <a:gd name="connsiteX26" fmla="*/ 2252116 w 11399335"/>
                <a:gd name="connsiteY26" fmla="*/ 2157846 h 2447051"/>
                <a:gd name="connsiteX27" fmla="*/ 4290930 w 11399335"/>
                <a:gd name="connsiteY27" fmla="*/ 622403 h 2447051"/>
                <a:gd name="connsiteX28" fmla="*/ 4503986 w 11399335"/>
                <a:gd name="connsiteY28" fmla="*/ 211154 h 2447051"/>
                <a:gd name="connsiteX29" fmla="*/ 4856940 w 11399335"/>
                <a:gd name="connsiteY29" fmla="*/ 41493 h 2447051"/>
                <a:gd name="connsiteX30" fmla="*/ 5107746 w 11399335"/>
                <a:gd name="connsiteY30" fmla="*/ 101741 h 2447051"/>
                <a:gd name="connsiteX31" fmla="*/ 5327030 w 11399335"/>
                <a:gd name="connsiteY31" fmla="*/ 244945 h 2447051"/>
                <a:gd name="connsiteX32" fmla="*/ 5860955 w 11399335"/>
                <a:gd name="connsiteY32" fmla="*/ 825345 h 2447051"/>
                <a:gd name="connsiteX33" fmla="*/ 6178166 w 11399335"/>
                <a:gd name="connsiteY33" fmla="*/ 1246252 h 2447051"/>
                <a:gd name="connsiteX34" fmla="*/ 6370817 w 11399335"/>
                <a:gd name="connsiteY34" fmla="*/ 1504850 h 2447051"/>
                <a:gd name="connsiteX35" fmla="*/ 6380439 w 11399335"/>
                <a:gd name="connsiteY35" fmla="*/ 1517586 h 2447051"/>
                <a:gd name="connsiteX36" fmla="*/ 6897566 w 11399335"/>
                <a:gd name="connsiteY36" fmla="*/ 2134644 h 2447051"/>
                <a:gd name="connsiteX37" fmla="*/ 7331138 w 11399335"/>
                <a:gd name="connsiteY37" fmla="*/ 2426190 h 2447051"/>
                <a:gd name="connsiteX38" fmla="*/ 7595365 w 11399335"/>
                <a:gd name="connsiteY38" fmla="*/ 2422777 h 2447051"/>
                <a:gd name="connsiteX39" fmla="*/ 8220057 w 11399335"/>
                <a:gd name="connsiteY39" fmla="*/ 1922379 h 2447051"/>
                <a:gd name="connsiteX40" fmla="*/ 8268079 w 11399335"/>
                <a:gd name="connsiteY40" fmla="*/ 1867514 h 2447051"/>
                <a:gd name="connsiteX41" fmla="*/ 8806508 w 11399335"/>
                <a:gd name="connsiteY41" fmla="*/ 1167006 h 2447051"/>
                <a:gd name="connsiteX42" fmla="*/ 9322069 w 11399335"/>
                <a:gd name="connsiteY42" fmla="*/ 491899 h 2447051"/>
                <a:gd name="connsiteX43" fmla="*/ 9378271 w 11399335"/>
                <a:gd name="connsiteY43" fmla="*/ 425196 h 2447051"/>
                <a:gd name="connsiteX44" fmla="*/ 9695481 w 11399335"/>
                <a:gd name="connsiteY44" fmla="*/ 102937 h 2447051"/>
                <a:gd name="connsiteX45" fmla="*/ 9890771 w 11399335"/>
                <a:gd name="connsiteY45" fmla="*/ 8300 h 2447051"/>
                <a:gd name="connsiteX46" fmla="*/ 10099852 w 11399335"/>
                <a:gd name="connsiteY46" fmla="*/ 30306 h 2447051"/>
                <a:gd name="connsiteX47" fmla="*/ 10353227 w 11399335"/>
                <a:gd name="connsiteY47" fmla="*/ 251735 h 2447051"/>
                <a:gd name="connsiteX48" fmla="*/ 10456764 w 11399335"/>
                <a:gd name="connsiteY48" fmla="*/ 364526 h 2447051"/>
                <a:gd name="connsiteX49" fmla="*/ 10694676 w 11399335"/>
                <a:gd name="connsiteY49" fmla="*/ 534802 h 2447051"/>
                <a:gd name="connsiteX50" fmla="*/ 11399335 w 11399335"/>
                <a:gd name="connsiteY50" fmla="*/ 1301626 h 2447051"/>
                <a:gd name="connsiteX51" fmla="*/ 11395290 w 11399335"/>
                <a:gd name="connsiteY51" fmla="*/ 1302506 h 2447051"/>
                <a:gd name="connsiteX52" fmla="*/ 10692424 w 11399335"/>
                <a:gd name="connsiteY52" fmla="*/ 538285 h 2447051"/>
                <a:gd name="connsiteX53" fmla="*/ 10453932 w 11399335"/>
                <a:gd name="connsiteY53" fmla="*/ 367551 h 2447051"/>
                <a:gd name="connsiteX54" fmla="*/ 10350095 w 11399335"/>
                <a:gd name="connsiteY54" fmla="*/ 254444 h 2447051"/>
                <a:gd name="connsiteX55" fmla="*/ 10098129 w 11399335"/>
                <a:gd name="connsiteY55" fmla="*/ 34070 h 2447051"/>
                <a:gd name="connsiteX56" fmla="*/ 9697944 w 11399335"/>
                <a:gd name="connsiteY56" fmla="*/ 106297 h 2447051"/>
                <a:gd name="connsiteX57" fmla="*/ 9381490 w 11399335"/>
                <a:gd name="connsiteY57" fmla="*/ 427852 h 2447051"/>
                <a:gd name="connsiteX58" fmla="*/ 9325235 w 11399335"/>
                <a:gd name="connsiteY58" fmla="*/ 494608 h 2447051"/>
                <a:gd name="connsiteX59" fmla="*/ 8809903 w 11399335"/>
                <a:gd name="connsiteY59" fmla="*/ 1169398 h 2447051"/>
                <a:gd name="connsiteX60" fmla="*/ 8271211 w 11399335"/>
                <a:gd name="connsiteY60" fmla="*/ 1870241 h 2447051"/>
                <a:gd name="connsiteX61" fmla="*/ 8223223 w 11399335"/>
                <a:gd name="connsiteY61" fmla="*/ 1925088 h 2447051"/>
                <a:gd name="connsiteX62" fmla="*/ 7596543 w 11399335"/>
                <a:gd name="connsiteY62" fmla="*/ 2426753 h 2447051"/>
                <a:gd name="connsiteX63" fmla="*/ 7456118 w 11399335"/>
                <a:gd name="connsiteY63" fmla="*/ 2447052 h 244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399335" h="2447051">
                  <a:moveTo>
                    <a:pt x="7456118" y="2447052"/>
                  </a:moveTo>
                  <a:cubicBezTo>
                    <a:pt x="7413689" y="2447052"/>
                    <a:pt x="7371578" y="2441423"/>
                    <a:pt x="7330029" y="2430165"/>
                  </a:cubicBezTo>
                  <a:cubicBezTo>
                    <a:pt x="7156059" y="2383005"/>
                    <a:pt x="7019556" y="2259765"/>
                    <a:pt x="6894646" y="2137582"/>
                  </a:cubicBezTo>
                  <a:cubicBezTo>
                    <a:pt x="6698810" y="1946021"/>
                    <a:pt x="6535271" y="1729481"/>
                    <a:pt x="6377115" y="1520066"/>
                  </a:cubicBezTo>
                  <a:lnTo>
                    <a:pt x="6367492" y="1507330"/>
                  </a:lnTo>
                  <a:cubicBezTo>
                    <a:pt x="6302619" y="1421436"/>
                    <a:pt x="6237657" y="1333624"/>
                    <a:pt x="6174824" y="1248697"/>
                  </a:cubicBezTo>
                  <a:cubicBezTo>
                    <a:pt x="6072218" y="1109995"/>
                    <a:pt x="5966112" y="966580"/>
                    <a:pt x="5857684" y="827878"/>
                  </a:cubicBezTo>
                  <a:cubicBezTo>
                    <a:pt x="5684628" y="606501"/>
                    <a:pt x="5525064" y="410085"/>
                    <a:pt x="5324409" y="248164"/>
                  </a:cubicBezTo>
                  <a:cubicBezTo>
                    <a:pt x="5150474" y="107792"/>
                    <a:pt x="5001992" y="43410"/>
                    <a:pt x="4856976" y="45645"/>
                  </a:cubicBezTo>
                  <a:cubicBezTo>
                    <a:pt x="4709180" y="47896"/>
                    <a:pt x="4598043" y="101301"/>
                    <a:pt x="4507188" y="213757"/>
                  </a:cubicBezTo>
                  <a:cubicBezTo>
                    <a:pt x="4423862" y="316908"/>
                    <a:pt x="4364018" y="459216"/>
                    <a:pt x="4294730" y="624004"/>
                  </a:cubicBezTo>
                  <a:cubicBezTo>
                    <a:pt x="4239407" y="755563"/>
                    <a:pt x="4176714" y="904696"/>
                    <a:pt x="4092121" y="1054040"/>
                  </a:cubicBezTo>
                  <a:cubicBezTo>
                    <a:pt x="3994986" y="1225512"/>
                    <a:pt x="3883990" y="1370757"/>
                    <a:pt x="3752765" y="1498060"/>
                  </a:cubicBezTo>
                  <a:cubicBezTo>
                    <a:pt x="3676105" y="1572433"/>
                    <a:pt x="3590950" y="1641880"/>
                    <a:pt x="3499672" y="1704503"/>
                  </a:cubicBezTo>
                  <a:cubicBezTo>
                    <a:pt x="3400726" y="1772385"/>
                    <a:pt x="3291101" y="1834620"/>
                    <a:pt x="3173861" y="1889485"/>
                  </a:cubicBezTo>
                  <a:cubicBezTo>
                    <a:pt x="3048299" y="1948255"/>
                    <a:pt x="2909897" y="2000481"/>
                    <a:pt x="2762523" y="2044721"/>
                  </a:cubicBezTo>
                  <a:cubicBezTo>
                    <a:pt x="2606020" y="2091705"/>
                    <a:pt x="2434530" y="2131126"/>
                    <a:pt x="2252802" y="2161927"/>
                  </a:cubicBezTo>
                  <a:lnTo>
                    <a:pt x="2180681" y="2174152"/>
                  </a:lnTo>
                  <a:cubicBezTo>
                    <a:pt x="1925390" y="2217460"/>
                    <a:pt x="1661391" y="2262246"/>
                    <a:pt x="1378746" y="2304850"/>
                  </a:cubicBezTo>
                  <a:cubicBezTo>
                    <a:pt x="1153095" y="2338852"/>
                    <a:pt x="928112" y="2319820"/>
                    <a:pt x="690921" y="2246678"/>
                  </a:cubicBezTo>
                  <a:cubicBezTo>
                    <a:pt x="484144" y="2182912"/>
                    <a:pt x="295081" y="2086323"/>
                    <a:pt x="128288" y="2001114"/>
                  </a:cubicBezTo>
                  <a:cubicBezTo>
                    <a:pt x="83784" y="1978387"/>
                    <a:pt x="41742" y="1956909"/>
                    <a:pt x="0" y="1936293"/>
                  </a:cubicBezTo>
                  <a:lnTo>
                    <a:pt x="1829" y="1932581"/>
                  </a:lnTo>
                  <a:cubicBezTo>
                    <a:pt x="43607" y="1953197"/>
                    <a:pt x="85648" y="1974693"/>
                    <a:pt x="130170" y="1997420"/>
                  </a:cubicBezTo>
                  <a:cubicBezTo>
                    <a:pt x="461101" y="2166483"/>
                    <a:pt x="872966" y="2376866"/>
                    <a:pt x="1378131" y="2300751"/>
                  </a:cubicBezTo>
                  <a:cubicBezTo>
                    <a:pt x="1660740" y="2258165"/>
                    <a:pt x="1924721" y="2213379"/>
                    <a:pt x="2179995" y="2170071"/>
                  </a:cubicBezTo>
                  <a:lnTo>
                    <a:pt x="2252116" y="2157846"/>
                  </a:lnTo>
                  <a:cubicBezTo>
                    <a:pt x="3752202" y="1903645"/>
                    <a:pt x="4063572" y="1163119"/>
                    <a:pt x="4290930" y="622403"/>
                  </a:cubicBezTo>
                  <a:cubicBezTo>
                    <a:pt x="4360342" y="457316"/>
                    <a:pt x="4420291" y="314762"/>
                    <a:pt x="4503986" y="211154"/>
                  </a:cubicBezTo>
                  <a:cubicBezTo>
                    <a:pt x="4595668" y="97677"/>
                    <a:pt x="4707825" y="43762"/>
                    <a:pt x="4856940" y="41493"/>
                  </a:cubicBezTo>
                  <a:cubicBezTo>
                    <a:pt x="4937224" y="40297"/>
                    <a:pt x="5021623" y="60544"/>
                    <a:pt x="5107746" y="101741"/>
                  </a:cubicBezTo>
                  <a:cubicBezTo>
                    <a:pt x="5176860" y="134793"/>
                    <a:pt x="5248576" y="181637"/>
                    <a:pt x="5327030" y="244945"/>
                  </a:cubicBezTo>
                  <a:cubicBezTo>
                    <a:pt x="5528019" y="407148"/>
                    <a:pt x="5687741" y="603757"/>
                    <a:pt x="5860955" y="825345"/>
                  </a:cubicBezTo>
                  <a:cubicBezTo>
                    <a:pt x="5969419" y="964099"/>
                    <a:pt x="6075542" y="1107550"/>
                    <a:pt x="6178166" y="1246252"/>
                  </a:cubicBezTo>
                  <a:cubicBezTo>
                    <a:pt x="6240981" y="1331161"/>
                    <a:pt x="6305943" y="1418973"/>
                    <a:pt x="6370817" y="1504850"/>
                  </a:cubicBezTo>
                  <a:lnTo>
                    <a:pt x="6380439" y="1517586"/>
                  </a:lnTo>
                  <a:cubicBezTo>
                    <a:pt x="6538508" y="1726878"/>
                    <a:pt x="6701941" y="1943294"/>
                    <a:pt x="6897566" y="2134644"/>
                  </a:cubicBezTo>
                  <a:cubicBezTo>
                    <a:pt x="7022089" y="2256441"/>
                    <a:pt x="7158135" y="2379293"/>
                    <a:pt x="7331138" y="2426190"/>
                  </a:cubicBezTo>
                  <a:cubicBezTo>
                    <a:pt x="7417525" y="2449620"/>
                    <a:pt x="7506427" y="2448459"/>
                    <a:pt x="7595365" y="2422777"/>
                  </a:cubicBezTo>
                  <a:cubicBezTo>
                    <a:pt x="7847261" y="2350462"/>
                    <a:pt x="8062728" y="2103034"/>
                    <a:pt x="8220057" y="1922379"/>
                  </a:cubicBezTo>
                  <a:cubicBezTo>
                    <a:pt x="8236874" y="1903064"/>
                    <a:pt x="8252776" y="1884823"/>
                    <a:pt x="8268079" y="1867514"/>
                  </a:cubicBezTo>
                  <a:cubicBezTo>
                    <a:pt x="8463475" y="1646524"/>
                    <a:pt x="8637868" y="1402754"/>
                    <a:pt x="8806508" y="1167006"/>
                  </a:cubicBezTo>
                  <a:cubicBezTo>
                    <a:pt x="8968218" y="940968"/>
                    <a:pt x="9135433" y="707225"/>
                    <a:pt x="9322069" y="491899"/>
                  </a:cubicBezTo>
                  <a:cubicBezTo>
                    <a:pt x="9339237" y="472074"/>
                    <a:pt x="9358200" y="449312"/>
                    <a:pt x="9378271" y="425196"/>
                  </a:cubicBezTo>
                  <a:cubicBezTo>
                    <a:pt x="9464499" y="321622"/>
                    <a:pt x="9571801" y="192719"/>
                    <a:pt x="9695481" y="102937"/>
                  </a:cubicBezTo>
                  <a:cubicBezTo>
                    <a:pt x="9762870" y="54018"/>
                    <a:pt x="9828571" y="22179"/>
                    <a:pt x="9890771" y="8300"/>
                  </a:cubicBezTo>
                  <a:cubicBezTo>
                    <a:pt x="9963051" y="-7831"/>
                    <a:pt x="10033395" y="-425"/>
                    <a:pt x="10099852" y="30306"/>
                  </a:cubicBezTo>
                  <a:cubicBezTo>
                    <a:pt x="10205026" y="78943"/>
                    <a:pt x="10280366" y="166791"/>
                    <a:pt x="10353227" y="251735"/>
                  </a:cubicBezTo>
                  <a:cubicBezTo>
                    <a:pt x="10388178" y="292492"/>
                    <a:pt x="10421196" y="330981"/>
                    <a:pt x="10456764" y="364526"/>
                  </a:cubicBezTo>
                  <a:cubicBezTo>
                    <a:pt x="10510239" y="414958"/>
                    <a:pt x="10595711" y="470491"/>
                    <a:pt x="10694676" y="534802"/>
                  </a:cubicBezTo>
                  <a:cubicBezTo>
                    <a:pt x="10959501" y="706890"/>
                    <a:pt x="11322201" y="942568"/>
                    <a:pt x="11399335" y="1301626"/>
                  </a:cubicBezTo>
                  <a:lnTo>
                    <a:pt x="11395290" y="1302506"/>
                  </a:lnTo>
                  <a:cubicBezTo>
                    <a:pt x="11318507" y="945119"/>
                    <a:pt x="10956652" y="709969"/>
                    <a:pt x="10692424" y="538285"/>
                  </a:cubicBezTo>
                  <a:cubicBezTo>
                    <a:pt x="10593284" y="473869"/>
                    <a:pt x="10507671" y="418230"/>
                    <a:pt x="10453932" y="367551"/>
                  </a:cubicBezTo>
                  <a:cubicBezTo>
                    <a:pt x="10418206" y="333848"/>
                    <a:pt x="10385118" y="295290"/>
                    <a:pt x="10350095" y="254444"/>
                  </a:cubicBezTo>
                  <a:cubicBezTo>
                    <a:pt x="10277517" y="169834"/>
                    <a:pt x="10202475" y="82321"/>
                    <a:pt x="10098129" y="34070"/>
                  </a:cubicBezTo>
                  <a:cubicBezTo>
                    <a:pt x="9974520" y="-23082"/>
                    <a:pt x="9843628" y="542"/>
                    <a:pt x="9697944" y="106297"/>
                  </a:cubicBezTo>
                  <a:cubicBezTo>
                    <a:pt x="9574686" y="195780"/>
                    <a:pt x="9467560" y="324455"/>
                    <a:pt x="9381490" y="427852"/>
                  </a:cubicBezTo>
                  <a:cubicBezTo>
                    <a:pt x="9361401" y="451986"/>
                    <a:pt x="9342439" y="474766"/>
                    <a:pt x="9325235" y="494608"/>
                  </a:cubicBezTo>
                  <a:cubicBezTo>
                    <a:pt x="9138723" y="709793"/>
                    <a:pt x="8971560" y="943448"/>
                    <a:pt x="8809903" y="1169398"/>
                  </a:cubicBezTo>
                  <a:cubicBezTo>
                    <a:pt x="8641193" y="1405235"/>
                    <a:pt x="8466729" y="1649092"/>
                    <a:pt x="8271211" y="1870241"/>
                  </a:cubicBezTo>
                  <a:cubicBezTo>
                    <a:pt x="8255925" y="1887532"/>
                    <a:pt x="8240040" y="1905773"/>
                    <a:pt x="8223223" y="1925088"/>
                  </a:cubicBezTo>
                  <a:cubicBezTo>
                    <a:pt x="8065560" y="2106130"/>
                    <a:pt x="7849619" y="2354086"/>
                    <a:pt x="7596543" y="2426753"/>
                  </a:cubicBezTo>
                  <a:cubicBezTo>
                    <a:pt x="7549576" y="2440280"/>
                    <a:pt x="7502663" y="2447052"/>
                    <a:pt x="7456118" y="2447052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4" name="任意多边形: 形状 1401"/>
            <p:cNvSpPr/>
            <p:nvPr>
              <p:custDataLst>
                <p:tags r:id="rId22"/>
              </p:custDataLst>
            </p:nvPr>
          </p:nvSpPr>
          <p:spPr>
            <a:xfrm>
              <a:off x="712451" y="2559315"/>
              <a:ext cx="11478527" cy="2558024"/>
            </a:xfrm>
            <a:custGeom>
              <a:avLst/>
              <a:gdLst>
                <a:gd name="connsiteX0" fmla="*/ 7572796 w 11478527"/>
                <a:gd name="connsiteY0" fmla="*/ 2558024 h 2558024"/>
                <a:gd name="connsiteX1" fmla="*/ 7443224 w 11478527"/>
                <a:gd name="connsiteY1" fmla="*/ 2540029 h 2558024"/>
                <a:gd name="connsiteX2" fmla="*/ 7001720 w 11478527"/>
                <a:gd name="connsiteY2" fmla="*/ 2231104 h 2558024"/>
                <a:gd name="connsiteX3" fmla="*/ 6483889 w 11478527"/>
                <a:gd name="connsiteY3" fmla="*/ 1581063 h 2558024"/>
                <a:gd name="connsiteX4" fmla="*/ 6474250 w 11478527"/>
                <a:gd name="connsiteY4" fmla="*/ 1567607 h 2558024"/>
                <a:gd name="connsiteX5" fmla="*/ 6292504 w 11478527"/>
                <a:gd name="connsiteY5" fmla="*/ 1310679 h 2558024"/>
                <a:gd name="connsiteX6" fmla="*/ 5965514 w 11478527"/>
                <a:gd name="connsiteY6" fmla="*/ 854873 h 2558024"/>
                <a:gd name="connsiteX7" fmla="*/ 5428633 w 11478527"/>
                <a:gd name="connsiteY7" fmla="*/ 249389 h 2558024"/>
                <a:gd name="connsiteX8" fmla="*/ 4951489 w 11478527"/>
                <a:gd name="connsiteY8" fmla="*/ 40766 h 2558024"/>
                <a:gd name="connsiteX9" fmla="*/ 4611359 w 11478527"/>
                <a:gd name="connsiteY9" fmla="*/ 220752 h 2558024"/>
                <a:gd name="connsiteX10" fmla="*/ 4412657 w 11478527"/>
                <a:gd name="connsiteY10" fmla="*/ 651368 h 2558024"/>
                <a:gd name="connsiteX11" fmla="*/ 4218246 w 11478527"/>
                <a:gd name="connsiteY11" fmla="*/ 1114017 h 2558024"/>
                <a:gd name="connsiteX12" fmla="*/ 3880138 w 11478527"/>
                <a:gd name="connsiteY12" fmla="*/ 1591758 h 2558024"/>
                <a:gd name="connsiteX13" fmla="*/ 3622542 w 11478527"/>
                <a:gd name="connsiteY13" fmla="*/ 1813364 h 2558024"/>
                <a:gd name="connsiteX14" fmla="*/ 3287478 w 11478527"/>
                <a:gd name="connsiteY14" fmla="*/ 2011222 h 2558024"/>
                <a:gd name="connsiteX15" fmla="*/ 2861118 w 11478527"/>
                <a:gd name="connsiteY15" fmla="*/ 2176186 h 2558024"/>
                <a:gd name="connsiteX16" fmla="*/ 2329638 w 11478527"/>
                <a:gd name="connsiteY16" fmla="*/ 2299144 h 2558024"/>
                <a:gd name="connsiteX17" fmla="*/ 1432046 w 11478527"/>
                <a:gd name="connsiteY17" fmla="*/ 2435647 h 2558024"/>
                <a:gd name="connsiteX18" fmla="*/ 1247591 w 11478527"/>
                <a:gd name="connsiteY18" fmla="*/ 2447749 h 2558024"/>
                <a:gd name="connsiteX19" fmla="*/ 716463 w 11478527"/>
                <a:gd name="connsiteY19" fmla="*/ 2351212 h 2558024"/>
                <a:gd name="connsiteX20" fmla="*/ 128657 w 11478527"/>
                <a:gd name="connsiteY20" fmla="*/ 2064346 h 2558024"/>
                <a:gd name="connsiteX21" fmla="*/ 0 w 11478527"/>
                <a:gd name="connsiteY21" fmla="*/ 1992224 h 2558024"/>
                <a:gd name="connsiteX22" fmla="*/ 1970 w 11478527"/>
                <a:gd name="connsiteY22" fmla="*/ 1988654 h 2558024"/>
                <a:gd name="connsiteX23" fmla="*/ 130662 w 11478527"/>
                <a:gd name="connsiteY23" fmla="*/ 2060792 h 2558024"/>
                <a:gd name="connsiteX24" fmla="*/ 1431518 w 11478527"/>
                <a:gd name="connsiteY24" fmla="*/ 2431601 h 2558024"/>
                <a:gd name="connsiteX25" fmla="*/ 2328969 w 11478527"/>
                <a:gd name="connsiteY25" fmla="*/ 2295116 h 2558024"/>
                <a:gd name="connsiteX26" fmla="*/ 4408821 w 11478527"/>
                <a:gd name="connsiteY26" fmla="*/ 649979 h 2558024"/>
                <a:gd name="connsiteX27" fmla="*/ 4608052 w 11478527"/>
                <a:gd name="connsiteY27" fmla="*/ 218377 h 2558024"/>
                <a:gd name="connsiteX28" fmla="*/ 4951367 w 11478527"/>
                <a:gd name="connsiteY28" fmla="*/ 36702 h 2558024"/>
                <a:gd name="connsiteX29" fmla="*/ 5208100 w 11478527"/>
                <a:gd name="connsiteY29" fmla="*/ 97407 h 2558024"/>
                <a:gd name="connsiteX30" fmla="*/ 5431219 w 11478527"/>
                <a:gd name="connsiteY30" fmla="*/ 246276 h 2558024"/>
                <a:gd name="connsiteX31" fmla="*/ 5968768 w 11478527"/>
                <a:gd name="connsiteY31" fmla="*/ 852463 h 2558024"/>
                <a:gd name="connsiteX32" fmla="*/ 6295829 w 11478527"/>
                <a:gd name="connsiteY32" fmla="*/ 1308357 h 2558024"/>
                <a:gd name="connsiteX33" fmla="*/ 6477556 w 11478527"/>
                <a:gd name="connsiteY33" fmla="*/ 1565250 h 2558024"/>
                <a:gd name="connsiteX34" fmla="*/ 6487196 w 11478527"/>
                <a:gd name="connsiteY34" fmla="*/ 1578706 h 2558024"/>
                <a:gd name="connsiteX35" fmla="*/ 7004639 w 11478527"/>
                <a:gd name="connsiteY35" fmla="*/ 2228290 h 2558024"/>
                <a:gd name="connsiteX36" fmla="*/ 7444315 w 11478527"/>
                <a:gd name="connsiteY36" fmla="*/ 2536142 h 2558024"/>
                <a:gd name="connsiteX37" fmla="*/ 7714506 w 11478527"/>
                <a:gd name="connsiteY37" fmla="*/ 2532870 h 2558024"/>
                <a:gd name="connsiteX38" fmla="*/ 8350069 w 11478527"/>
                <a:gd name="connsiteY38" fmla="*/ 2004028 h 2558024"/>
                <a:gd name="connsiteX39" fmla="*/ 8394907 w 11478527"/>
                <a:gd name="connsiteY39" fmla="*/ 1950447 h 2558024"/>
                <a:gd name="connsiteX40" fmla="*/ 8932685 w 11478527"/>
                <a:gd name="connsiteY40" fmla="*/ 1219578 h 2558024"/>
                <a:gd name="connsiteX41" fmla="*/ 9449671 w 11478527"/>
                <a:gd name="connsiteY41" fmla="*/ 512878 h 2558024"/>
                <a:gd name="connsiteX42" fmla="*/ 9502442 w 11478527"/>
                <a:gd name="connsiteY42" fmla="*/ 447635 h 2558024"/>
                <a:gd name="connsiteX43" fmla="*/ 9824103 w 11478527"/>
                <a:gd name="connsiteY43" fmla="*/ 108560 h 2558024"/>
                <a:gd name="connsiteX44" fmla="*/ 10024178 w 11478527"/>
                <a:gd name="connsiteY44" fmla="*/ 8557 h 2558024"/>
                <a:gd name="connsiteX45" fmla="*/ 10238993 w 11478527"/>
                <a:gd name="connsiteY45" fmla="*/ 32955 h 2558024"/>
                <a:gd name="connsiteX46" fmla="*/ 10500248 w 11478527"/>
                <a:gd name="connsiteY46" fmla="*/ 274069 h 2558024"/>
                <a:gd name="connsiteX47" fmla="*/ 10598192 w 11478527"/>
                <a:gd name="connsiteY47" fmla="*/ 388390 h 2558024"/>
                <a:gd name="connsiteX48" fmla="*/ 10831760 w 11478527"/>
                <a:gd name="connsiteY48" fmla="*/ 570892 h 2558024"/>
                <a:gd name="connsiteX49" fmla="*/ 11219121 w 11478527"/>
                <a:gd name="connsiteY49" fmla="*/ 881065 h 2558024"/>
                <a:gd name="connsiteX50" fmla="*/ 11478528 w 11478527"/>
                <a:gd name="connsiteY50" fmla="*/ 1314285 h 2558024"/>
                <a:gd name="connsiteX51" fmla="*/ 11474535 w 11478527"/>
                <a:gd name="connsiteY51" fmla="*/ 1315182 h 2558024"/>
                <a:gd name="connsiteX52" fmla="*/ 10829385 w 11478527"/>
                <a:gd name="connsiteY52" fmla="*/ 574234 h 2558024"/>
                <a:gd name="connsiteX53" fmla="*/ 10595254 w 11478527"/>
                <a:gd name="connsiteY53" fmla="*/ 391257 h 2558024"/>
                <a:gd name="connsiteX54" fmla="*/ 10497064 w 11478527"/>
                <a:gd name="connsiteY54" fmla="*/ 276655 h 2558024"/>
                <a:gd name="connsiteX55" fmla="*/ 10237199 w 11478527"/>
                <a:gd name="connsiteY55" fmla="*/ 36649 h 2558024"/>
                <a:gd name="connsiteX56" fmla="*/ 9826548 w 11478527"/>
                <a:gd name="connsiteY56" fmla="*/ 111849 h 2558024"/>
                <a:gd name="connsiteX57" fmla="*/ 9505608 w 11478527"/>
                <a:gd name="connsiteY57" fmla="*/ 450203 h 2558024"/>
                <a:gd name="connsiteX58" fmla="*/ 9452784 w 11478527"/>
                <a:gd name="connsiteY58" fmla="*/ 515499 h 2558024"/>
                <a:gd name="connsiteX59" fmla="*/ 8936027 w 11478527"/>
                <a:gd name="connsiteY59" fmla="*/ 1221900 h 2558024"/>
                <a:gd name="connsiteX60" fmla="*/ 8398003 w 11478527"/>
                <a:gd name="connsiteY60" fmla="*/ 1953085 h 2558024"/>
                <a:gd name="connsiteX61" fmla="*/ 8353183 w 11478527"/>
                <a:gd name="connsiteY61" fmla="*/ 2006649 h 2558024"/>
                <a:gd name="connsiteX62" fmla="*/ 8073141 w 11478527"/>
                <a:gd name="connsiteY62" fmla="*/ 2313393 h 2558024"/>
                <a:gd name="connsiteX63" fmla="*/ 7715631 w 11478527"/>
                <a:gd name="connsiteY63" fmla="*/ 2536792 h 2558024"/>
                <a:gd name="connsiteX64" fmla="*/ 7572796 w 11478527"/>
                <a:gd name="connsiteY64" fmla="*/ 2558024 h 2558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1478527" h="2558024">
                  <a:moveTo>
                    <a:pt x="7572796" y="2558024"/>
                  </a:moveTo>
                  <a:cubicBezTo>
                    <a:pt x="7529206" y="2558024"/>
                    <a:pt x="7485934" y="2552026"/>
                    <a:pt x="7443224" y="2540029"/>
                  </a:cubicBezTo>
                  <a:cubicBezTo>
                    <a:pt x="7264786" y="2489914"/>
                    <a:pt x="7127281" y="2359937"/>
                    <a:pt x="7001720" y="2231104"/>
                  </a:cubicBezTo>
                  <a:cubicBezTo>
                    <a:pt x="6804986" y="2029235"/>
                    <a:pt x="6641747" y="1801385"/>
                    <a:pt x="6483889" y="1581063"/>
                  </a:cubicBezTo>
                  <a:lnTo>
                    <a:pt x="6474250" y="1567607"/>
                  </a:lnTo>
                  <a:cubicBezTo>
                    <a:pt x="6413087" y="1482257"/>
                    <a:pt x="6351784" y="1395044"/>
                    <a:pt x="6292504" y="1310679"/>
                  </a:cubicBezTo>
                  <a:cubicBezTo>
                    <a:pt x="6186890" y="1160421"/>
                    <a:pt x="6077689" y="1005044"/>
                    <a:pt x="5965514" y="854873"/>
                  </a:cubicBezTo>
                  <a:cubicBezTo>
                    <a:pt x="5799371" y="632459"/>
                    <a:pt x="5633281" y="418786"/>
                    <a:pt x="5428633" y="249389"/>
                  </a:cubicBezTo>
                  <a:cubicBezTo>
                    <a:pt x="5251373" y="102667"/>
                    <a:pt x="5099760" y="36368"/>
                    <a:pt x="4951489" y="40766"/>
                  </a:cubicBezTo>
                  <a:cubicBezTo>
                    <a:pt x="4806033" y="45075"/>
                    <a:pt x="4697940" y="102262"/>
                    <a:pt x="4611359" y="220752"/>
                  </a:cubicBezTo>
                  <a:cubicBezTo>
                    <a:pt x="4531920" y="329444"/>
                    <a:pt x="4476651" y="478629"/>
                    <a:pt x="4412657" y="651368"/>
                  </a:cubicBezTo>
                  <a:cubicBezTo>
                    <a:pt x="4360237" y="792867"/>
                    <a:pt x="4300816" y="953222"/>
                    <a:pt x="4218246" y="1114017"/>
                  </a:cubicBezTo>
                  <a:cubicBezTo>
                    <a:pt x="4123398" y="1298718"/>
                    <a:pt x="4012788" y="1454974"/>
                    <a:pt x="3880138" y="1591758"/>
                  </a:cubicBezTo>
                  <a:cubicBezTo>
                    <a:pt x="3802617" y="1671690"/>
                    <a:pt x="3715948" y="1746239"/>
                    <a:pt x="3622542" y="1813364"/>
                  </a:cubicBezTo>
                  <a:cubicBezTo>
                    <a:pt x="3521274" y="1886119"/>
                    <a:pt x="3408536" y="1952699"/>
                    <a:pt x="3287478" y="2011222"/>
                  </a:cubicBezTo>
                  <a:cubicBezTo>
                    <a:pt x="3157800" y="2073915"/>
                    <a:pt x="3014349" y="2129413"/>
                    <a:pt x="2861118" y="2176186"/>
                  </a:cubicBezTo>
                  <a:cubicBezTo>
                    <a:pt x="2698388" y="2225862"/>
                    <a:pt x="2519563" y="2267217"/>
                    <a:pt x="2329638" y="2299144"/>
                  </a:cubicBezTo>
                  <a:cubicBezTo>
                    <a:pt x="2092623" y="2338969"/>
                    <a:pt x="1776398" y="2390474"/>
                    <a:pt x="1432046" y="2435647"/>
                  </a:cubicBezTo>
                  <a:cubicBezTo>
                    <a:pt x="1370655" y="2443703"/>
                    <a:pt x="1309211" y="2447749"/>
                    <a:pt x="1247591" y="2447749"/>
                  </a:cubicBezTo>
                  <a:cubicBezTo>
                    <a:pt x="1074219" y="2447749"/>
                    <a:pt x="899000" y="2415787"/>
                    <a:pt x="716463" y="2351212"/>
                  </a:cubicBezTo>
                  <a:cubicBezTo>
                    <a:pt x="500767" y="2274905"/>
                    <a:pt x="303067" y="2163046"/>
                    <a:pt x="128657" y="2064346"/>
                  </a:cubicBezTo>
                  <a:cubicBezTo>
                    <a:pt x="84048" y="2039103"/>
                    <a:pt x="41901" y="2015251"/>
                    <a:pt x="0" y="1992224"/>
                  </a:cubicBezTo>
                  <a:lnTo>
                    <a:pt x="1970" y="1988654"/>
                  </a:lnTo>
                  <a:cubicBezTo>
                    <a:pt x="43888" y="2011697"/>
                    <a:pt x="86035" y="2035533"/>
                    <a:pt x="130662" y="2060792"/>
                  </a:cubicBezTo>
                  <a:cubicBezTo>
                    <a:pt x="476739" y="2256628"/>
                    <a:pt x="907443" y="2500363"/>
                    <a:pt x="1431518" y="2431601"/>
                  </a:cubicBezTo>
                  <a:cubicBezTo>
                    <a:pt x="1775800" y="2386429"/>
                    <a:pt x="2091972" y="2334923"/>
                    <a:pt x="2328969" y="2295116"/>
                  </a:cubicBezTo>
                  <a:cubicBezTo>
                    <a:pt x="3896920" y="2031663"/>
                    <a:pt x="4192792" y="1233070"/>
                    <a:pt x="4408821" y="649979"/>
                  </a:cubicBezTo>
                  <a:cubicBezTo>
                    <a:pt x="4472922" y="476958"/>
                    <a:pt x="4528297" y="327527"/>
                    <a:pt x="4608052" y="218377"/>
                  </a:cubicBezTo>
                  <a:cubicBezTo>
                    <a:pt x="4695442" y="98797"/>
                    <a:pt x="4804539" y="41065"/>
                    <a:pt x="4951367" y="36702"/>
                  </a:cubicBezTo>
                  <a:cubicBezTo>
                    <a:pt x="5033673" y="34275"/>
                    <a:pt x="5120042" y="54680"/>
                    <a:pt x="5208100" y="97407"/>
                  </a:cubicBezTo>
                  <a:cubicBezTo>
                    <a:pt x="5278445" y="131533"/>
                    <a:pt x="5351428" y="180223"/>
                    <a:pt x="5431219" y="246276"/>
                  </a:cubicBezTo>
                  <a:cubicBezTo>
                    <a:pt x="5636219" y="415972"/>
                    <a:pt x="5802467" y="629855"/>
                    <a:pt x="5968768" y="852463"/>
                  </a:cubicBezTo>
                  <a:cubicBezTo>
                    <a:pt x="6080978" y="1002669"/>
                    <a:pt x="6190198" y="1158081"/>
                    <a:pt x="6295829" y="1308357"/>
                  </a:cubicBezTo>
                  <a:cubicBezTo>
                    <a:pt x="6355109" y="1392704"/>
                    <a:pt x="6416394" y="1479918"/>
                    <a:pt x="6477556" y="1565250"/>
                  </a:cubicBezTo>
                  <a:lnTo>
                    <a:pt x="6487196" y="1578706"/>
                  </a:lnTo>
                  <a:cubicBezTo>
                    <a:pt x="6644966" y="1798922"/>
                    <a:pt x="6808118" y="2026632"/>
                    <a:pt x="7004639" y="2228290"/>
                  </a:cubicBezTo>
                  <a:cubicBezTo>
                    <a:pt x="7129796" y="2356736"/>
                    <a:pt x="7266862" y="2486308"/>
                    <a:pt x="7444315" y="2536142"/>
                  </a:cubicBezTo>
                  <a:cubicBezTo>
                    <a:pt x="7532724" y="2560962"/>
                    <a:pt x="7623633" y="2559871"/>
                    <a:pt x="7714506" y="2532870"/>
                  </a:cubicBezTo>
                  <a:cubicBezTo>
                    <a:pt x="7973068" y="2456474"/>
                    <a:pt x="8190963" y="2194973"/>
                    <a:pt x="8350069" y="2004028"/>
                  </a:cubicBezTo>
                  <a:cubicBezTo>
                    <a:pt x="8365777" y="1985188"/>
                    <a:pt x="8380606" y="1967387"/>
                    <a:pt x="8394907" y="1950447"/>
                  </a:cubicBezTo>
                  <a:cubicBezTo>
                    <a:pt x="8590373" y="1719026"/>
                    <a:pt x="8764397" y="1465124"/>
                    <a:pt x="8932685" y="1219578"/>
                  </a:cubicBezTo>
                  <a:cubicBezTo>
                    <a:pt x="9094676" y="983214"/>
                    <a:pt x="9262191" y="738793"/>
                    <a:pt x="9449671" y="512878"/>
                  </a:cubicBezTo>
                  <a:cubicBezTo>
                    <a:pt x="9465801" y="493440"/>
                    <a:pt x="9483603" y="471188"/>
                    <a:pt x="9502442" y="447635"/>
                  </a:cubicBezTo>
                  <a:cubicBezTo>
                    <a:pt x="9584836" y="344625"/>
                    <a:pt x="9697697" y="203549"/>
                    <a:pt x="9824103" y="108560"/>
                  </a:cubicBezTo>
                  <a:cubicBezTo>
                    <a:pt x="9893075" y="56738"/>
                    <a:pt x="9960377" y="23087"/>
                    <a:pt x="10024178" y="8557"/>
                  </a:cubicBezTo>
                  <a:cubicBezTo>
                    <a:pt x="10098427" y="-8365"/>
                    <a:pt x="10170707" y="-168"/>
                    <a:pt x="10238993" y="32955"/>
                  </a:cubicBezTo>
                  <a:cubicBezTo>
                    <a:pt x="10348653" y="86132"/>
                    <a:pt x="10425717" y="181666"/>
                    <a:pt x="10500248" y="274069"/>
                  </a:cubicBezTo>
                  <a:cubicBezTo>
                    <a:pt x="10533371" y="315143"/>
                    <a:pt x="10564664" y="353930"/>
                    <a:pt x="10598192" y="388390"/>
                  </a:cubicBezTo>
                  <a:cubicBezTo>
                    <a:pt x="10651157" y="442868"/>
                    <a:pt x="10734853" y="502183"/>
                    <a:pt x="10831760" y="570892"/>
                  </a:cubicBezTo>
                  <a:cubicBezTo>
                    <a:pt x="10956441" y="659266"/>
                    <a:pt x="11097746" y="759444"/>
                    <a:pt x="11219121" y="881065"/>
                  </a:cubicBezTo>
                  <a:cubicBezTo>
                    <a:pt x="11360109" y="1022335"/>
                    <a:pt x="11444965" y="1164027"/>
                    <a:pt x="11478528" y="1314285"/>
                  </a:cubicBezTo>
                  <a:lnTo>
                    <a:pt x="11474535" y="1315182"/>
                  </a:lnTo>
                  <a:cubicBezTo>
                    <a:pt x="11399283" y="978236"/>
                    <a:pt x="11069900" y="744739"/>
                    <a:pt x="10829385" y="574234"/>
                  </a:cubicBezTo>
                  <a:cubicBezTo>
                    <a:pt x="10732320" y="505420"/>
                    <a:pt x="10648483" y="445999"/>
                    <a:pt x="10595254" y="391257"/>
                  </a:cubicBezTo>
                  <a:cubicBezTo>
                    <a:pt x="10561604" y="356639"/>
                    <a:pt x="10530257" y="317781"/>
                    <a:pt x="10497064" y="276655"/>
                  </a:cubicBezTo>
                  <a:cubicBezTo>
                    <a:pt x="10422814" y="184621"/>
                    <a:pt x="10346031" y="89438"/>
                    <a:pt x="10237199" y="36649"/>
                  </a:cubicBezTo>
                  <a:cubicBezTo>
                    <a:pt x="10110195" y="-24953"/>
                    <a:pt x="9975874" y="-343"/>
                    <a:pt x="9826548" y="111849"/>
                  </a:cubicBezTo>
                  <a:cubicBezTo>
                    <a:pt x="9700547" y="206521"/>
                    <a:pt x="9587879" y="347369"/>
                    <a:pt x="9505608" y="450203"/>
                  </a:cubicBezTo>
                  <a:cubicBezTo>
                    <a:pt x="9486752" y="473774"/>
                    <a:pt x="9468933" y="496044"/>
                    <a:pt x="9452784" y="515499"/>
                  </a:cubicBezTo>
                  <a:cubicBezTo>
                    <a:pt x="9265445" y="741274"/>
                    <a:pt x="9097983" y="985606"/>
                    <a:pt x="8936027" y="1221900"/>
                  </a:cubicBezTo>
                  <a:cubicBezTo>
                    <a:pt x="8767685" y="1467516"/>
                    <a:pt x="8593610" y="1721506"/>
                    <a:pt x="8398003" y="1953085"/>
                  </a:cubicBezTo>
                  <a:cubicBezTo>
                    <a:pt x="8383720" y="1970008"/>
                    <a:pt x="8368891" y="1987809"/>
                    <a:pt x="8353183" y="2006649"/>
                  </a:cubicBezTo>
                  <a:cubicBezTo>
                    <a:pt x="8276206" y="2099035"/>
                    <a:pt x="8180391" y="2214006"/>
                    <a:pt x="8073141" y="2313393"/>
                  </a:cubicBezTo>
                  <a:cubicBezTo>
                    <a:pt x="7947580" y="2429737"/>
                    <a:pt x="7830638" y="2502807"/>
                    <a:pt x="7715631" y="2536792"/>
                  </a:cubicBezTo>
                  <a:cubicBezTo>
                    <a:pt x="7667943" y="2550935"/>
                    <a:pt x="7620185" y="2558024"/>
                    <a:pt x="7572796" y="2558024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" name="任意多边形: 形状 1402"/>
            <p:cNvSpPr/>
            <p:nvPr>
              <p:custDataLst>
                <p:tags r:id="rId23"/>
              </p:custDataLst>
            </p:nvPr>
          </p:nvSpPr>
          <p:spPr>
            <a:xfrm>
              <a:off x="633276" y="2496356"/>
              <a:ext cx="11557702" cy="2669181"/>
            </a:xfrm>
            <a:custGeom>
              <a:avLst/>
              <a:gdLst>
                <a:gd name="connsiteX0" fmla="*/ 7689368 w 11557702"/>
                <a:gd name="connsiteY0" fmla="*/ 2669181 h 2669181"/>
                <a:gd name="connsiteX1" fmla="*/ 7556349 w 11557702"/>
                <a:gd name="connsiteY1" fmla="*/ 2650096 h 2669181"/>
                <a:gd name="connsiteX2" fmla="*/ 7307848 w 11557702"/>
                <a:gd name="connsiteY2" fmla="*/ 2515317 h 2669181"/>
                <a:gd name="connsiteX3" fmla="*/ 7108741 w 11557702"/>
                <a:gd name="connsiteY3" fmla="*/ 2324811 h 2669181"/>
                <a:gd name="connsiteX4" fmla="*/ 6590418 w 11557702"/>
                <a:gd name="connsiteY4" fmla="*/ 1641947 h 2669181"/>
                <a:gd name="connsiteX5" fmla="*/ 6580936 w 11557702"/>
                <a:gd name="connsiteY5" fmla="*/ 1628032 h 2669181"/>
                <a:gd name="connsiteX6" fmla="*/ 6408778 w 11557702"/>
                <a:gd name="connsiteY6" fmla="*/ 1372301 h 2669181"/>
                <a:gd name="connsiteX7" fmla="*/ 6073291 w 11557702"/>
                <a:gd name="connsiteY7" fmla="*/ 882053 h 2669181"/>
                <a:gd name="connsiteX8" fmla="*/ 5532787 w 11557702"/>
                <a:gd name="connsiteY8" fmla="*/ 250799 h 2669181"/>
                <a:gd name="connsiteX9" fmla="*/ 5045933 w 11557702"/>
                <a:gd name="connsiteY9" fmla="*/ 36071 h 2669181"/>
                <a:gd name="connsiteX10" fmla="*/ 4714844 w 11557702"/>
                <a:gd name="connsiteY10" fmla="*/ 227597 h 2669181"/>
                <a:gd name="connsiteX11" fmla="*/ 4529264 w 11557702"/>
                <a:gd name="connsiteY11" fmla="*/ 678214 h 2669181"/>
                <a:gd name="connsiteX12" fmla="*/ 4343349 w 11557702"/>
                <a:gd name="connsiteY12" fmla="*/ 1173616 h 2669181"/>
                <a:gd name="connsiteX13" fmla="*/ 4006843 w 11557702"/>
                <a:gd name="connsiteY13" fmla="*/ 1685343 h 2669181"/>
                <a:gd name="connsiteX14" fmla="*/ 3744919 w 11557702"/>
                <a:gd name="connsiteY14" fmla="*/ 1922217 h 2669181"/>
                <a:gd name="connsiteX15" fmla="*/ 3400778 w 11557702"/>
                <a:gd name="connsiteY15" fmla="*/ 2133039 h 2669181"/>
                <a:gd name="connsiteX16" fmla="*/ 2959572 w 11557702"/>
                <a:gd name="connsiteY16" fmla="*/ 2307784 h 2669181"/>
                <a:gd name="connsiteX17" fmla="*/ 2406456 w 11557702"/>
                <a:gd name="connsiteY17" fmla="*/ 2436476 h 2669181"/>
                <a:gd name="connsiteX18" fmla="*/ 1485327 w 11557702"/>
                <a:gd name="connsiteY18" fmla="*/ 2566576 h 2669181"/>
                <a:gd name="connsiteX19" fmla="*/ 742250 w 11557702"/>
                <a:gd name="connsiteY19" fmla="*/ 2455738 h 2669181"/>
                <a:gd name="connsiteX20" fmla="*/ 129431 w 11557702"/>
                <a:gd name="connsiteY20" fmla="*/ 2127428 h 2669181"/>
                <a:gd name="connsiteX21" fmla="*/ 0 w 11557702"/>
                <a:gd name="connsiteY21" fmla="*/ 2048288 h 2669181"/>
                <a:gd name="connsiteX22" fmla="*/ 2076 w 11557702"/>
                <a:gd name="connsiteY22" fmla="*/ 2044840 h 2669181"/>
                <a:gd name="connsiteX23" fmla="*/ 131542 w 11557702"/>
                <a:gd name="connsiteY23" fmla="*/ 2123998 h 2669181"/>
                <a:gd name="connsiteX24" fmla="*/ 1484888 w 11557702"/>
                <a:gd name="connsiteY24" fmla="*/ 2562565 h 2669181"/>
                <a:gd name="connsiteX25" fmla="*/ 2405805 w 11557702"/>
                <a:gd name="connsiteY25" fmla="*/ 2432500 h 2669181"/>
                <a:gd name="connsiteX26" fmla="*/ 4525464 w 11557702"/>
                <a:gd name="connsiteY26" fmla="*/ 676930 h 2669181"/>
                <a:gd name="connsiteX27" fmla="*/ 4711519 w 11557702"/>
                <a:gd name="connsiteY27" fmla="*/ 225328 h 2669181"/>
                <a:gd name="connsiteX28" fmla="*/ 5045792 w 11557702"/>
                <a:gd name="connsiteY28" fmla="*/ 32008 h 2669181"/>
                <a:gd name="connsiteX29" fmla="*/ 5308437 w 11557702"/>
                <a:gd name="connsiteY29" fmla="*/ 93135 h 2669181"/>
                <a:gd name="connsiteX30" fmla="*/ 5535425 w 11557702"/>
                <a:gd name="connsiteY30" fmla="*/ 247685 h 2669181"/>
                <a:gd name="connsiteX31" fmla="*/ 6076598 w 11557702"/>
                <a:gd name="connsiteY31" fmla="*/ 879678 h 2669181"/>
                <a:gd name="connsiteX32" fmla="*/ 6412155 w 11557702"/>
                <a:gd name="connsiteY32" fmla="*/ 1370032 h 2669181"/>
                <a:gd name="connsiteX33" fmla="*/ 6584296 w 11557702"/>
                <a:gd name="connsiteY33" fmla="*/ 1625746 h 2669181"/>
                <a:gd name="connsiteX34" fmla="*/ 6593778 w 11557702"/>
                <a:gd name="connsiteY34" fmla="*/ 1639660 h 2669181"/>
                <a:gd name="connsiteX35" fmla="*/ 7111713 w 11557702"/>
                <a:gd name="connsiteY35" fmla="*/ 2322050 h 2669181"/>
                <a:gd name="connsiteX36" fmla="*/ 7557492 w 11557702"/>
                <a:gd name="connsiteY36" fmla="*/ 2646208 h 2669181"/>
                <a:gd name="connsiteX37" fmla="*/ 7833681 w 11557702"/>
                <a:gd name="connsiteY37" fmla="*/ 2643095 h 2669181"/>
                <a:gd name="connsiteX38" fmla="*/ 8480168 w 11557702"/>
                <a:gd name="connsiteY38" fmla="*/ 2085404 h 2669181"/>
                <a:gd name="connsiteX39" fmla="*/ 8521770 w 11557702"/>
                <a:gd name="connsiteY39" fmla="*/ 2033530 h 2669181"/>
                <a:gd name="connsiteX40" fmla="*/ 9059073 w 11557702"/>
                <a:gd name="connsiteY40" fmla="*/ 1272176 h 2669181"/>
                <a:gd name="connsiteX41" fmla="*/ 9577272 w 11557702"/>
                <a:gd name="connsiteY41" fmla="*/ 534024 h 2669181"/>
                <a:gd name="connsiteX42" fmla="*/ 9626579 w 11557702"/>
                <a:gd name="connsiteY42" fmla="*/ 470628 h 2669181"/>
                <a:gd name="connsiteX43" fmla="*/ 10378135 w 11557702"/>
                <a:gd name="connsiteY43" fmla="*/ 35790 h 2669181"/>
                <a:gd name="connsiteX44" fmla="*/ 10648079 w 11557702"/>
                <a:gd name="connsiteY44" fmla="*/ 298170 h 2669181"/>
                <a:gd name="connsiteX45" fmla="*/ 10739585 w 11557702"/>
                <a:gd name="connsiteY45" fmla="*/ 412421 h 2669181"/>
                <a:gd name="connsiteX46" fmla="*/ 10966872 w 11557702"/>
                <a:gd name="connsiteY46" fmla="*/ 606955 h 2669181"/>
                <a:gd name="connsiteX47" fmla="*/ 11319351 w 11557702"/>
                <a:gd name="connsiteY47" fmla="*/ 913434 h 2669181"/>
                <a:gd name="connsiteX48" fmla="*/ 11557703 w 11557702"/>
                <a:gd name="connsiteY48" fmla="*/ 1327076 h 2669181"/>
                <a:gd name="connsiteX49" fmla="*/ 11553780 w 11557702"/>
                <a:gd name="connsiteY49" fmla="*/ 1327991 h 2669181"/>
                <a:gd name="connsiteX50" fmla="*/ 10964410 w 11557702"/>
                <a:gd name="connsiteY50" fmla="*/ 610139 h 2669181"/>
                <a:gd name="connsiteX51" fmla="*/ 10736594 w 11557702"/>
                <a:gd name="connsiteY51" fmla="*/ 415112 h 2669181"/>
                <a:gd name="connsiteX52" fmla="*/ 10644878 w 11557702"/>
                <a:gd name="connsiteY52" fmla="*/ 300615 h 2669181"/>
                <a:gd name="connsiteX53" fmla="*/ 10376305 w 11557702"/>
                <a:gd name="connsiteY53" fmla="*/ 39378 h 2669181"/>
                <a:gd name="connsiteX54" fmla="*/ 9629745 w 11557702"/>
                <a:gd name="connsiteY54" fmla="*/ 473091 h 2669181"/>
                <a:gd name="connsiteX55" fmla="*/ 9580404 w 11557702"/>
                <a:gd name="connsiteY55" fmla="*/ 536540 h 2669181"/>
                <a:gd name="connsiteX56" fmla="*/ 9062415 w 11557702"/>
                <a:gd name="connsiteY56" fmla="*/ 1274392 h 2669181"/>
                <a:gd name="connsiteX57" fmla="*/ 8524883 w 11557702"/>
                <a:gd name="connsiteY57" fmla="*/ 2036063 h 2669181"/>
                <a:gd name="connsiteX58" fmla="*/ 8483300 w 11557702"/>
                <a:gd name="connsiteY58" fmla="*/ 2087920 h 2669181"/>
                <a:gd name="connsiteX59" fmla="*/ 8200286 w 11557702"/>
                <a:gd name="connsiteY59" fmla="*/ 2410653 h 2669181"/>
                <a:gd name="connsiteX60" fmla="*/ 7834824 w 11557702"/>
                <a:gd name="connsiteY60" fmla="*/ 2646929 h 2669181"/>
                <a:gd name="connsiteX61" fmla="*/ 7689368 w 11557702"/>
                <a:gd name="connsiteY61" fmla="*/ 2669181 h 2669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1557702" h="2669181">
                  <a:moveTo>
                    <a:pt x="7689368" y="2669181"/>
                  </a:moveTo>
                  <a:cubicBezTo>
                    <a:pt x="7644636" y="2669181"/>
                    <a:pt x="7600202" y="2662814"/>
                    <a:pt x="7556349" y="2650096"/>
                  </a:cubicBezTo>
                  <a:cubicBezTo>
                    <a:pt x="7472934" y="2625891"/>
                    <a:pt x="7391648" y="2581809"/>
                    <a:pt x="7307848" y="2515317"/>
                  </a:cubicBezTo>
                  <a:cubicBezTo>
                    <a:pt x="7234829" y="2457391"/>
                    <a:pt x="7169005" y="2389527"/>
                    <a:pt x="7108741" y="2324811"/>
                  </a:cubicBezTo>
                  <a:cubicBezTo>
                    <a:pt x="6911040" y="2112546"/>
                    <a:pt x="6748046" y="1873315"/>
                    <a:pt x="6590418" y="1641947"/>
                  </a:cubicBezTo>
                  <a:lnTo>
                    <a:pt x="6580936" y="1628032"/>
                  </a:lnTo>
                  <a:cubicBezTo>
                    <a:pt x="6523028" y="1543053"/>
                    <a:pt x="6464944" y="1456243"/>
                    <a:pt x="6408778" y="1372301"/>
                  </a:cubicBezTo>
                  <a:cubicBezTo>
                    <a:pt x="6300613" y="1210644"/>
                    <a:pt x="6188773" y="1043499"/>
                    <a:pt x="6073291" y="882053"/>
                  </a:cubicBezTo>
                  <a:cubicBezTo>
                    <a:pt x="5907623" y="650421"/>
                    <a:pt x="5741604" y="427848"/>
                    <a:pt x="5532787" y="250799"/>
                  </a:cubicBezTo>
                  <a:cubicBezTo>
                    <a:pt x="5419134" y="154438"/>
                    <a:pt x="5245023" y="27364"/>
                    <a:pt x="5045933" y="36071"/>
                  </a:cubicBezTo>
                  <a:cubicBezTo>
                    <a:pt x="4902588" y="42351"/>
                    <a:pt x="4797379" y="103214"/>
                    <a:pt x="4714844" y="227597"/>
                  </a:cubicBezTo>
                  <a:cubicBezTo>
                    <a:pt x="4639117" y="341707"/>
                    <a:pt x="4588210" y="497647"/>
                    <a:pt x="4529264" y="678214"/>
                  </a:cubicBezTo>
                  <a:cubicBezTo>
                    <a:pt x="4479817" y="829668"/>
                    <a:pt x="4423791" y="1001335"/>
                    <a:pt x="4343349" y="1173616"/>
                  </a:cubicBezTo>
                  <a:cubicBezTo>
                    <a:pt x="4250912" y="1371615"/>
                    <a:pt x="4140830" y="1539007"/>
                    <a:pt x="4006843" y="1685343"/>
                  </a:cubicBezTo>
                  <a:cubicBezTo>
                    <a:pt x="3928530" y="1770885"/>
                    <a:pt x="3840401" y="1850588"/>
                    <a:pt x="3744919" y="1922217"/>
                  </a:cubicBezTo>
                  <a:cubicBezTo>
                    <a:pt x="3641382" y="1999896"/>
                    <a:pt x="3525601" y="2070839"/>
                    <a:pt x="3400778" y="2133039"/>
                  </a:cubicBezTo>
                  <a:cubicBezTo>
                    <a:pt x="3267038" y="2199690"/>
                    <a:pt x="3118591" y="2258477"/>
                    <a:pt x="2959572" y="2307784"/>
                  </a:cubicBezTo>
                  <a:cubicBezTo>
                    <a:pt x="2790633" y="2360168"/>
                    <a:pt x="2604543" y="2403458"/>
                    <a:pt x="2406456" y="2436476"/>
                  </a:cubicBezTo>
                  <a:cubicBezTo>
                    <a:pt x="2079870" y="2490901"/>
                    <a:pt x="1778561" y="2533453"/>
                    <a:pt x="1485327" y="2566576"/>
                  </a:cubicBezTo>
                  <a:cubicBezTo>
                    <a:pt x="1242912" y="2593946"/>
                    <a:pt x="999846" y="2557693"/>
                    <a:pt x="742250" y="2455738"/>
                  </a:cubicBezTo>
                  <a:cubicBezTo>
                    <a:pt x="517689" y="2366853"/>
                    <a:pt x="311423" y="2239656"/>
                    <a:pt x="129431" y="2127428"/>
                  </a:cubicBezTo>
                  <a:cubicBezTo>
                    <a:pt x="84575" y="2099758"/>
                    <a:pt x="42182" y="2073636"/>
                    <a:pt x="0" y="2048288"/>
                  </a:cubicBezTo>
                  <a:lnTo>
                    <a:pt x="2076" y="2044840"/>
                  </a:lnTo>
                  <a:cubicBezTo>
                    <a:pt x="44275" y="2070206"/>
                    <a:pt x="86669" y="2096328"/>
                    <a:pt x="131542" y="2123998"/>
                  </a:cubicBezTo>
                  <a:cubicBezTo>
                    <a:pt x="492676" y="2346694"/>
                    <a:pt x="942114" y="2623850"/>
                    <a:pt x="1484888" y="2562565"/>
                  </a:cubicBezTo>
                  <a:cubicBezTo>
                    <a:pt x="1778051" y="2529460"/>
                    <a:pt x="2079289" y="2486926"/>
                    <a:pt x="2405805" y="2432500"/>
                  </a:cubicBezTo>
                  <a:cubicBezTo>
                    <a:pt x="4041355" y="2159918"/>
                    <a:pt x="4321150" y="1302784"/>
                    <a:pt x="4525464" y="676930"/>
                  </a:cubicBezTo>
                  <a:cubicBezTo>
                    <a:pt x="4584498" y="496081"/>
                    <a:pt x="4635476" y="339913"/>
                    <a:pt x="4711519" y="225328"/>
                  </a:cubicBezTo>
                  <a:cubicBezTo>
                    <a:pt x="4794828" y="99767"/>
                    <a:pt x="4901057" y="38340"/>
                    <a:pt x="5045792" y="32008"/>
                  </a:cubicBezTo>
                  <a:cubicBezTo>
                    <a:pt x="5130069" y="28331"/>
                    <a:pt x="5218443" y="48877"/>
                    <a:pt x="5308437" y="93135"/>
                  </a:cubicBezTo>
                  <a:cubicBezTo>
                    <a:pt x="5380013" y="128334"/>
                    <a:pt x="5454262" y="178889"/>
                    <a:pt x="5535425" y="247685"/>
                  </a:cubicBezTo>
                  <a:cubicBezTo>
                    <a:pt x="5744594" y="425033"/>
                    <a:pt x="5910772" y="647835"/>
                    <a:pt x="6076598" y="879678"/>
                  </a:cubicBezTo>
                  <a:cubicBezTo>
                    <a:pt x="6192097" y="1041159"/>
                    <a:pt x="6303973" y="1208340"/>
                    <a:pt x="6412155" y="1370032"/>
                  </a:cubicBezTo>
                  <a:cubicBezTo>
                    <a:pt x="6468321" y="1453974"/>
                    <a:pt x="6526405" y="1540783"/>
                    <a:pt x="6584296" y="1625746"/>
                  </a:cubicBezTo>
                  <a:lnTo>
                    <a:pt x="6593778" y="1639660"/>
                  </a:lnTo>
                  <a:cubicBezTo>
                    <a:pt x="6751318" y="1870905"/>
                    <a:pt x="6914224" y="2110013"/>
                    <a:pt x="7111713" y="2322050"/>
                  </a:cubicBezTo>
                  <a:cubicBezTo>
                    <a:pt x="7232014" y="2451199"/>
                    <a:pt x="7375588" y="2593419"/>
                    <a:pt x="7557492" y="2646208"/>
                  </a:cubicBezTo>
                  <a:cubicBezTo>
                    <a:pt x="7647925" y="2672453"/>
                    <a:pt x="7740839" y="2671398"/>
                    <a:pt x="7833681" y="2643095"/>
                  </a:cubicBezTo>
                  <a:cubicBezTo>
                    <a:pt x="8099017" y="2562565"/>
                    <a:pt x="8319321" y="2286781"/>
                    <a:pt x="8480168" y="2085404"/>
                  </a:cubicBezTo>
                  <a:cubicBezTo>
                    <a:pt x="8494734" y="2067163"/>
                    <a:pt x="8508489" y="2049941"/>
                    <a:pt x="8521770" y="2033530"/>
                  </a:cubicBezTo>
                  <a:cubicBezTo>
                    <a:pt x="8717341" y="1791607"/>
                    <a:pt x="8891066" y="1527538"/>
                    <a:pt x="9059073" y="1272176"/>
                  </a:cubicBezTo>
                  <a:cubicBezTo>
                    <a:pt x="9221328" y="1025539"/>
                    <a:pt x="9389107" y="770511"/>
                    <a:pt x="9577272" y="534024"/>
                  </a:cubicBezTo>
                  <a:cubicBezTo>
                    <a:pt x="9592348" y="515079"/>
                    <a:pt x="9608970" y="493478"/>
                    <a:pt x="9626579" y="470628"/>
                  </a:cubicBezTo>
                  <a:cubicBezTo>
                    <a:pt x="9795536" y="251168"/>
                    <a:pt x="10078339" y="-116122"/>
                    <a:pt x="10378135" y="35790"/>
                  </a:cubicBezTo>
                  <a:cubicBezTo>
                    <a:pt x="10492720" y="93839"/>
                    <a:pt x="10571701" y="197728"/>
                    <a:pt x="10648079" y="298170"/>
                  </a:cubicBezTo>
                  <a:cubicBezTo>
                    <a:pt x="10679109" y="338980"/>
                    <a:pt x="10708414" y="377521"/>
                    <a:pt x="10739585" y="412421"/>
                  </a:cubicBezTo>
                  <a:cubicBezTo>
                    <a:pt x="10791863" y="470962"/>
                    <a:pt x="10872956" y="533989"/>
                    <a:pt x="10966872" y="606955"/>
                  </a:cubicBezTo>
                  <a:cubicBezTo>
                    <a:pt x="11080489" y="695242"/>
                    <a:pt x="11209269" y="795314"/>
                    <a:pt x="11319351" y="913434"/>
                  </a:cubicBezTo>
                  <a:cubicBezTo>
                    <a:pt x="11446795" y="1050183"/>
                    <a:pt x="11524756" y="1185490"/>
                    <a:pt x="11557703" y="1327076"/>
                  </a:cubicBezTo>
                  <a:lnTo>
                    <a:pt x="11553780" y="1327991"/>
                  </a:lnTo>
                  <a:cubicBezTo>
                    <a:pt x="11479970" y="1010745"/>
                    <a:pt x="11194107" y="788630"/>
                    <a:pt x="10964410" y="610139"/>
                  </a:cubicBezTo>
                  <a:cubicBezTo>
                    <a:pt x="10870353" y="537050"/>
                    <a:pt x="10789120" y="473935"/>
                    <a:pt x="10736594" y="415112"/>
                  </a:cubicBezTo>
                  <a:cubicBezTo>
                    <a:pt x="10705318" y="380089"/>
                    <a:pt x="10675960" y="341478"/>
                    <a:pt x="10644878" y="300615"/>
                  </a:cubicBezTo>
                  <a:cubicBezTo>
                    <a:pt x="10568763" y="200525"/>
                    <a:pt x="10490063" y="97022"/>
                    <a:pt x="10376305" y="39378"/>
                  </a:cubicBezTo>
                  <a:cubicBezTo>
                    <a:pt x="10079465" y="-111021"/>
                    <a:pt x="9797946" y="254616"/>
                    <a:pt x="9629745" y="473091"/>
                  </a:cubicBezTo>
                  <a:cubicBezTo>
                    <a:pt x="9612137" y="495958"/>
                    <a:pt x="9595497" y="517577"/>
                    <a:pt x="9580404" y="536540"/>
                  </a:cubicBezTo>
                  <a:cubicBezTo>
                    <a:pt x="9392343" y="772886"/>
                    <a:pt x="9224617" y="1027843"/>
                    <a:pt x="9062415" y="1274392"/>
                  </a:cubicBezTo>
                  <a:cubicBezTo>
                    <a:pt x="8894355" y="1529842"/>
                    <a:pt x="8720578" y="1793999"/>
                    <a:pt x="8524883" y="2036063"/>
                  </a:cubicBezTo>
                  <a:cubicBezTo>
                    <a:pt x="8511603" y="2052475"/>
                    <a:pt x="8497864" y="2069696"/>
                    <a:pt x="8483300" y="2087920"/>
                  </a:cubicBezTo>
                  <a:cubicBezTo>
                    <a:pt x="8405831" y="2184914"/>
                    <a:pt x="8309399" y="2305602"/>
                    <a:pt x="8200286" y="2410653"/>
                  </a:cubicBezTo>
                  <a:cubicBezTo>
                    <a:pt x="8072314" y="2533857"/>
                    <a:pt x="7952769" y="2611150"/>
                    <a:pt x="7834824" y="2646929"/>
                  </a:cubicBezTo>
                  <a:cubicBezTo>
                    <a:pt x="7786240" y="2661776"/>
                    <a:pt x="7737637" y="2669181"/>
                    <a:pt x="7689368" y="266918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6" name="任意多边形: 形状 1403"/>
            <p:cNvSpPr/>
            <p:nvPr>
              <p:custDataLst>
                <p:tags r:id="rId24"/>
              </p:custDataLst>
            </p:nvPr>
          </p:nvSpPr>
          <p:spPr>
            <a:xfrm>
              <a:off x="554066" y="2433721"/>
              <a:ext cx="11636807" cy="2779996"/>
            </a:xfrm>
            <a:custGeom>
              <a:avLst/>
              <a:gdLst>
                <a:gd name="connsiteX0" fmla="*/ 7805976 w 11636807"/>
                <a:gd name="connsiteY0" fmla="*/ 2779996 h 2779996"/>
                <a:gd name="connsiteX1" fmla="*/ 7669509 w 11636807"/>
                <a:gd name="connsiteY1" fmla="*/ 2759820 h 2779996"/>
                <a:gd name="connsiteX2" fmla="*/ 7215796 w 11636807"/>
                <a:gd name="connsiteY2" fmla="*/ 2418212 h 2779996"/>
                <a:gd name="connsiteX3" fmla="*/ 6696735 w 11636807"/>
                <a:gd name="connsiteY3" fmla="*/ 1702118 h 2779996"/>
                <a:gd name="connsiteX4" fmla="*/ 6687675 w 11636807"/>
                <a:gd name="connsiteY4" fmla="*/ 1688169 h 2779996"/>
                <a:gd name="connsiteX5" fmla="*/ 6523943 w 11636807"/>
                <a:gd name="connsiteY5" fmla="*/ 1433107 h 2779996"/>
                <a:gd name="connsiteX6" fmla="*/ 6181121 w 11636807"/>
                <a:gd name="connsiteY6" fmla="*/ 908926 h 2779996"/>
                <a:gd name="connsiteX7" fmla="*/ 5636993 w 11636807"/>
                <a:gd name="connsiteY7" fmla="*/ 251884 h 2779996"/>
                <a:gd name="connsiteX8" fmla="*/ 5140412 w 11636807"/>
                <a:gd name="connsiteY8" fmla="*/ 31053 h 2779996"/>
                <a:gd name="connsiteX9" fmla="*/ 4817819 w 11636807"/>
                <a:gd name="connsiteY9" fmla="*/ 233819 h 2779996"/>
                <a:gd name="connsiteX10" fmla="*/ 4644816 w 11636807"/>
                <a:gd name="connsiteY10" fmla="*/ 704102 h 2779996"/>
                <a:gd name="connsiteX11" fmla="*/ 4467644 w 11636807"/>
                <a:gd name="connsiteY11" fmla="*/ 1232399 h 2779996"/>
                <a:gd name="connsiteX12" fmla="*/ 4133055 w 11636807"/>
                <a:gd name="connsiteY12" fmla="*/ 1778374 h 2779996"/>
                <a:gd name="connsiteX13" fmla="*/ 3866980 w 11636807"/>
                <a:gd name="connsiteY13" fmla="*/ 2030657 h 2779996"/>
                <a:gd name="connsiteX14" fmla="*/ 3513886 w 11636807"/>
                <a:gd name="connsiteY14" fmla="*/ 2254549 h 2779996"/>
                <a:gd name="connsiteX15" fmla="*/ 3057939 w 11636807"/>
                <a:gd name="connsiteY15" fmla="*/ 2439145 h 2779996"/>
                <a:gd name="connsiteX16" fmla="*/ 2483273 w 11636807"/>
                <a:gd name="connsiteY16" fmla="*/ 2573571 h 2779996"/>
                <a:gd name="connsiteX17" fmla="*/ 1538609 w 11636807"/>
                <a:gd name="connsiteY17" fmla="*/ 2697251 h 2779996"/>
                <a:gd name="connsiteX18" fmla="*/ 1407876 w 11636807"/>
                <a:gd name="connsiteY18" fmla="*/ 2703513 h 2779996"/>
                <a:gd name="connsiteX19" fmla="*/ 768231 w 11636807"/>
                <a:gd name="connsiteY19" fmla="*/ 2559921 h 2779996"/>
                <a:gd name="connsiteX20" fmla="*/ 130504 w 11636807"/>
                <a:gd name="connsiteY20" fmla="*/ 2190080 h 2779996"/>
                <a:gd name="connsiteX21" fmla="*/ 0 w 11636807"/>
                <a:gd name="connsiteY21" fmla="*/ 2104115 h 2779996"/>
                <a:gd name="connsiteX22" fmla="*/ 2146 w 11636807"/>
                <a:gd name="connsiteY22" fmla="*/ 2100790 h 2779996"/>
                <a:gd name="connsiteX23" fmla="*/ 132685 w 11636807"/>
                <a:gd name="connsiteY23" fmla="*/ 2186773 h 2779996"/>
                <a:gd name="connsiteX24" fmla="*/ 1538204 w 11636807"/>
                <a:gd name="connsiteY24" fmla="*/ 2693310 h 2779996"/>
                <a:gd name="connsiteX25" fmla="*/ 2482605 w 11636807"/>
                <a:gd name="connsiteY25" fmla="*/ 2569666 h 2779996"/>
                <a:gd name="connsiteX26" fmla="*/ 4640982 w 11636807"/>
                <a:gd name="connsiteY26" fmla="*/ 703029 h 2779996"/>
                <a:gd name="connsiteX27" fmla="*/ 4814389 w 11636807"/>
                <a:gd name="connsiteY27" fmla="*/ 231778 h 2779996"/>
                <a:gd name="connsiteX28" fmla="*/ 5140148 w 11636807"/>
                <a:gd name="connsiteY28" fmla="*/ 27112 h 2779996"/>
                <a:gd name="connsiteX29" fmla="*/ 5408703 w 11636807"/>
                <a:gd name="connsiteY29" fmla="*/ 88627 h 2779996"/>
                <a:gd name="connsiteX30" fmla="*/ 5639543 w 11636807"/>
                <a:gd name="connsiteY30" fmla="*/ 248911 h 2779996"/>
                <a:gd name="connsiteX31" fmla="*/ 6184340 w 11636807"/>
                <a:gd name="connsiteY31" fmla="*/ 906692 h 2779996"/>
                <a:gd name="connsiteX32" fmla="*/ 6527232 w 11636807"/>
                <a:gd name="connsiteY32" fmla="*/ 1430978 h 2779996"/>
                <a:gd name="connsiteX33" fmla="*/ 6690948 w 11636807"/>
                <a:gd name="connsiteY33" fmla="*/ 1686023 h 2779996"/>
                <a:gd name="connsiteX34" fmla="*/ 6700007 w 11636807"/>
                <a:gd name="connsiteY34" fmla="*/ 1699972 h 2779996"/>
                <a:gd name="connsiteX35" fmla="*/ 7218699 w 11636807"/>
                <a:gd name="connsiteY35" fmla="*/ 2415573 h 2779996"/>
                <a:gd name="connsiteX36" fmla="*/ 7670600 w 11636807"/>
                <a:gd name="connsiteY36" fmla="*/ 2756020 h 2779996"/>
                <a:gd name="connsiteX37" fmla="*/ 7952769 w 11636807"/>
                <a:gd name="connsiteY37" fmla="*/ 2753065 h 2779996"/>
                <a:gd name="connsiteX38" fmla="*/ 8610250 w 11636807"/>
                <a:gd name="connsiteY38" fmla="*/ 2166122 h 2779996"/>
                <a:gd name="connsiteX39" fmla="*/ 8648563 w 11636807"/>
                <a:gd name="connsiteY39" fmla="*/ 2116341 h 2779996"/>
                <a:gd name="connsiteX40" fmla="*/ 9185566 w 11636807"/>
                <a:gd name="connsiteY40" fmla="*/ 1324344 h 2779996"/>
                <a:gd name="connsiteX41" fmla="*/ 9704821 w 11636807"/>
                <a:gd name="connsiteY41" fmla="*/ 554881 h 2779996"/>
                <a:gd name="connsiteX42" fmla="*/ 9750610 w 11636807"/>
                <a:gd name="connsiteY42" fmla="*/ 493719 h 2779996"/>
                <a:gd name="connsiteX43" fmla="*/ 10080978 w 11636807"/>
                <a:gd name="connsiteY43" fmla="*/ 120483 h 2779996"/>
                <a:gd name="connsiteX44" fmla="*/ 10290710 w 11636807"/>
                <a:gd name="connsiteY44" fmla="*/ 9188 h 2779996"/>
                <a:gd name="connsiteX45" fmla="*/ 10517205 w 11636807"/>
                <a:gd name="connsiteY45" fmla="*/ 38335 h 2779996"/>
                <a:gd name="connsiteX46" fmla="*/ 10796772 w 11636807"/>
                <a:gd name="connsiteY46" fmla="*/ 323917 h 2779996"/>
                <a:gd name="connsiteX47" fmla="*/ 10880942 w 11636807"/>
                <a:gd name="connsiteY47" fmla="*/ 436180 h 2779996"/>
                <a:gd name="connsiteX48" fmla="*/ 11100015 w 11636807"/>
                <a:gd name="connsiteY48" fmla="*/ 642482 h 2779996"/>
                <a:gd name="connsiteX49" fmla="*/ 11636807 w 11636807"/>
                <a:gd name="connsiteY49" fmla="*/ 1339595 h 2779996"/>
                <a:gd name="connsiteX50" fmla="*/ 11632955 w 11636807"/>
                <a:gd name="connsiteY50" fmla="*/ 1340528 h 2779996"/>
                <a:gd name="connsiteX51" fmla="*/ 11097429 w 11636807"/>
                <a:gd name="connsiteY51" fmla="*/ 645490 h 2779996"/>
                <a:gd name="connsiteX52" fmla="*/ 10877864 w 11636807"/>
                <a:gd name="connsiteY52" fmla="*/ 438696 h 2779996"/>
                <a:gd name="connsiteX53" fmla="*/ 10793535 w 11636807"/>
                <a:gd name="connsiteY53" fmla="*/ 326222 h 2779996"/>
                <a:gd name="connsiteX54" fmla="*/ 10515340 w 11636807"/>
                <a:gd name="connsiteY54" fmla="*/ 41818 h 2779996"/>
                <a:gd name="connsiteX55" fmla="*/ 10083440 w 11636807"/>
                <a:gd name="connsiteY55" fmla="*/ 123561 h 2779996"/>
                <a:gd name="connsiteX56" fmla="*/ 9753759 w 11636807"/>
                <a:gd name="connsiteY56" fmla="*/ 496076 h 2779996"/>
                <a:gd name="connsiteX57" fmla="*/ 9707935 w 11636807"/>
                <a:gd name="connsiteY57" fmla="*/ 557274 h 2779996"/>
                <a:gd name="connsiteX58" fmla="*/ 9188874 w 11636807"/>
                <a:gd name="connsiteY58" fmla="*/ 1326455 h 2779996"/>
                <a:gd name="connsiteX59" fmla="*/ 8651658 w 11636807"/>
                <a:gd name="connsiteY59" fmla="*/ 2118750 h 2779996"/>
                <a:gd name="connsiteX60" fmla="*/ 8613364 w 11636807"/>
                <a:gd name="connsiteY60" fmla="*/ 2168514 h 2779996"/>
                <a:gd name="connsiteX61" fmla="*/ 8327430 w 11636807"/>
                <a:gd name="connsiteY61" fmla="*/ 2507396 h 2779996"/>
                <a:gd name="connsiteX62" fmla="*/ 7953930 w 11636807"/>
                <a:gd name="connsiteY62" fmla="*/ 2756812 h 2779996"/>
                <a:gd name="connsiteX63" fmla="*/ 7805976 w 11636807"/>
                <a:gd name="connsiteY63" fmla="*/ 2779996 h 2779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636807" h="2779996">
                  <a:moveTo>
                    <a:pt x="7805976" y="2779996"/>
                  </a:moveTo>
                  <a:cubicBezTo>
                    <a:pt x="7760100" y="2779996"/>
                    <a:pt x="7714523" y="2773277"/>
                    <a:pt x="7669509" y="2759820"/>
                  </a:cubicBezTo>
                  <a:cubicBezTo>
                    <a:pt x="7482134" y="2703794"/>
                    <a:pt x="7337065" y="2554116"/>
                    <a:pt x="7215796" y="2418212"/>
                  </a:cubicBezTo>
                  <a:cubicBezTo>
                    <a:pt x="7017006" y="2195428"/>
                    <a:pt x="6854187" y="1944657"/>
                    <a:pt x="6696735" y="1702118"/>
                  </a:cubicBezTo>
                  <a:lnTo>
                    <a:pt x="6687675" y="1688169"/>
                  </a:lnTo>
                  <a:cubicBezTo>
                    <a:pt x="6632635" y="1603400"/>
                    <a:pt x="6577383" y="1516820"/>
                    <a:pt x="6523943" y="1433107"/>
                  </a:cubicBezTo>
                  <a:cubicBezTo>
                    <a:pt x="6413597" y="1260227"/>
                    <a:pt x="6299505" y="1081454"/>
                    <a:pt x="6181121" y="908926"/>
                  </a:cubicBezTo>
                  <a:cubicBezTo>
                    <a:pt x="6015858" y="668059"/>
                    <a:pt x="5849891" y="436567"/>
                    <a:pt x="5636993" y="251884"/>
                  </a:cubicBezTo>
                  <a:cubicBezTo>
                    <a:pt x="5521212" y="151460"/>
                    <a:pt x="5343759" y="19320"/>
                    <a:pt x="5140412" y="31053"/>
                  </a:cubicBezTo>
                  <a:cubicBezTo>
                    <a:pt x="4999002" y="39215"/>
                    <a:pt x="4896502" y="103649"/>
                    <a:pt x="4817819" y="233819"/>
                  </a:cubicBezTo>
                  <a:cubicBezTo>
                    <a:pt x="4745628" y="353259"/>
                    <a:pt x="4698907" y="515848"/>
                    <a:pt x="4644816" y="704102"/>
                  </a:cubicBezTo>
                  <a:cubicBezTo>
                    <a:pt x="4598430" y="865548"/>
                    <a:pt x="4545852" y="1048542"/>
                    <a:pt x="4467644" y="1232399"/>
                  </a:cubicBezTo>
                  <a:cubicBezTo>
                    <a:pt x="4377721" y="1443801"/>
                    <a:pt x="4268291" y="1622398"/>
                    <a:pt x="4133055" y="1778374"/>
                  </a:cubicBezTo>
                  <a:cubicBezTo>
                    <a:pt x="4053985" y="1869581"/>
                    <a:pt x="3964467" y="1954455"/>
                    <a:pt x="3866980" y="2030657"/>
                  </a:cubicBezTo>
                  <a:cubicBezTo>
                    <a:pt x="3761226" y="2113315"/>
                    <a:pt x="3642437" y="2188638"/>
                    <a:pt x="3513886" y="2254549"/>
                  </a:cubicBezTo>
                  <a:cubicBezTo>
                    <a:pt x="3376116" y="2325193"/>
                    <a:pt x="3222727" y="2387288"/>
                    <a:pt x="3057939" y="2439145"/>
                  </a:cubicBezTo>
                  <a:cubicBezTo>
                    <a:pt x="2882860" y="2494238"/>
                    <a:pt x="2689505" y="2539464"/>
                    <a:pt x="2483273" y="2573571"/>
                  </a:cubicBezTo>
                  <a:cubicBezTo>
                    <a:pt x="2162141" y="2626677"/>
                    <a:pt x="1853145" y="2667135"/>
                    <a:pt x="1538609" y="2697251"/>
                  </a:cubicBezTo>
                  <a:cubicBezTo>
                    <a:pt x="1495108" y="2701419"/>
                    <a:pt x="1451536" y="2703513"/>
                    <a:pt x="1407876" y="2703513"/>
                  </a:cubicBezTo>
                  <a:cubicBezTo>
                    <a:pt x="1199956" y="2703513"/>
                    <a:pt x="989485" y="2656141"/>
                    <a:pt x="768231" y="2559921"/>
                  </a:cubicBezTo>
                  <a:cubicBezTo>
                    <a:pt x="534875" y="2458441"/>
                    <a:pt x="320042" y="2315870"/>
                    <a:pt x="130504" y="2190080"/>
                  </a:cubicBezTo>
                  <a:cubicBezTo>
                    <a:pt x="85279" y="2160071"/>
                    <a:pt x="42552" y="2131715"/>
                    <a:pt x="0" y="2104115"/>
                  </a:cubicBezTo>
                  <a:lnTo>
                    <a:pt x="2146" y="2100790"/>
                  </a:lnTo>
                  <a:cubicBezTo>
                    <a:pt x="44733" y="2128390"/>
                    <a:pt x="87460" y="2156746"/>
                    <a:pt x="132685" y="2186773"/>
                  </a:cubicBezTo>
                  <a:cubicBezTo>
                    <a:pt x="508824" y="2436383"/>
                    <a:pt x="976926" y="2747032"/>
                    <a:pt x="1538204" y="2693310"/>
                  </a:cubicBezTo>
                  <a:cubicBezTo>
                    <a:pt x="1852653" y="2663195"/>
                    <a:pt x="2161560" y="2622754"/>
                    <a:pt x="2482605" y="2569666"/>
                  </a:cubicBezTo>
                  <a:cubicBezTo>
                    <a:pt x="4185580" y="2288059"/>
                    <a:pt x="4448787" y="1371944"/>
                    <a:pt x="4640982" y="703029"/>
                  </a:cubicBezTo>
                  <a:cubicBezTo>
                    <a:pt x="4695143" y="514494"/>
                    <a:pt x="4741934" y="351658"/>
                    <a:pt x="4814389" y="231778"/>
                  </a:cubicBezTo>
                  <a:cubicBezTo>
                    <a:pt x="4893810" y="100395"/>
                    <a:pt x="4997313" y="35362"/>
                    <a:pt x="5140148" y="27112"/>
                  </a:cubicBezTo>
                  <a:cubicBezTo>
                    <a:pt x="5226395" y="22134"/>
                    <a:pt x="5316757" y="42838"/>
                    <a:pt x="5408703" y="88627"/>
                  </a:cubicBezTo>
                  <a:cubicBezTo>
                    <a:pt x="5481510" y="124898"/>
                    <a:pt x="5557026" y="177318"/>
                    <a:pt x="5639543" y="248911"/>
                  </a:cubicBezTo>
                  <a:cubicBezTo>
                    <a:pt x="5852793" y="433894"/>
                    <a:pt x="6018918" y="665614"/>
                    <a:pt x="6184340" y="906692"/>
                  </a:cubicBezTo>
                  <a:cubicBezTo>
                    <a:pt x="6302759" y="1079290"/>
                    <a:pt x="6416869" y="1258081"/>
                    <a:pt x="6527232" y="1430978"/>
                  </a:cubicBezTo>
                  <a:cubicBezTo>
                    <a:pt x="6580672" y="1514691"/>
                    <a:pt x="6635924" y="1601254"/>
                    <a:pt x="6690948" y="1686023"/>
                  </a:cubicBezTo>
                  <a:lnTo>
                    <a:pt x="6700007" y="1699972"/>
                  </a:lnTo>
                  <a:cubicBezTo>
                    <a:pt x="6857389" y="1942370"/>
                    <a:pt x="7020119" y="2193018"/>
                    <a:pt x="7218699" y="2415573"/>
                  </a:cubicBezTo>
                  <a:cubicBezTo>
                    <a:pt x="7339599" y="2551073"/>
                    <a:pt x="7484210" y="2700294"/>
                    <a:pt x="7670600" y="2756020"/>
                  </a:cubicBezTo>
                  <a:cubicBezTo>
                    <a:pt x="7763056" y="2783673"/>
                    <a:pt x="7857991" y="2782670"/>
                    <a:pt x="7952769" y="2753065"/>
                  </a:cubicBezTo>
                  <a:cubicBezTo>
                    <a:pt x="8225000" y="2668332"/>
                    <a:pt x="8456826" y="2366109"/>
                    <a:pt x="8610250" y="2166122"/>
                  </a:cubicBezTo>
                  <a:cubicBezTo>
                    <a:pt x="8623654" y="2148654"/>
                    <a:pt x="8636320" y="2132137"/>
                    <a:pt x="8648563" y="2116341"/>
                  </a:cubicBezTo>
                  <a:cubicBezTo>
                    <a:pt x="8844239" y="1863881"/>
                    <a:pt x="9017753" y="1589592"/>
                    <a:pt x="9185566" y="1324344"/>
                  </a:cubicBezTo>
                  <a:cubicBezTo>
                    <a:pt x="9348068" y="1067487"/>
                    <a:pt x="9516092" y="801888"/>
                    <a:pt x="9704821" y="554881"/>
                  </a:cubicBezTo>
                  <a:cubicBezTo>
                    <a:pt x="9718841" y="536534"/>
                    <a:pt x="9734268" y="515742"/>
                    <a:pt x="9750610" y="493719"/>
                  </a:cubicBezTo>
                  <a:cubicBezTo>
                    <a:pt x="9834358" y="380858"/>
                    <a:pt x="9949066" y="226290"/>
                    <a:pt x="10080978" y="120483"/>
                  </a:cubicBezTo>
                  <a:cubicBezTo>
                    <a:pt x="10153116" y="62610"/>
                    <a:pt x="10223689" y="25177"/>
                    <a:pt x="10290710" y="9188"/>
                  </a:cubicBezTo>
                  <a:cubicBezTo>
                    <a:pt x="10368969" y="-9476"/>
                    <a:pt x="10445172" y="322"/>
                    <a:pt x="10517205" y="38335"/>
                  </a:cubicBezTo>
                  <a:cubicBezTo>
                    <a:pt x="10637225" y="101661"/>
                    <a:pt x="10718336" y="214645"/>
                    <a:pt x="10796772" y="323917"/>
                  </a:cubicBezTo>
                  <a:cubicBezTo>
                    <a:pt x="10825391" y="363795"/>
                    <a:pt x="10852445" y="401474"/>
                    <a:pt x="10880942" y="436180"/>
                  </a:cubicBezTo>
                  <a:cubicBezTo>
                    <a:pt x="10932377" y="498838"/>
                    <a:pt x="11010057" y="565400"/>
                    <a:pt x="11100015" y="642482"/>
                  </a:cubicBezTo>
                  <a:cubicBezTo>
                    <a:pt x="11306756" y="819619"/>
                    <a:pt x="11564036" y="1040081"/>
                    <a:pt x="11636807" y="1339595"/>
                  </a:cubicBezTo>
                  <a:lnTo>
                    <a:pt x="11632955" y="1340528"/>
                  </a:lnTo>
                  <a:cubicBezTo>
                    <a:pt x="11560483" y="1042262"/>
                    <a:pt x="11303730" y="822257"/>
                    <a:pt x="11097429" y="645490"/>
                  </a:cubicBezTo>
                  <a:cubicBezTo>
                    <a:pt x="11007330" y="568285"/>
                    <a:pt x="10929527" y="501617"/>
                    <a:pt x="10877864" y="438696"/>
                  </a:cubicBezTo>
                  <a:cubicBezTo>
                    <a:pt x="10849280" y="403884"/>
                    <a:pt x="10822207" y="366170"/>
                    <a:pt x="10793535" y="326222"/>
                  </a:cubicBezTo>
                  <a:cubicBezTo>
                    <a:pt x="10715362" y="217319"/>
                    <a:pt x="10634534" y="104722"/>
                    <a:pt x="10515340" y="41818"/>
                  </a:cubicBezTo>
                  <a:cubicBezTo>
                    <a:pt x="10381406" y="-28843"/>
                    <a:pt x="10240119" y="-2105"/>
                    <a:pt x="10083440" y="123561"/>
                  </a:cubicBezTo>
                  <a:cubicBezTo>
                    <a:pt x="9951916" y="229052"/>
                    <a:pt x="9837384" y="383391"/>
                    <a:pt x="9753759" y="496076"/>
                  </a:cubicBezTo>
                  <a:cubicBezTo>
                    <a:pt x="9737417" y="518099"/>
                    <a:pt x="9721972" y="538909"/>
                    <a:pt x="9707935" y="557274"/>
                  </a:cubicBezTo>
                  <a:cubicBezTo>
                    <a:pt x="9519294" y="804157"/>
                    <a:pt x="9351322" y="1069668"/>
                    <a:pt x="9188874" y="1326455"/>
                  </a:cubicBezTo>
                  <a:cubicBezTo>
                    <a:pt x="9021007" y="1591791"/>
                    <a:pt x="8847441" y="1866150"/>
                    <a:pt x="8651658" y="2118750"/>
                  </a:cubicBezTo>
                  <a:cubicBezTo>
                    <a:pt x="8639415" y="2134547"/>
                    <a:pt x="8626768" y="2151047"/>
                    <a:pt x="8613364" y="2168514"/>
                  </a:cubicBezTo>
                  <a:cubicBezTo>
                    <a:pt x="8535420" y="2270135"/>
                    <a:pt x="8438408" y="2396593"/>
                    <a:pt x="8327430" y="2507396"/>
                  </a:cubicBezTo>
                  <a:cubicBezTo>
                    <a:pt x="8197032" y="2637601"/>
                    <a:pt x="8074848" y="2719186"/>
                    <a:pt x="7953930" y="2756812"/>
                  </a:cubicBezTo>
                  <a:cubicBezTo>
                    <a:pt x="7904571" y="2772274"/>
                    <a:pt x="7855106" y="2779996"/>
                    <a:pt x="7805976" y="2779996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7" name="任意多边形: 形状 1404"/>
            <p:cNvSpPr/>
            <p:nvPr>
              <p:custDataLst>
                <p:tags r:id="rId25"/>
              </p:custDataLst>
            </p:nvPr>
          </p:nvSpPr>
          <p:spPr>
            <a:xfrm>
              <a:off x="474909" y="2370874"/>
              <a:ext cx="11715947" cy="2891041"/>
            </a:xfrm>
            <a:custGeom>
              <a:avLst/>
              <a:gdLst>
                <a:gd name="connsiteX0" fmla="*/ 7922478 w 11715947"/>
                <a:gd name="connsiteY0" fmla="*/ 2891041 h 2891041"/>
                <a:gd name="connsiteX1" fmla="*/ 7782616 w 11715947"/>
                <a:gd name="connsiteY1" fmla="*/ 2869757 h 2891041"/>
                <a:gd name="connsiteX2" fmla="*/ 7322799 w 11715947"/>
                <a:gd name="connsiteY2" fmla="*/ 2511807 h 2891041"/>
                <a:gd name="connsiteX3" fmla="*/ 6802806 w 11715947"/>
                <a:gd name="connsiteY3" fmla="*/ 1762133 h 2891041"/>
                <a:gd name="connsiteX4" fmla="*/ 6794362 w 11715947"/>
                <a:gd name="connsiteY4" fmla="*/ 1748518 h 2891041"/>
                <a:gd name="connsiteX5" fmla="*/ 6638140 w 11715947"/>
                <a:gd name="connsiteY5" fmla="*/ 1493772 h 2891041"/>
                <a:gd name="connsiteX6" fmla="*/ 6288898 w 11715947"/>
                <a:gd name="connsiteY6" fmla="*/ 936011 h 2891041"/>
                <a:gd name="connsiteX7" fmla="*/ 5741164 w 11715947"/>
                <a:gd name="connsiteY7" fmla="*/ 253200 h 2891041"/>
                <a:gd name="connsiteX8" fmla="*/ 5234855 w 11715947"/>
                <a:gd name="connsiteY8" fmla="*/ 26246 h 2891041"/>
                <a:gd name="connsiteX9" fmla="*/ 4920267 w 11715947"/>
                <a:gd name="connsiteY9" fmla="*/ 239954 h 2891041"/>
                <a:gd name="connsiteX10" fmla="*/ 4759348 w 11715947"/>
                <a:gd name="connsiteY10" fmla="*/ 729586 h 2891041"/>
                <a:gd name="connsiteX11" fmla="*/ 4591165 w 11715947"/>
                <a:gd name="connsiteY11" fmla="*/ 1290918 h 2891041"/>
                <a:gd name="connsiteX12" fmla="*/ 4258792 w 11715947"/>
                <a:gd name="connsiteY12" fmla="*/ 1871353 h 2891041"/>
                <a:gd name="connsiteX13" fmla="*/ 3988689 w 11715947"/>
                <a:gd name="connsiteY13" fmla="*/ 2139134 h 2891041"/>
                <a:gd name="connsiteX14" fmla="*/ 3626799 w 11715947"/>
                <a:gd name="connsiteY14" fmla="*/ 2376184 h 2891041"/>
                <a:gd name="connsiteX15" fmla="*/ 3156217 w 11715947"/>
                <a:gd name="connsiteY15" fmla="*/ 2570665 h 2891041"/>
                <a:gd name="connsiteX16" fmla="*/ 2560074 w 11715947"/>
                <a:gd name="connsiteY16" fmla="*/ 2710809 h 2891041"/>
                <a:gd name="connsiteX17" fmla="*/ 1591873 w 11715947"/>
                <a:gd name="connsiteY17" fmla="*/ 2828067 h 2891041"/>
                <a:gd name="connsiteX18" fmla="*/ 1484184 w 11715947"/>
                <a:gd name="connsiteY18" fmla="*/ 2832359 h 2891041"/>
                <a:gd name="connsiteX19" fmla="*/ 794389 w 11715947"/>
                <a:gd name="connsiteY19" fmla="*/ 2664159 h 2891041"/>
                <a:gd name="connsiteX20" fmla="*/ 131876 w 11715947"/>
                <a:gd name="connsiteY20" fmla="*/ 2252716 h 2891041"/>
                <a:gd name="connsiteX21" fmla="*/ 0 w 11715947"/>
                <a:gd name="connsiteY21" fmla="*/ 2160084 h 2891041"/>
                <a:gd name="connsiteX22" fmla="*/ 2216 w 11715947"/>
                <a:gd name="connsiteY22" fmla="*/ 2156883 h 2891041"/>
                <a:gd name="connsiteX23" fmla="*/ 134128 w 11715947"/>
                <a:gd name="connsiteY23" fmla="*/ 2249532 h 2891041"/>
                <a:gd name="connsiteX24" fmla="*/ 1591557 w 11715947"/>
                <a:gd name="connsiteY24" fmla="*/ 2824180 h 2891041"/>
                <a:gd name="connsiteX25" fmla="*/ 2559441 w 11715947"/>
                <a:gd name="connsiteY25" fmla="*/ 2706957 h 2891041"/>
                <a:gd name="connsiteX26" fmla="*/ 4755584 w 11715947"/>
                <a:gd name="connsiteY26" fmla="*/ 728619 h 2891041"/>
                <a:gd name="connsiteX27" fmla="*/ 4916871 w 11715947"/>
                <a:gd name="connsiteY27" fmla="*/ 238054 h 2891041"/>
                <a:gd name="connsiteX28" fmla="*/ 5234592 w 11715947"/>
                <a:gd name="connsiteY28" fmla="*/ 22341 h 2891041"/>
                <a:gd name="connsiteX29" fmla="*/ 5509039 w 11715947"/>
                <a:gd name="connsiteY29" fmla="*/ 84225 h 2891041"/>
                <a:gd name="connsiteX30" fmla="*/ 5743750 w 11715947"/>
                <a:gd name="connsiteY30" fmla="*/ 250262 h 2891041"/>
                <a:gd name="connsiteX31" fmla="*/ 6292152 w 11715947"/>
                <a:gd name="connsiteY31" fmla="*/ 933848 h 2891041"/>
                <a:gd name="connsiteX32" fmla="*/ 6641465 w 11715947"/>
                <a:gd name="connsiteY32" fmla="*/ 1491732 h 2891041"/>
                <a:gd name="connsiteX33" fmla="*/ 6797669 w 11715947"/>
                <a:gd name="connsiteY33" fmla="*/ 1746443 h 2891041"/>
                <a:gd name="connsiteX34" fmla="*/ 6806112 w 11715947"/>
                <a:gd name="connsiteY34" fmla="*/ 1760058 h 2891041"/>
                <a:gd name="connsiteX35" fmla="*/ 7325755 w 11715947"/>
                <a:gd name="connsiteY35" fmla="*/ 2509256 h 2891041"/>
                <a:gd name="connsiteX36" fmla="*/ 7783760 w 11715947"/>
                <a:gd name="connsiteY36" fmla="*/ 2866010 h 2891041"/>
                <a:gd name="connsiteX37" fmla="*/ 8071909 w 11715947"/>
                <a:gd name="connsiteY37" fmla="*/ 2863195 h 2891041"/>
                <a:gd name="connsiteX38" fmla="*/ 8740420 w 11715947"/>
                <a:gd name="connsiteY38" fmla="*/ 2246594 h 2891041"/>
                <a:gd name="connsiteX39" fmla="*/ 8775391 w 11715947"/>
                <a:gd name="connsiteY39" fmla="*/ 2199329 h 2891041"/>
                <a:gd name="connsiteX40" fmla="*/ 9312253 w 11715947"/>
                <a:gd name="connsiteY40" fmla="*/ 1376567 h 2891041"/>
                <a:gd name="connsiteX41" fmla="*/ 9832406 w 11715947"/>
                <a:gd name="connsiteY41" fmla="*/ 575916 h 2891041"/>
                <a:gd name="connsiteX42" fmla="*/ 9874640 w 11715947"/>
                <a:gd name="connsiteY42" fmla="*/ 517392 h 2891041"/>
                <a:gd name="connsiteX43" fmla="*/ 10209248 w 11715947"/>
                <a:gd name="connsiteY43" fmla="*/ 126812 h 2891041"/>
                <a:gd name="connsiteX44" fmla="*/ 10423869 w 11715947"/>
                <a:gd name="connsiteY44" fmla="*/ 9571 h 2891041"/>
                <a:gd name="connsiteX45" fmla="*/ 10656311 w 11715947"/>
                <a:gd name="connsiteY45" fmla="*/ 41040 h 2891041"/>
                <a:gd name="connsiteX46" fmla="*/ 10946467 w 11715947"/>
                <a:gd name="connsiteY46" fmla="*/ 352111 h 2891041"/>
                <a:gd name="connsiteX47" fmla="*/ 11022300 w 11715947"/>
                <a:gd name="connsiteY47" fmla="*/ 460100 h 2891041"/>
                <a:gd name="connsiteX48" fmla="*/ 11231169 w 11715947"/>
                <a:gd name="connsiteY48" fmla="*/ 677694 h 2891041"/>
                <a:gd name="connsiteX49" fmla="*/ 11516752 w 11715947"/>
                <a:gd name="connsiteY49" fmla="*/ 976188 h 2891041"/>
                <a:gd name="connsiteX50" fmla="*/ 11715947 w 11715947"/>
                <a:gd name="connsiteY50" fmla="*/ 1352309 h 2891041"/>
                <a:gd name="connsiteX51" fmla="*/ 11712166 w 11715947"/>
                <a:gd name="connsiteY51" fmla="*/ 1353277 h 2891041"/>
                <a:gd name="connsiteX52" fmla="*/ 11228478 w 11715947"/>
                <a:gd name="connsiteY52" fmla="*/ 680544 h 2891041"/>
                <a:gd name="connsiteX53" fmla="*/ 11019186 w 11715947"/>
                <a:gd name="connsiteY53" fmla="*/ 462492 h 2891041"/>
                <a:gd name="connsiteX54" fmla="*/ 10943248 w 11715947"/>
                <a:gd name="connsiteY54" fmla="*/ 354345 h 2891041"/>
                <a:gd name="connsiteX55" fmla="*/ 10654429 w 11715947"/>
                <a:gd name="connsiteY55" fmla="*/ 44488 h 2891041"/>
                <a:gd name="connsiteX56" fmla="*/ 10211710 w 11715947"/>
                <a:gd name="connsiteY56" fmla="*/ 129855 h 2891041"/>
                <a:gd name="connsiteX57" fmla="*/ 9877789 w 11715947"/>
                <a:gd name="connsiteY57" fmla="*/ 519696 h 2891041"/>
                <a:gd name="connsiteX58" fmla="*/ 9835519 w 11715947"/>
                <a:gd name="connsiteY58" fmla="*/ 578255 h 2891041"/>
                <a:gd name="connsiteX59" fmla="*/ 9315543 w 11715947"/>
                <a:gd name="connsiteY59" fmla="*/ 1378624 h 2891041"/>
                <a:gd name="connsiteX60" fmla="*/ 8778486 w 11715947"/>
                <a:gd name="connsiteY60" fmla="*/ 2201686 h 2891041"/>
                <a:gd name="connsiteX61" fmla="*/ 8743516 w 11715947"/>
                <a:gd name="connsiteY61" fmla="*/ 2248952 h 2891041"/>
                <a:gd name="connsiteX62" fmla="*/ 8073071 w 11715947"/>
                <a:gd name="connsiteY62" fmla="*/ 2866942 h 2891041"/>
                <a:gd name="connsiteX63" fmla="*/ 7922478 w 11715947"/>
                <a:gd name="connsiteY63" fmla="*/ 2891041 h 2891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715947" h="2891041">
                  <a:moveTo>
                    <a:pt x="7922478" y="2891041"/>
                  </a:moveTo>
                  <a:cubicBezTo>
                    <a:pt x="7875476" y="2891041"/>
                    <a:pt x="7828774" y="2883952"/>
                    <a:pt x="7782616" y="2869757"/>
                  </a:cubicBezTo>
                  <a:cubicBezTo>
                    <a:pt x="7590756" y="2810741"/>
                    <a:pt x="7444667" y="2654062"/>
                    <a:pt x="7322799" y="2511807"/>
                  </a:cubicBezTo>
                  <a:cubicBezTo>
                    <a:pt x="7122831" y="2278398"/>
                    <a:pt x="6960135" y="2015947"/>
                    <a:pt x="6802806" y="1762133"/>
                  </a:cubicBezTo>
                  <a:lnTo>
                    <a:pt x="6794362" y="1748518"/>
                  </a:lnTo>
                  <a:cubicBezTo>
                    <a:pt x="6741855" y="1663837"/>
                    <a:pt x="6689135" y="1577380"/>
                    <a:pt x="6638140" y="1493772"/>
                  </a:cubicBezTo>
                  <a:cubicBezTo>
                    <a:pt x="6525913" y="1309775"/>
                    <a:pt x="6409868" y="1119534"/>
                    <a:pt x="6288898" y="936011"/>
                  </a:cubicBezTo>
                  <a:cubicBezTo>
                    <a:pt x="6124004" y="685874"/>
                    <a:pt x="5958020" y="445446"/>
                    <a:pt x="5741164" y="253200"/>
                  </a:cubicBezTo>
                  <a:cubicBezTo>
                    <a:pt x="5623255" y="148677"/>
                    <a:pt x="5442477" y="11435"/>
                    <a:pt x="5234855" y="26246"/>
                  </a:cubicBezTo>
                  <a:cubicBezTo>
                    <a:pt x="5095222" y="36220"/>
                    <a:pt x="4995255" y="104120"/>
                    <a:pt x="4920267" y="239954"/>
                  </a:cubicBezTo>
                  <a:cubicBezTo>
                    <a:pt x="4851452" y="364600"/>
                    <a:pt x="4808778" y="533751"/>
                    <a:pt x="4759348" y="729586"/>
                  </a:cubicBezTo>
                  <a:cubicBezTo>
                    <a:pt x="4716076" y="901059"/>
                    <a:pt x="4667033" y="1095399"/>
                    <a:pt x="4591165" y="1290918"/>
                  </a:cubicBezTo>
                  <a:cubicBezTo>
                    <a:pt x="4503881" y="1515813"/>
                    <a:pt x="4395154" y="1705668"/>
                    <a:pt x="4258792" y="1871353"/>
                  </a:cubicBezTo>
                  <a:cubicBezTo>
                    <a:pt x="4179036" y="1968259"/>
                    <a:pt x="4088164" y="2058358"/>
                    <a:pt x="3988689" y="2139134"/>
                  </a:cubicBezTo>
                  <a:cubicBezTo>
                    <a:pt x="3880771" y="2226788"/>
                    <a:pt x="3759009" y="2306543"/>
                    <a:pt x="3626799" y="2376184"/>
                  </a:cubicBezTo>
                  <a:cubicBezTo>
                    <a:pt x="3485054" y="2450821"/>
                    <a:pt x="3326740" y="2516257"/>
                    <a:pt x="3156217" y="2570665"/>
                  </a:cubicBezTo>
                  <a:cubicBezTo>
                    <a:pt x="2974999" y="2628485"/>
                    <a:pt x="2774432" y="2675645"/>
                    <a:pt x="2560074" y="2710809"/>
                  </a:cubicBezTo>
                  <a:cubicBezTo>
                    <a:pt x="2240155" y="2763316"/>
                    <a:pt x="1923455" y="2801664"/>
                    <a:pt x="1591873" y="2828067"/>
                  </a:cubicBezTo>
                  <a:cubicBezTo>
                    <a:pt x="1556041" y="2830917"/>
                    <a:pt x="1520139" y="2832359"/>
                    <a:pt x="1484184" y="2832359"/>
                  </a:cubicBezTo>
                  <a:cubicBezTo>
                    <a:pt x="1260432" y="2832359"/>
                    <a:pt x="1033690" y="2776949"/>
                    <a:pt x="794389" y="2664159"/>
                  </a:cubicBezTo>
                  <a:cubicBezTo>
                    <a:pt x="552255" y="2550031"/>
                    <a:pt x="328925" y="2392086"/>
                    <a:pt x="131876" y="2252716"/>
                  </a:cubicBezTo>
                  <a:cubicBezTo>
                    <a:pt x="86176" y="2220402"/>
                    <a:pt x="43026" y="2189882"/>
                    <a:pt x="0" y="2160084"/>
                  </a:cubicBezTo>
                  <a:lnTo>
                    <a:pt x="2216" y="2156883"/>
                  </a:lnTo>
                  <a:cubicBezTo>
                    <a:pt x="45260" y="2186699"/>
                    <a:pt x="88428" y="2217218"/>
                    <a:pt x="134128" y="2249532"/>
                  </a:cubicBezTo>
                  <a:cubicBezTo>
                    <a:pt x="525201" y="2526126"/>
                    <a:pt x="1011931" y="2870320"/>
                    <a:pt x="1591557" y="2824180"/>
                  </a:cubicBezTo>
                  <a:cubicBezTo>
                    <a:pt x="1923032" y="2797776"/>
                    <a:pt x="2239627" y="2759446"/>
                    <a:pt x="2559441" y="2706957"/>
                  </a:cubicBezTo>
                  <a:cubicBezTo>
                    <a:pt x="4329682" y="2416449"/>
                    <a:pt x="4575844" y="1440913"/>
                    <a:pt x="4755584" y="728619"/>
                  </a:cubicBezTo>
                  <a:cubicBezTo>
                    <a:pt x="4805066" y="532502"/>
                    <a:pt x="4847811" y="363141"/>
                    <a:pt x="4916871" y="238054"/>
                  </a:cubicBezTo>
                  <a:cubicBezTo>
                    <a:pt x="4992563" y="100953"/>
                    <a:pt x="5093516" y="32421"/>
                    <a:pt x="5234592" y="22341"/>
                  </a:cubicBezTo>
                  <a:cubicBezTo>
                    <a:pt x="5322808" y="16044"/>
                    <a:pt x="5415141" y="36871"/>
                    <a:pt x="5509039" y="84225"/>
                  </a:cubicBezTo>
                  <a:cubicBezTo>
                    <a:pt x="5583078" y="121570"/>
                    <a:pt x="5659861" y="175889"/>
                    <a:pt x="5743750" y="250262"/>
                  </a:cubicBezTo>
                  <a:cubicBezTo>
                    <a:pt x="5960975" y="442808"/>
                    <a:pt x="6127100" y="683482"/>
                    <a:pt x="6292152" y="933848"/>
                  </a:cubicBezTo>
                  <a:cubicBezTo>
                    <a:pt x="6413175" y="1117423"/>
                    <a:pt x="6529238" y="1307717"/>
                    <a:pt x="6641465" y="1491732"/>
                  </a:cubicBezTo>
                  <a:cubicBezTo>
                    <a:pt x="6692460" y="1575340"/>
                    <a:pt x="6745179" y="1661780"/>
                    <a:pt x="6797669" y="1746443"/>
                  </a:cubicBezTo>
                  <a:lnTo>
                    <a:pt x="6806112" y="1760058"/>
                  </a:lnTo>
                  <a:cubicBezTo>
                    <a:pt x="6963372" y="2013749"/>
                    <a:pt x="7125978" y="2276076"/>
                    <a:pt x="7325755" y="2509256"/>
                  </a:cubicBezTo>
                  <a:cubicBezTo>
                    <a:pt x="7447270" y="2651089"/>
                    <a:pt x="7592884" y="2807310"/>
                    <a:pt x="7783760" y="2866010"/>
                  </a:cubicBezTo>
                  <a:cubicBezTo>
                    <a:pt x="7878238" y="2895070"/>
                    <a:pt x="7975180" y="2894120"/>
                    <a:pt x="8071909" y="2863195"/>
                  </a:cubicBezTo>
                  <a:cubicBezTo>
                    <a:pt x="8351142" y="2774205"/>
                    <a:pt x="8585395" y="2456696"/>
                    <a:pt x="8740420" y="2246594"/>
                  </a:cubicBezTo>
                  <a:cubicBezTo>
                    <a:pt x="8752646" y="2230024"/>
                    <a:pt x="8764202" y="2214369"/>
                    <a:pt x="8775391" y="2199329"/>
                  </a:cubicBezTo>
                  <a:cubicBezTo>
                    <a:pt x="8971191" y="1936280"/>
                    <a:pt x="9144581" y="1651735"/>
                    <a:pt x="9312253" y="1376567"/>
                  </a:cubicBezTo>
                  <a:cubicBezTo>
                    <a:pt x="9474966" y="1109560"/>
                    <a:pt x="9643202" y="833441"/>
                    <a:pt x="9832406" y="575916"/>
                  </a:cubicBezTo>
                  <a:cubicBezTo>
                    <a:pt x="9845370" y="558272"/>
                    <a:pt x="9859583" y="538413"/>
                    <a:pt x="9874640" y="517392"/>
                  </a:cubicBezTo>
                  <a:cubicBezTo>
                    <a:pt x="9959004" y="399588"/>
                    <a:pt x="10074557" y="238265"/>
                    <a:pt x="10209248" y="126812"/>
                  </a:cubicBezTo>
                  <a:cubicBezTo>
                    <a:pt x="10283005" y="65790"/>
                    <a:pt x="10355214" y="26334"/>
                    <a:pt x="10423869" y="9571"/>
                  </a:cubicBezTo>
                  <a:cubicBezTo>
                    <a:pt x="10504153" y="-10060"/>
                    <a:pt x="10582360" y="547"/>
                    <a:pt x="10656311" y="41040"/>
                  </a:cubicBezTo>
                  <a:cubicBezTo>
                    <a:pt x="10782382" y="110101"/>
                    <a:pt x="10865796" y="233129"/>
                    <a:pt x="10946467" y="352111"/>
                  </a:cubicBezTo>
                  <a:cubicBezTo>
                    <a:pt x="10972343" y="390283"/>
                    <a:pt x="10996794" y="426326"/>
                    <a:pt x="11022300" y="460100"/>
                  </a:cubicBezTo>
                  <a:cubicBezTo>
                    <a:pt x="11072696" y="526820"/>
                    <a:pt x="11149673" y="600103"/>
                    <a:pt x="11231169" y="677694"/>
                  </a:cubicBezTo>
                  <a:cubicBezTo>
                    <a:pt x="11323380" y="765471"/>
                    <a:pt x="11427884" y="864963"/>
                    <a:pt x="11516752" y="976188"/>
                  </a:cubicBezTo>
                  <a:cubicBezTo>
                    <a:pt x="11618953" y="1104071"/>
                    <a:pt x="11684108" y="1227100"/>
                    <a:pt x="11715947" y="1352309"/>
                  </a:cubicBezTo>
                  <a:lnTo>
                    <a:pt x="11712166" y="1353277"/>
                  </a:lnTo>
                  <a:cubicBezTo>
                    <a:pt x="11640941" y="1073200"/>
                    <a:pt x="11412247" y="855482"/>
                    <a:pt x="11228478" y="680544"/>
                  </a:cubicBezTo>
                  <a:cubicBezTo>
                    <a:pt x="11146858" y="602847"/>
                    <a:pt x="11069776" y="529459"/>
                    <a:pt x="11019186" y="462492"/>
                  </a:cubicBezTo>
                  <a:cubicBezTo>
                    <a:pt x="10993628" y="428648"/>
                    <a:pt x="10969159" y="392552"/>
                    <a:pt x="10943248" y="354345"/>
                  </a:cubicBezTo>
                  <a:cubicBezTo>
                    <a:pt x="10862842" y="235750"/>
                    <a:pt x="10779691" y="113091"/>
                    <a:pt x="10654429" y="44488"/>
                  </a:cubicBezTo>
                  <a:cubicBezTo>
                    <a:pt x="10518858" y="-29762"/>
                    <a:pt x="10369919" y="-1036"/>
                    <a:pt x="10211710" y="129855"/>
                  </a:cubicBezTo>
                  <a:cubicBezTo>
                    <a:pt x="10077406" y="240974"/>
                    <a:pt x="9962030" y="402068"/>
                    <a:pt x="9877789" y="519696"/>
                  </a:cubicBezTo>
                  <a:cubicBezTo>
                    <a:pt x="9862731" y="540735"/>
                    <a:pt x="9848501" y="560594"/>
                    <a:pt x="9835519" y="578255"/>
                  </a:cubicBezTo>
                  <a:cubicBezTo>
                    <a:pt x="9646403" y="835640"/>
                    <a:pt x="9478220" y="1111670"/>
                    <a:pt x="9315543" y="1378624"/>
                  </a:cubicBezTo>
                  <a:cubicBezTo>
                    <a:pt x="9147817" y="1653881"/>
                    <a:pt x="8974374" y="1938514"/>
                    <a:pt x="8778486" y="2201686"/>
                  </a:cubicBezTo>
                  <a:cubicBezTo>
                    <a:pt x="8767299" y="2216726"/>
                    <a:pt x="8755741" y="2232381"/>
                    <a:pt x="8743516" y="2248952"/>
                  </a:cubicBezTo>
                  <a:cubicBezTo>
                    <a:pt x="8588209" y="2459457"/>
                    <a:pt x="8353499" y="2777582"/>
                    <a:pt x="8073071" y="2866942"/>
                  </a:cubicBezTo>
                  <a:cubicBezTo>
                    <a:pt x="8022832" y="2883002"/>
                    <a:pt x="7972489" y="2891041"/>
                    <a:pt x="7922478" y="289104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" name="任意多边形: 形状 1405"/>
            <p:cNvSpPr/>
            <p:nvPr>
              <p:custDataLst>
                <p:tags r:id="rId26"/>
              </p:custDataLst>
            </p:nvPr>
          </p:nvSpPr>
          <p:spPr>
            <a:xfrm>
              <a:off x="395751" y="2308026"/>
              <a:ext cx="11795086" cy="3002069"/>
            </a:xfrm>
            <a:custGeom>
              <a:avLst/>
              <a:gdLst>
                <a:gd name="connsiteX0" fmla="*/ 8038962 w 11795086"/>
                <a:gd name="connsiteY0" fmla="*/ 3002070 h 3002069"/>
                <a:gd name="connsiteX1" fmla="*/ 7895723 w 11795086"/>
                <a:gd name="connsiteY1" fmla="*/ 2979677 h 3002069"/>
                <a:gd name="connsiteX2" fmla="*/ 7634627 w 11795086"/>
                <a:gd name="connsiteY2" fmla="*/ 2824582 h 3002069"/>
                <a:gd name="connsiteX3" fmla="*/ 7429821 w 11795086"/>
                <a:gd name="connsiteY3" fmla="*/ 2605403 h 3002069"/>
                <a:gd name="connsiteX4" fmla="*/ 6914118 w 11795086"/>
                <a:gd name="connsiteY4" fmla="*/ 1830874 h 3002069"/>
                <a:gd name="connsiteX5" fmla="*/ 6901066 w 11795086"/>
                <a:gd name="connsiteY5" fmla="*/ 1808869 h 3002069"/>
                <a:gd name="connsiteX6" fmla="*/ 6751511 w 11795086"/>
                <a:gd name="connsiteY6" fmla="*/ 1554035 h 3002069"/>
                <a:gd name="connsiteX7" fmla="*/ 6396675 w 11795086"/>
                <a:gd name="connsiteY7" fmla="*/ 963098 h 3002069"/>
                <a:gd name="connsiteX8" fmla="*/ 5845317 w 11795086"/>
                <a:gd name="connsiteY8" fmla="*/ 254516 h 3002069"/>
                <a:gd name="connsiteX9" fmla="*/ 5329282 w 11795086"/>
                <a:gd name="connsiteY9" fmla="*/ 21459 h 3002069"/>
                <a:gd name="connsiteX10" fmla="*/ 5022397 w 11795086"/>
                <a:gd name="connsiteY10" fmla="*/ 246178 h 3002069"/>
                <a:gd name="connsiteX11" fmla="*/ 4873300 w 11795086"/>
                <a:gd name="connsiteY11" fmla="*/ 755530 h 3002069"/>
                <a:gd name="connsiteX12" fmla="*/ 4714440 w 11795086"/>
                <a:gd name="connsiteY12" fmla="*/ 1350776 h 3002069"/>
                <a:gd name="connsiteX13" fmla="*/ 4384617 w 11795086"/>
                <a:gd name="connsiteY13" fmla="*/ 1966269 h 3002069"/>
                <a:gd name="connsiteX14" fmla="*/ 4110609 w 11795086"/>
                <a:gd name="connsiteY14" fmla="*/ 2249582 h 3002069"/>
                <a:gd name="connsiteX15" fmla="*/ 3739942 w 11795086"/>
                <a:gd name="connsiteY15" fmla="*/ 2499508 h 3002069"/>
                <a:gd name="connsiteX16" fmla="*/ 3254671 w 11795086"/>
                <a:gd name="connsiteY16" fmla="*/ 2703277 h 3002069"/>
                <a:gd name="connsiteX17" fmla="*/ 2636874 w 11795086"/>
                <a:gd name="connsiteY17" fmla="*/ 2848118 h 3002069"/>
                <a:gd name="connsiteX18" fmla="*/ 1645137 w 11795086"/>
                <a:gd name="connsiteY18" fmla="*/ 2958956 h 3002069"/>
                <a:gd name="connsiteX19" fmla="*/ 1558592 w 11795086"/>
                <a:gd name="connsiteY19" fmla="*/ 2961735 h 3002069"/>
                <a:gd name="connsiteX20" fmla="*/ 820669 w 11795086"/>
                <a:gd name="connsiteY20" fmla="*/ 2768397 h 3002069"/>
                <a:gd name="connsiteX21" fmla="*/ 133459 w 11795086"/>
                <a:gd name="connsiteY21" fmla="*/ 2315300 h 3002069"/>
                <a:gd name="connsiteX22" fmla="*/ 0 w 11795086"/>
                <a:gd name="connsiteY22" fmla="*/ 2216125 h 3002069"/>
                <a:gd name="connsiteX23" fmla="*/ 2269 w 11795086"/>
                <a:gd name="connsiteY23" fmla="*/ 2213029 h 3002069"/>
                <a:gd name="connsiteX24" fmla="*/ 135764 w 11795086"/>
                <a:gd name="connsiteY24" fmla="*/ 2312222 h 3002069"/>
                <a:gd name="connsiteX25" fmla="*/ 1644891 w 11795086"/>
                <a:gd name="connsiteY25" fmla="*/ 2955121 h 3002069"/>
                <a:gd name="connsiteX26" fmla="*/ 2636259 w 11795086"/>
                <a:gd name="connsiteY26" fmla="*/ 2844318 h 3002069"/>
                <a:gd name="connsiteX27" fmla="*/ 4869571 w 11795086"/>
                <a:gd name="connsiteY27" fmla="*/ 754685 h 3002069"/>
                <a:gd name="connsiteX28" fmla="*/ 5019002 w 11795086"/>
                <a:gd name="connsiteY28" fmla="*/ 244437 h 3002069"/>
                <a:gd name="connsiteX29" fmla="*/ 5328982 w 11795086"/>
                <a:gd name="connsiteY29" fmla="*/ 17624 h 3002069"/>
                <a:gd name="connsiteX30" fmla="*/ 5847903 w 11795086"/>
                <a:gd name="connsiteY30" fmla="*/ 251649 h 3002069"/>
                <a:gd name="connsiteX31" fmla="*/ 6399930 w 11795086"/>
                <a:gd name="connsiteY31" fmla="*/ 961022 h 3002069"/>
                <a:gd name="connsiteX32" fmla="*/ 6754836 w 11795086"/>
                <a:gd name="connsiteY32" fmla="*/ 1552082 h 3002069"/>
                <a:gd name="connsiteX33" fmla="*/ 6904373 w 11795086"/>
                <a:gd name="connsiteY33" fmla="*/ 1806898 h 3002069"/>
                <a:gd name="connsiteX34" fmla="*/ 6917426 w 11795086"/>
                <a:gd name="connsiteY34" fmla="*/ 1828904 h 3002069"/>
                <a:gd name="connsiteX35" fmla="*/ 7432793 w 11795086"/>
                <a:gd name="connsiteY35" fmla="*/ 2602958 h 3002069"/>
                <a:gd name="connsiteX36" fmla="*/ 7896902 w 11795086"/>
                <a:gd name="connsiteY36" fmla="*/ 2976019 h 3002069"/>
                <a:gd name="connsiteX37" fmla="*/ 8191033 w 11795086"/>
                <a:gd name="connsiteY37" fmla="*/ 2973345 h 3002069"/>
                <a:gd name="connsiteX38" fmla="*/ 8870608 w 11795086"/>
                <a:gd name="connsiteY38" fmla="*/ 2326681 h 3002069"/>
                <a:gd name="connsiteX39" fmla="*/ 8902201 w 11795086"/>
                <a:gd name="connsiteY39" fmla="*/ 2282318 h 3002069"/>
                <a:gd name="connsiteX40" fmla="*/ 9439081 w 11795086"/>
                <a:gd name="connsiteY40" fmla="*/ 1428597 h 3002069"/>
                <a:gd name="connsiteX41" fmla="*/ 9959972 w 11795086"/>
                <a:gd name="connsiteY41" fmla="*/ 596951 h 3002069"/>
                <a:gd name="connsiteX42" fmla="*/ 9998618 w 11795086"/>
                <a:gd name="connsiteY42" fmla="*/ 541471 h 3002069"/>
                <a:gd name="connsiteX43" fmla="*/ 10337377 w 11795086"/>
                <a:gd name="connsiteY43" fmla="*/ 133388 h 3002069"/>
                <a:gd name="connsiteX44" fmla="*/ 10556943 w 11795086"/>
                <a:gd name="connsiteY44" fmla="*/ 9990 h 3002069"/>
                <a:gd name="connsiteX45" fmla="*/ 10795417 w 11795086"/>
                <a:gd name="connsiteY45" fmla="*/ 43764 h 3002069"/>
                <a:gd name="connsiteX46" fmla="*/ 11097253 w 11795086"/>
                <a:gd name="connsiteY46" fmla="*/ 383068 h 3002069"/>
                <a:gd name="connsiteX47" fmla="*/ 11163657 w 11795086"/>
                <a:gd name="connsiteY47" fmla="*/ 484037 h 3002069"/>
                <a:gd name="connsiteX48" fmla="*/ 11360073 w 11795086"/>
                <a:gd name="connsiteY48" fmla="*/ 711940 h 3002069"/>
                <a:gd name="connsiteX49" fmla="*/ 11613887 w 11795086"/>
                <a:gd name="connsiteY49" fmla="*/ 1006494 h 3002069"/>
                <a:gd name="connsiteX50" fmla="*/ 11795087 w 11795086"/>
                <a:gd name="connsiteY50" fmla="*/ 1365007 h 3002069"/>
                <a:gd name="connsiteX51" fmla="*/ 11791376 w 11795086"/>
                <a:gd name="connsiteY51" fmla="*/ 1365992 h 3002069"/>
                <a:gd name="connsiteX52" fmla="*/ 11357277 w 11795086"/>
                <a:gd name="connsiteY52" fmla="*/ 714561 h 3002069"/>
                <a:gd name="connsiteX53" fmla="*/ 11160508 w 11795086"/>
                <a:gd name="connsiteY53" fmla="*/ 486236 h 3002069"/>
                <a:gd name="connsiteX54" fmla="*/ 11094016 w 11795086"/>
                <a:gd name="connsiteY54" fmla="*/ 385143 h 3002069"/>
                <a:gd name="connsiteX55" fmla="*/ 10793517 w 11795086"/>
                <a:gd name="connsiteY55" fmla="*/ 47124 h 3002069"/>
                <a:gd name="connsiteX56" fmla="*/ 10339857 w 11795086"/>
                <a:gd name="connsiteY56" fmla="*/ 136343 h 3002069"/>
                <a:gd name="connsiteX57" fmla="*/ 10001767 w 11795086"/>
                <a:gd name="connsiteY57" fmla="*/ 543687 h 3002069"/>
                <a:gd name="connsiteX58" fmla="*/ 9963103 w 11795086"/>
                <a:gd name="connsiteY58" fmla="*/ 599203 h 3002069"/>
                <a:gd name="connsiteX59" fmla="*/ 9442388 w 11795086"/>
                <a:gd name="connsiteY59" fmla="*/ 1430584 h 3002069"/>
                <a:gd name="connsiteX60" fmla="*/ 8905331 w 11795086"/>
                <a:gd name="connsiteY60" fmla="*/ 2284587 h 3002069"/>
                <a:gd name="connsiteX61" fmla="*/ 8873739 w 11795086"/>
                <a:gd name="connsiteY61" fmla="*/ 2328933 h 3002069"/>
                <a:gd name="connsiteX62" fmla="*/ 8192229 w 11795086"/>
                <a:gd name="connsiteY62" fmla="*/ 2977021 h 3002069"/>
                <a:gd name="connsiteX63" fmla="*/ 8038962 w 11795086"/>
                <a:gd name="connsiteY63" fmla="*/ 3002070 h 3002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795086" h="3002069">
                  <a:moveTo>
                    <a:pt x="8038962" y="3002070"/>
                  </a:moveTo>
                  <a:cubicBezTo>
                    <a:pt x="7990853" y="3002070"/>
                    <a:pt x="7943006" y="2994611"/>
                    <a:pt x="7895723" y="2979677"/>
                  </a:cubicBezTo>
                  <a:cubicBezTo>
                    <a:pt x="7807102" y="2951691"/>
                    <a:pt x="7721700" y="2900959"/>
                    <a:pt x="7634627" y="2824582"/>
                  </a:cubicBezTo>
                  <a:cubicBezTo>
                    <a:pt x="7556314" y="2755890"/>
                    <a:pt x="7487148" y="2675238"/>
                    <a:pt x="7429821" y="2605403"/>
                  </a:cubicBezTo>
                  <a:cubicBezTo>
                    <a:pt x="7230396" y="2364413"/>
                    <a:pt x="7069619" y="2093167"/>
                    <a:pt x="6914118" y="1830874"/>
                  </a:cubicBezTo>
                  <a:lnTo>
                    <a:pt x="6901066" y="1808869"/>
                  </a:lnTo>
                  <a:cubicBezTo>
                    <a:pt x="6850827" y="1724135"/>
                    <a:pt x="6800343" y="1637660"/>
                    <a:pt x="6751511" y="1554035"/>
                  </a:cubicBezTo>
                  <a:cubicBezTo>
                    <a:pt x="6637683" y="1359061"/>
                    <a:pt x="6519985" y="1157456"/>
                    <a:pt x="6396675" y="963098"/>
                  </a:cubicBezTo>
                  <a:cubicBezTo>
                    <a:pt x="6239275" y="715001"/>
                    <a:pt x="6067064" y="455928"/>
                    <a:pt x="5845317" y="254516"/>
                  </a:cubicBezTo>
                  <a:cubicBezTo>
                    <a:pt x="5724840" y="145895"/>
                    <a:pt x="5540263" y="3570"/>
                    <a:pt x="5329282" y="21459"/>
                  </a:cubicBezTo>
                  <a:cubicBezTo>
                    <a:pt x="5191301" y="33174"/>
                    <a:pt x="5093797" y="104574"/>
                    <a:pt x="5022397" y="246178"/>
                  </a:cubicBezTo>
                  <a:cubicBezTo>
                    <a:pt x="4956872" y="376120"/>
                    <a:pt x="4918138" y="551937"/>
                    <a:pt x="4873300" y="755530"/>
                  </a:cubicBezTo>
                  <a:cubicBezTo>
                    <a:pt x="4833263" y="937310"/>
                    <a:pt x="4787880" y="1143331"/>
                    <a:pt x="4714440" y="1350776"/>
                  </a:cubicBezTo>
                  <a:cubicBezTo>
                    <a:pt x="4629935" y="1589479"/>
                    <a:pt x="4522052" y="1790821"/>
                    <a:pt x="4384617" y="1966269"/>
                  </a:cubicBezTo>
                  <a:cubicBezTo>
                    <a:pt x="4304211" y="2068927"/>
                    <a:pt x="4212019" y="2164233"/>
                    <a:pt x="4110609" y="2249582"/>
                  </a:cubicBezTo>
                  <a:cubicBezTo>
                    <a:pt x="4000563" y="2342196"/>
                    <a:pt x="3875846" y="2426297"/>
                    <a:pt x="3739942" y="2499508"/>
                  </a:cubicBezTo>
                  <a:cubicBezTo>
                    <a:pt x="3594221" y="2578015"/>
                    <a:pt x="3430964" y="2646565"/>
                    <a:pt x="3254671" y="2703277"/>
                  </a:cubicBezTo>
                  <a:cubicBezTo>
                    <a:pt x="3067297" y="2763542"/>
                    <a:pt x="2859430" y="2812268"/>
                    <a:pt x="2636874" y="2848118"/>
                  </a:cubicBezTo>
                  <a:cubicBezTo>
                    <a:pt x="2326489" y="2899271"/>
                    <a:pt x="1992814" y="2936563"/>
                    <a:pt x="1645137" y="2958956"/>
                  </a:cubicBezTo>
                  <a:cubicBezTo>
                    <a:pt x="1616342" y="2960803"/>
                    <a:pt x="1587475" y="2961735"/>
                    <a:pt x="1558592" y="2961735"/>
                  </a:cubicBezTo>
                  <a:cubicBezTo>
                    <a:pt x="1319695" y="2961735"/>
                    <a:pt x="1077403" y="2898145"/>
                    <a:pt x="820669" y="2768397"/>
                  </a:cubicBezTo>
                  <a:cubicBezTo>
                    <a:pt x="569810" y="2641622"/>
                    <a:pt x="337985" y="2468250"/>
                    <a:pt x="133459" y="2315300"/>
                  </a:cubicBezTo>
                  <a:cubicBezTo>
                    <a:pt x="87231" y="2280735"/>
                    <a:pt x="43572" y="2248069"/>
                    <a:pt x="0" y="2216125"/>
                  </a:cubicBezTo>
                  <a:lnTo>
                    <a:pt x="2269" y="2213029"/>
                  </a:lnTo>
                  <a:cubicBezTo>
                    <a:pt x="45859" y="2244991"/>
                    <a:pt x="89518" y="2277657"/>
                    <a:pt x="135764" y="2312222"/>
                  </a:cubicBezTo>
                  <a:cubicBezTo>
                    <a:pt x="541736" y="2615817"/>
                    <a:pt x="1046971" y="2993644"/>
                    <a:pt x="1644891" y="2955121"/>
                  </a:cubicBezTo>
                  <a:cubicBezTo>
                    <a:pt x="1992445" y="2932728"/>
                    <a:pt x="2325979" y="2895454"/>
                    <a:pt x="2636259" y="2844318"/>
                  </a:cubicBezTo>
                  <a:cubicBezTo>
                    <a:pt x="4474452" y="2548304"/>
                    <a:pt x="4712223" y="1468932"/>
                    <a:pt x="4869571" y="754685"/>
                  </a:cubicBezTo>
                  <a:cubicBezTo>
                    <a:pt x="4914479" y="550846"/>
                    <a:pt x="4953249" y="374800"/>
                    <a:pt x="5019002" y="244437"/>
                  </a:cubicBezTo>
                  <a:cubicBezTo>
                    <a:pt x="5091053" y="101531"/>
                    <a:pt x="5189560" y="29463"/>
                    <a:pt x="5328982" y="17624"/>
                  </a:cubicBezTo>
                  <a:cubicBezTo>
                    <a:pt x="5541423" y="-406"/>
                    <a:pt x="5726898" y="142552"/>
                    <a:pt x="5847903" y="251649"/>
                  </a:cubicBezTo>
                  <a:cubicBezTo>
                    <a:pt x="6070001" y="453395"/>
                    <a:pt x="6242389" y="712714"/>
                    <a:pt x="6399930" y="961022"/>
                  </a:cubicBezTo>
                  <a:cubicBezTo>
                    <a:pt x="6523274" y="1155451"/>
                    <a:pt x="6640990" y="1357091"/>
                    <a:pt x="6754836" y="1552082"/>
                  </a:cubicBezTo>
                  <a:cubicBezTo>
                    <a:pt x="6803650" y="1635707"/>
                    <a:pt x="6854135" y="1722183"/>
                    <a:pt x="6904373" y="1806898"/>
                  </a:cubicBezTo>
                  <a:lnTo>
                    <a:pt x="6917426" y="1828904"/>
                  </a:lnTo>
                  <a:cubicBezTo>
                    <a:pt x="7072856" y="2091074"/>
                    <a:pt x="7233562" y="2362179"/>
                    <a:pt x="7432793" y="2602958"/>
                  </a:cubicBezTo>
                  <a:cubicBezTo>
                    <a:pt x="7563174" y="2761783"/>
                    <a:pt x="7709650" y="2916897"/>
                    <a:pt x="7896902" y="2976019"/>
                  </a:cubicBezTo>
                  <a:cubicBezTo>
                    <a:pt x="7993421" y="3006485"/>
                    <a:pt x="8092368" y="3005588"/>
                    <a:pt x="8191033" y="2973345"/>
                  </a:cubicBezTo>
                  <a:cubicBezTo>
                    <a:pt x="8477389" y="2880027"/>
                    <a:pt x="8714017" y="2547038"/>
                    <a:pt x="8870608" y="2326681"/>
                  </a:cubicBezTo>
                  <a:cubicBezTo>
                    <a:pt x="8881532" y="2311307"/>
                    <a:pt x="8892068" y="2296478"/>
                    <a:pt x="8902201" y="2282318"/>
                  </a:cubicBezTo>
                  <a:cubicBezTo>
                    <a:pt x="9098124" y="2008627"/>
                    <a:pt x="9271461" y="1713757"/>
                    <a:pt x="9439081" y="1428597"/>
                  </a:cubicBezTo>
                  <a:cubicBezTo>
                    <a:pt x="9601970" y="1151475"/>
                    <a:pt x="9770399" y="864925"/>
                    <a:pt x="9959972" y="596951"/>
                  </a:cubicBezTo>
                  <a:cubicBezTo>
                    <a:pt x="9971863" y="580152"/>
                    <a:pt x="9984863" y="561365"/>
                    <a:pt x="9998618" y="541471"/>
                  </a:cubicBezTo>
                  <a:cubicBezTo>
                    <a:pt x="10083563" y="418724"/>
                    <a:pt x="10199890" y="250629"/>
                    <a:pt x="10337377" y="133388"/>
                  </a:cubicBezTo>
                  <a:cubicBezTo>
                    <a:pt x="10412753" y="69112"/>
                    <a:pt x="10486616" y="27598"/>
                    <a:pt x="10556943" y="9990"/>
                  </a:cubicBezTo>
                  <a:cubicBezTo>
                    <a:pt x="10639301" y="-10644"/>
                    <a:pt x="10719531" y="720"/>
                    <a:pt x="10795417" y="43764"/>
                  </a:cubicBezTo>
                  <a:cubicBezTo>
                    <a:pt x="10928261" y="119104"/>
                    <a:pt x="11014173" y="253285"/>
                    <a:pt x="11097253" y="383068"/>
                  </a:cubicBezTo>
                  <a:cubicBezTo>
                    <a:pt x="11119998" y="418583"/>
                    <a:pt x="11141476" y="452146"/>
                    <a:pt x="11163657" y="484037"/>
                  </a:cubicBezTo>
                  <a:cubicBezTo>
                    <a:pt x="11212770" y="554681"/>
                    <a:pt x="11284328" y="631059"/>
                    <a:pt x="11360073" y="711940"/>
                  </a:cubicBezTo>
                  <a:cubicBezTo>
                    <a:pt x="11442010" y="799418"/>
                    <a:pt x="11534871" y="898576"/>
                    <a:pt x="11613887" y="1006494"/>
                  </a:cubicBezTo>
                  <a:cubicBezTo>
                    <a:pt x="11704425" y="1130155"/>
                    <a:pt x="11763706" y="1247432"/>
                    <a:pt x="11795087" y="1365007"/>
                  </a:cubicBezTo>
                  <a:lnTo>
                    <a:pt x="11791376" y="1365992"/>
                  </a:lnTo>
                  <a:cubicBezTo>
                    <a:pt x="11721207" y="1103136"/>
                    <a:pt x="11527870" y="896711"/>
                    <a:pt x="11357277" y="714561"/>
                  </a:cubicBezTo>
                  <a:cubicBezTo>
                    <a:pt x="11281426" y="633575"/>
                    <a:pt x="11209797" y="557091"/>
                    <a:pt x="11160508" y="486236"/>
                  </a:cubicBezTo>
                  <a:cubicBezTo>
                    <a:pt x="11138275" y="454274"/>
                    <a:pt x="11116779" y="420694"/>
                    <a:pt x="11094016" y="385143"/>
                  </a:cubicBezTo>
                  <a:cubicBezTo>
                    <a:pt x="11011183" y="255765"/>
                    <a:pt x="10925534" y="121989"/>
                    <a:pt x="10793517" y="47124"/>
                  </a:cubicBezTo>
                  <a:cubicBezTo>
                    <a:pt x="10654429" y="-31752"/>
                    <a:pt x="10501796" y="-1743"/>
                    <a:pt x="10339857" y="136343"/>
                  </a:cubicBezTo>
                  <a:cubicBezTo>
                    <a:pt x="10202757" y="253267"/>
                    <a:pt x="10086589" y="421134"/>
                    <a:pt x="10001767" y="543687"/>
                  </a:cubicBezTo>
                  <a:cubicBezTo>
                    <a:pt x="9987994" y="563582"/>
                    <a:pt x="9974995" y="582369"/>
                    <a:pt x="9963103" y="599203"/>
                  </a:cubicBezTo>
                  <a:cubicBezTo>
                    <a:pt x="9773635" y="867054"/>
                    <a:pt x="9605241" y="1153533"/>
                    <a:pt x="9442388" y="1430584"/>
                  </a:cubicBezTo>
                  <a:cubicBezTo>
                    <a:pt x="9274733" y="1715815"/>
                    <a:pt x="9101343" y="2010773"/>
                    <a:pt x="8905331" y="2284587"/>
                  </a:cubicBezTo>
                  <a:cubicBezTo>
                    <a:pt x="8895200" y="2298748"/>
                    <a:pt x="8884662" y="2313576"/>
                    <a:pt x="8873739" y="2328933"/>
                  </a:cubicBezTo>
                  <a:cubicBezTo>
                    <a:pt x="8716867" y="2549694"/>
                    <a:pt x="8479781" y="2883317"/>
                    <a:pt x="8192229" y="2977021"/>
                  </a:cubicBezTo>
                  <a:cubicBezTo>
                    <a:pt x="8141093" y="2993714"/>
                    <a:pt x="8089870" y="3002070"/>
                    <a:pt x="8038962" y="3002070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9" name="任意多边形: 形状 1406"/>
            <p:cNvSpPr/>
            <p:nvPr>
              <p:custDataLst>
                <p:tags r:id="rId27"/>
              </p:custDataLst>
            </p:nvPr>
          </p:nvSpPr>
          <p:spPr>
            <a:xfrm>
              <a:off x="316541" y="2245264"/>
              <a:ext cx="11874174" cy="3113100"/>
            </a:xfrm>
            <a:custGeom>
              <a:avLst/>
              <a:gdLst>
                <a:gd name="connsiteX0" fmla="*/ 8155272 w 11874174"/>
                <a:gd name="connsiteY0" fmla="*/ 3113101 h 3113100"/>
                <a:gd name="connsiteX1" fmla="*/ 8008901 w 11874174"/>
                <a:gd name="connsiteY1" fmla="*/ 3089529 h 3113100"/>
                <a:gd name="connsiteX2" fmla="*/ 7743600 w 11874174"/>
                <a:gd name="connsiteY2" fmla="*/ 2927749 h 3113100"/>
                <a:gd name="connsiteX3" fmla="*/ 7536876 w 11874174"/>
                <a:gd name="connsiteY3" fmla="*/ 2698914 h 3113100"/>
                <a:gd name="connsiteX4" fmla="*/ 7018888 w 11874174"/>
                <a:gd name="connsiteY4" fmla="*/ 1888641 h 3113100"/>
                <a:gd name="connsiteX5" fmla="*/ 7007788 w 11874174"/>
                <a:gd name="connsiteY5" fmla="*/ 1869116 h 3113100"/>
                <a:gd name="connsiteX6" fmla="*/ 6864196 w 11874174"/>
                <a:gd name="connsiteY6" fmla="*/ 1613842 h 3113100"/>
                <a:gd name="connsiteX7" fmla="*/ 6504488 w 11874174"/>
                <a:gd name="connsiteY7" fmla="*/ 990081 h 3113100"/>
                <a:gd name="connsiteX8" fmla="*/ 5949506 w 11874174"/>
                <a:gd name="connsiteY8" fmla="*/ 255729 h 3113100"/>
                <a:gd name="connsiteX9" fmla="*/ 5423743 w 11874174"/>
                <a:gd name="connsiteY9" fmla="*/ 16568 h 3113100"/>
                <a:gd name="connsiteX10" fmla="*/ 5124017 w 11874174"/>
                <a:gd name="connsiteY10" fmla="*/ 251701 h 3113100"/>
                <a:gd name="connsiteX11" fmla="*/ 4986143 w 11874174"/>
                <a:gd name="connsiteY11" fmla="*/ 779716 h 3113100"/>
                <a:gd name="connsiteX12" fmla="*/ 4509492 w 11874174"/>
                <a:gd name="connsiteY12" fmla="*/ 2058354 h 3113100"/>
                <a:gd name="connsiteX13" fmla="*/ 4231720 w 11874174"/>
                <a:gd name="connsiteY13" fmla="*/ 2357394 h 3113100"/>
                <a:gd name="connsiteX14" fmla="*/ 3852468 w 11874174"/>
                <a:gd name="connsiteY14" fmla="*/ 2620706 h 3113100"/>
                <a:gd name="connsiteX15" fmla="*/ 3352791 w 11874174"/>
                <a:gd name="connsiteY15" fmla="*/ 2834572 h 3113100"/>
                <a:gd name="connsiteX16" fmla="*/ 2713674 w 11874174"/>
                <a:gd name="connsiteY16" fmla="*/ 2985305 h 3113100"/>
                <a:gd name="connsiteX17" fmla="*/ 1698419 w 11874174"/>
                <a:gd name="connsiteY17" fmla="*/ 3089741 h 3113100"/>
                <a:gd name="connsiteX18" fmla="*/ 847090 w 11874174"/>
                <a:gd name="connsiteY18" fmla="*/ 2872497 h 3113100"/>
                <a:gd name="connsiteX19" fmla="*/ 135236 w 11874174"/>
                <a:gd name="connsiteY19" fmla="*/ 2377693 h 3113100"/>
                <a:gd name="connsiteX20" fmla="*/ 0 w 11874174"/>
                <a:gd name="connsiteY20" fmla="*/ 2272080 h 3113100"/>
                <a:gd name="connsiteX21" fmla="*/ 2304 w 11874174"/>
                <a:gd name="connsiteY21" fmla="*/ 2269089 h 3113100"/>
                <a:gd name="connsiteX22" fmla="*/ 137558 w 11874174"/>
                <a:gd name="connsiteY22" fmla="*/ 2374738 h 3113100"/>
                <a:gd name="connsiteX23" fmla="*/ 1698208 w 11874174"/>
                <a:gd name="connsiteY23" fmla="*/ 3085994 h 3113100"/>
                <a:gd name="connsiteX24" fmla="*/ 2713059 w 11874174"/>
                <a:gd name="connsiteY24" fmla="*/ 2981612 h 3113100"/>
                <a:gd name="connsiteX25" fmla="*/ 4982414 w 11874174"/>
                <a:gd name="connsiteY25" fmla="*/ 779030 h 3113100"/>
                <a:gd name="connsiteX26" fmla="*/ 5120570 w 11874174"/>
                <a:gd name="connsiteY26" fmla="*/ 250153 h 3113100"/>
                <a:gd name="connsiteX27" fmla="*/ 5423356 w 11874174"/>
                <a:gd name="connsiteY27" fmla="*/ 12856 h 3113100"/>
                <a:gd name="connsiteX28" fmla="*/ 5952040 w 11874174"/>
                <a:gd name="connsiteY28" fmla="*/ 253003 h 3113100"/>
                <a:gd name="connsiteX29" fmla="*/ 6507672 w 11874174"/>
                <a:gd name="connsiteY29" fmla="*/ 988164 h 3113100"/>
                <a:gd name="connsiteX30" fmla="*/ 6867451 w 11874174"/>
                <a:gd name="connsiteY30" fmla="*/ 1612047 h 3113100"/>
                <a:gd name="connsiteX31" fmla="*/ 7011025 w 11874174"/>
                <a:gd name="connsiteY31" fmla="*/ 1867304 h 3113100"/>
                <a:gd name="connsiteX32" fmla="*/ 7022124 w 11874174"/>
                <a:gd name="connsiteY32" fmla="*/ 1886829 h 3113100"/>
                <a:gd name="connsiteX33" fmla="*/ 7539779 w 11874174"/>
                <a:gd name="connsiteY33" fmla="*/ 2696610 h 3113100"/>
                <a:gd name="connsiteX34" fmla="*/ 8009991 w 11874174"/>
                <a:gd name="connsiteY34" fmla="*/ 3085994 h 3113100"/>
                <a:gd name="connsiteX35" fmla="*/ 8310121 w 11874174"/>
                <a:gd name="connsiteY35" fmla="*/ 3083478 h 3113100"/>
                <a:gd name="connsiteX36" fmla="*/ 9000796 w 11874174"/>
                <a:gd name="connsiteY36" fmla="*/ 2406366 h 3113100"/>
                <a:gd name="connsiteX37" fmla="*/ 9028993 w 11874174"/>
                <a:gd name="connsiteY37" fmla="*/ 2365292 h 3113100"/>
                <a:gd name="connsiteX38" fmla="*/ 9566014 w 11874174"/>
                <a:gd name="connsiteY38" fmla="*/ 1480488 h 3113100"/>
                <a:gd name="connsiteX39" fmla="*/ 10087521 w 11874174"/>
                <a:gd name="connsiteY39" fmla="*/ 617971 h 3113100"/>
                <a:gd name="connsiteX40" fmla="*/ 10122544 w 11874174"/>
                <a:gd name="connsiteY40" fmla="*/ 565956 h 3113100"/>
                <a:gd name="connsiteX41" fmla="*/ 10465348 w 11874174"/>
                <a:gd name="connsiteY41" fmla="*/ 140212 h 3113100"/>
                <a:gd name="connsiteX42" fmla="*/ 10689891 w 11874174"/>
                <a:gd name="connsiteY42" fmla="*/ 10447 h 3113100"/>
                <a:gd name="connsiteX43" fmla="*/ 10934470 w 11874174"/>
                <a:gd name="connsiteY43" fmla="*/ 46472 h 3113100"/>
                <a:gd name="connsiteX44" fmla="*/ 11249130 w 11874174"/>
                <a:gd name="connsiteY44" fmla="*/ 417245 h 3113100"/>
                <a:gd name="connsiteX45" fmla="*/ 11304962 w 11874174"/>
                <a:gd name="connsiteY45" fmla="*/ 507960 h 3113100"/>
                <a:gd name="connsiteX46" fmla="*/ 11486162 w 11874174"/>
                <a:gd name="connsiteY46" fmla="*/ 744130 h 3113100"/>
                <a:gd name="connsiteX47" fmla="*/ 11874174 w 11874174"/>
                <a:gd name="connsiteY47" fmla="*/ 1377689 h 3113100"/>
                <a:gd name="connsiteX48" fmla="*/ 11870550 w 11874174"/>
                <a:gd name="connsiteY48" fmla="*/ 1378709 h 3113100"/>
                <a:gd name="connsiteX49" fmla="*/ 11483260 w 11874174"/>
                <a:gd name="connsiteY49" fmla="*/ 746523 h 3113100"/>
                <a:gd name="connsiteX50" fmla="*/ 11301796 w 11874174"/>
                <a:gd name="connsiteY50" fmla="*/ 509983 h 3113100"/>
                <a:gd name="connsiteX51" fmla="*/ 11245910 w 11874174"/>
                <a:gd name="connsiteY51" fmla="*/ 419198 h 3113100"/>
                <a:gd name="connsiteX52" fmla="*/ 10932570 w 11874174"/>
                <a:gd name="connsiteY52" fmla="*/ 49726 h 3113100"/>
                <a:gd name="connsiteX53" fmla="*/ 10125675 w 11874174"/>
                <a:gd name="connsiteY53" fmla="*/ 568067 h 3113100"/>
                <a:gd name="connsiteX54" fmla="*/ 10090635 w 11874174"/>
                <a:gd name="connsiteY54" fmla="*/ 620117 h 3113100"/>
                <a:gd name="connsiteX55" fmla="*/ 9569287 w 11874174"/>
                <a:gd name="connsiteY55" fmla="*/ 1482370 h 3113100"/>
                <a:gd name="connsiteX56" fmla="*/ 9032089 w 11874174"/>
                <a:gd name="connsiteY56" fmla="*/ 2367455 h 3113100"/>
                <a:gd name="connsiteX57" fmla="*/ 9003891 w 11874174"/>
                <a:gd name="connsiteY57" fmla="*/ 2408512 h 3113100"/>
                <a:gd name="connsiteX58" fmla="*/ 8311299 w 11874174"/>
                <a:gd name="connsiteY58" fmla="*/ 3087067 h 3113100"/>
                <a:gd name="connsiteX59" fmla="*/ 8155272 w 11874174"/>
                <a:gd name="connsiteY59" fmla="*/ 3113101 h 311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11874174" h="3113100">
                  <a:moveTo>
                    <a:pt x="8155272" y="3113101"/>
                  </a:moveTo>
                  <a:cubicBezTo>
                    <a:pt x="8106035" y="3113101"/>
                    <a:pt x="8057151" y="3105256"/>
                    <a:pt x="8008901" y="3089529"/>
                  </a:cubicBezTo>
                  <a:cubicBezTo>
                    <a:pt x="7918590" y="3060487"/>
                    <a:pt x="7831817" y="3007575"/>
                    <a:pt x="7743600" y="2927749"/>
                  </a:cubicBezTo>
                  <a:cubicBezTo>
                    <a:pt x="7664284" y="2855980"/>
                    <a:pt x="7594591" y="2771792"/>
                    <a:pt x="7536876" y="2698914"/>
                  </a:cubicBezTo>
                  <a:cubicBezTo>
                    <a:pt x="7335781" y="2446560"/>
                    <a:pt x="7174687" y="2162930"/>
                    <a:pt x="7018888" y="1888641"/>
                  </a:cubicBezTo>
                  <a:lnTo>
                    <a:pt x="7007788" y="1869116"/>
                  </a:lnTo>
                  <a:cubicBezTo>
                    <a:pt x="6959555" y="1784224"/>
                    <a:pt x="6911075" y="1697608"/>
                    <a:pt x="6864196" y="1613842"/>
                  </a:cubicBezTo>
                  <a:cubicBezTo>
                    <a:pt x="6748996" y="1408015"/>
                    <a:pt x="6629873" y="1195169"/>
                    <a:pt x="6504488" y="990081"/>
                  </a:cubicBezTo>
                  <a:cubicBezTo>
                    <a:pt x="6347228" y="732872"/>
                    <a:pt x="6174841" y="464318"/>
                    <a:pt x="5949506" y="255729"/>
                  </a:cubicBezTo>
                  <a:cubicBezTo>
                    <a:pt x="5826935" y="142939"/>
                    <a:pt x="5639086" y="-4558"/>
                    <a:pt x="5423743" y="16568"/>
                  </a:cubicBezTo>
                  <a:cubicBezTo>
                    <a:pt x="5287258" y="29955"/>
                    <a:pt x="5192023" y="104679"/>
                    <a:pt x="5124017" y="251701"/>
                  </a:cubicBezTo>
                  <a:cubicBezTo>
                    <a:pt x="5061606" y="386638"/>
                    <a:pt x="5026636" y="568788"/>
                    <a:pt x="4986143" y="779716"/>
                  </a:cubicBezTo>
                  <a:cubicBezTo>
                    <a:pt x="4912386" y="1163876"/>
                    <a:pt x="4820598" y="1641969"/>
                    <a:pt x="4509492" y="2058354"/>
                  </a:cubicBezTo>
                  <a:cubicBezTo>
                    <a:pt x="4428488" y="2166783"/>
                    <a:pt x="4335030" y="2267401"/>
                    <a:pt x="4231720" y="2357394"/>
                  </a:cubicBezTo>
                  <a:cubicBezTo>
                    <a:pt x="4119598" y="2455092"/>
                    <a:pt x="3991996" y="2543678"/>
                    <a:pt x="3852468" y="2620706"/>
                  </a:cubicBezTo>
                  <a:cubicBezTo>
                    <a:pt x="3702861" y="2703312"/>
                    <a:pt x="3534730" y="2775257"/>
                    <a:pt x="3352791" y="2834572"/>
                  </a:cubicBezTo>
                  <a:cubicBezTo>
                    <a:pt x="3159348" y="2897634"/>
                    <a:pt x="2944322" y="2948348"/>
                    <a:pt x="2713674" y="2985305"/>
                  </a:cubicBezTo>
                  <a:cubicBezTo>
                    <a:pt x="2399578" y="3036582"/>
                    <a:pt x="2057987" y="3071710"/>
                    <a:pt x="1698419" y="3089741"/>
                  </a:cubicBezTo>
                  <a:cubicBezTo>
                    <a:pt x="1423303" y="3103514"/>
                    <a:pt x="1144845" y="3032466"/>
                    <a:pt x="847090" y="2872497"/>
                  </a:cubicBezTo>
                  <a:cubicBezTo>
                    <a:pt x="587542" y="2733057"/>
                    <a:pt x="347255" y="2544258"/>
                    <a:pt x="135236" y="2377693"/>
                  </a:cubicBezTo>
                  <a:cubicBezTo>
                    <a:pt x="88410" y="2340894"/>
                    <a:pt x="44170" y="2306153"/>
                    <a:pt x="0" y="2272080"/>
                  </a:cubicBezTo>
                  <a:lnTo>
                    <a:pt x="2304" y="2269089"/>
                  </a:lnTo>
                  <a:cubicBezTo>
                    <a:pt x="46492" y="2303179"/>
                    <a:pt x="90732" y="2337938"/>
                    <a:pt x="137558" y="2374738"/>
                  </a:cubicBezTo>
                  <a:cubicBezTo>
                    <a:pt x="558394" y="2705370"/>
                    <a:pt x="1082082" y="3116883"/>
                    <a:pt x="1698208" y="3085994"/>
                  </a:cubicBezTo>
                  <a:cubicBezTo>
                    <a:pt x="2057653" y="3067981"/>
                    <a:pt x="2399085" y="3032870"/>
                    <a:pt x="2713059" y="2981612"/>
                  </a:cubicBezTo>
                  <a:cubicBezTo>
                    <a:pt x="4618149" y="2676293"/>
                    <a:pt x="4837362" y="1534544"/>
                    <a:pt x="4982414" y="779030"/>
                  </a:cubicBezTo>
                  <a:cubicBezTo>
                    <a:pt x="5022960" y="567873"/>
                    <a:pt x="5057965" y="385512"/>
                    <a:pt x="5120570" y="250153"/>
                  </a:cubicBezTo>
                  <a:cubicBezTo>
                    <a:pt x="5189190" y="101794"/>
                    <a:pt x="5285393" y="26384"/>
                    <a:pt x="5423356" y="12856"/>
                  </a:cubicBezTo>
                  <a:cubicBezTo>
                    <a:pt x="5640194" y="-8410"/>
                    <a:pt x="5828923" y="139719"/>
                    <a:pt x="5952040" y="253003"/>
                  </a:cubicBezTo>
                  <a:cubicBezTo>
                    <a:pt x="6177743" y="461925"/>
                    <a:pt x="6350289" y="730744"/>
                    <a:pt x="6507672" y="988164"/>
                  </a:cubicBezTo>
                  <a:cubicBezTo>
                    <a:pt x="6633092" y="1193322"/>
                    <a:pt x="6752233" y="1406185"/>
                    <a:pt x="6867451" y="1612047"/>
                  </a:cubicBezTo>
                  <a:cubicBezTo>
                    <a:pt x="6914330" y="1695814"/>
                    <a:pt x="6962809" y="1782429"/>
                    <a:pt x="7011025" y="1867304"/>
                  </a:cubicBezTo>
                  <a:lnTo>
                    <a:pt x="7022124" y="1886829"/>
                  </a:lnTo>
                  <a:cubicBezTo>
                    <a:pt x="7177854" y="2160995"/>
                    <a:pt x="7338877" y="2444484"/>
                    <a:pt x="7539779" y="2696610"/>
                  </a:cubicBezTo>
                  <a:cubicBezTo>
                    <a:pt x="7671180" y="2862559"/>
                    <a:pt x="7819098" y="3024585"/>
                    <a:pt x="8009991" y="3085994"/>
                  </a:cubicBezTo>
                  <a:cubicBezTo>
                    <a:pt x="8108234" y="3117973"/>
                    <a:pt x="8209204" y="3117147"/>
                    <a:pt x="8310121" y="3083478"/>
                  </a:cubicBezTo>
                  <a:cubicBezTo>
                    <a:pt x="8603689" y="2985763"/>
                    <a:pt x="8842657" y="2637083"/>
                    <a:pt x="9000796" y="2406366"/>
                  </a:cubicBezTo>
                  <a:cubicBezTo>
                    <a:pt x="9010523" y="2392170"/>
                    <a:pt x="9019917" y="2378449"/>
                    <a:pt x="9028993" y="2365292"/>
                  </a:cubicBezTo>
                  <a:cubicBezTo>
                    <a:pt x="9225057" y="2080923"/>
                    <a:pt x="9398394" y="1775675"/>
                    <a:pt x="9566014" y="1480488"/>
                  </a:cubicBezTo>
                  <a:cubicBezTo>
                    <a:pt x="9729079" y="1193322"/>
                    <a:pt x="9897702" y="896376"/>
                    <a:pt x="10087521" y="617971"/>
                  </a:cubicBezTo>
                  <a:cubicBezTo>
                    <a:pt x="10098322" y="602122"/>
                    <a:pt x="10110090" y="584549"/>
                    <a:pt x="10122544" y="565956"/>
                  </a:cubicBezTo>
                  <a:cubicBezTo>
                    <a:pt x="10203179" y="445478"/>
                    <a:pt x="10325064" y="263398"/>
                    <a:pt x="10465348" y="140212"/>
                  </a:cubicBezTo>
                  <a:cubicBezTo>
                    <a:pt x="10542359" y="72594"/>
                    <a:pt x="10617911" y="28934"/>
                    <a:pt x="10689891" y="10447"/>
                  </a:cubicBezTo>
                  <a:cubicBezTo>
                    <a:pt x="10774343" y="-11243"/>
                    <a:pt x="10856632" y="877"/>
                    <a:pt x="10934470" y="46472"/>
                  </a:cubicBezTo>
                  <a:cubicBezTo>
                    <a:pt x="11074896" y="128743"/>
                    <a:pt x="11167474" y="282009"/>
                    <a:pt x="11249130" y="417245"/>
                  </a:cubicBezTo>
                  <a:cubicBezTo>
                    <a:pt x="11268303" y="449014"/>
                    <a:pt x="11286439" y="479006"/>
                    <a:pt x="11304962" y="507960"/>
                  </a:cubicBezTo>
                  <a:cubicBezTo>
                    <a:pt x="11352386" y="582016"/>
                    <a:pt x="11417366" y="660769"/>
                    <a:pt x="11486162" y="744130"/>
                  </a:cubicBezTo>
                  <a:cubicBezTo>
                    <a:pt x="11635400" y="924996"/>
                    <a:pt x="11804569" y="1129979"/>
                    <a:pt x="11874174" y="1377689"/>
                  </a:cubicBezTo>
                  <a:lnTo>
                    <a:pt x="11870550" y="1378709"/>
                  </a:lnTo>
                  <a:cubicBezTo>
                    <a:pt x="11801155" y="1131773"/>
                    <a:pt x="11632269" y="927107"/>
                    <a:pt x="11483260" y="746523"/>
                  </a:cubicBezTo>
                  <a:cubicBezTo>
                    <a:pt x="11414393" y="663056"/>
                    <a:pt x="11349343" y="584232"/>
                    <a:pt x="11301796" y="509983"/>
                  </a:cubicBezTo>
                  <a:cubicBezTo>
                    <a:pt x="11283238" y="480993"/>
                    <a:pt x="11265102" y="450966"/>
                    <a:pt x="11245910" y="419198"/>
                  </a:cubicBezTo>
                  <a:cubicBezTo>
                    <a:pt x="11164467" y="284349"/>
                    <a:pt x="11072169" y="131522"/>
                    <a:pt x="10932570" y="49726"/>
                  </a:cubicBezTo>
                  <a:cubicBezTo>
                    <a:pt x="10602167" y="-143840"/>
                    <a:pt x="10292205" y="319266"/>
                    <a:pt x="10125675" y="568067"/>
                  </a:cubicBezTo>
                  <a:cubicBezTo>
                    <a:pt x="10113221" y="586677"/>
                    <a:pt x="10101453" y="604250"/>
                    <a:pt x="10090635" y="620117"/>
                  </a:cubicBezTo>
                  <a:cubicBezTo>
                    <a:pt x="9900886" y="898382"/>
                    <a:pt x="9732315" y="1195257"/>
                    <a:pt x="9569287" y="1482370"/>
                  </a:cubicBezTo>
                  <a:cubicBezTo>
                    <a:pt x="9401631" y="1777627"/>
                    <a:pt x="9228259" y="2082946"/>
                    <a:pt x="9032089" y="2367455"/>
                  </a:cubicBezTo>
                  <a:cubicBezTo>
                    <a:pt x="9023012" y="2380613"/>
                    <a:pt x="9013619" y="2394334"/>
                    <a:pt x="9003891" y="2408512"/>
                  </a:cubicBezTo>
                  <a:cubicBezTo>
                    <a:pt x="8845471" y="2639651"/>
                    <a:pt x="8606081" y="2988964"/>
                    <a:pt x="8311299" y="3087067"/>
                  </a:cubicBezTo>
                  <a:cubicBezTo>
                    <a:pt x="8259249" y="3104411"/>
                    <a:pt x="8207075" y="3113101"/>
                    <a:pt x="8155272" y="311310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" name="任意多边形: 形状 767"/>
            <p:cNvSpPr/>
            <p:nvPr>
              <p:custDataLst>
                <p:tags r:id="rId28"/>
              </p:custDataLst>
            </p:nvPr>
          </p:nvSpPr>
          <p:spPr>
            <a:xfrm>
              <a:off x="237437" y="2182363"/>
              <a:ext cx="11953349" cy="3224181"/>
            </a:xfrm>
            <a:custGeom>
              <a:avLst/>
              <a:gdLst>
                <a:gd name="connsiteX0" fmla="*/ 8271738 w 11953349"/>
                <a:gd name="connsiteY0" fmla="*/ 3224182 h 3224181"/>
                <a:gd name="connsiteX1" fmla="*/ 8121973 w 11953349"/>
                <a:gd name="connsiteY1" fmla="*/ 3199538 h 3224181"/>
                <a:gd name="connsiteX2" fmla="*/ 7852538 w 11953349"/>
                <a:gd name="connsiteY2" fmla="*/ 3030915 h 3224181"/>
                <a:gd name="connsiteX3" fmla="*/ 7643862 w 11953349"/>
                <a:gd name="connsiteY3" fmla="*/ 2792598 h 3224181"/>
                <a:gd name="connsiteX4" fmla="*/ 7123499 w 11953349"/>
                <a:gd name="connsiteY4" fmla="*/ 1946106 h 3224181"/>
                <a:gd name="connsiteX5" fmla="*/ 7114475 w 11953349"/>
                <a:gd name="connsiteY5" fmla="*/ 1929536 h 3224181"/>
                <a:gd name="connsiteX6" fmla="*/ 6976266 w 11953349"/>
                <a:gd name="connsiteY6" fmla="*/ 1673558 h 3224181"/>
                <a:gd name="connsiteX7" fmla="*/ 6612247 w 11953349"/>
                <a:gd name="connsiteY7" fmla="*/ 1017238 h 3224181"/>
                <a:gd name="connsiteX8" fmla="*/ 6053642 w 11953349"/>
                <a:gd name="connsiteY8" fmla="*/ 257098 h 3224181"/>
                <a:gd name="connsiteX9" fmla="*/ 5518151 w 11953349"/>
                <a:gd name="connsiteY9" fmla="*/ 11833 h 3224181"/>
                <a:gd name="connsiteX10" fmla="*/ 5225234 w 11953349"/>
                <a:gd name="connsiteY10" fmla="*/ 257169 h 3224181"/>
                <a:gd name="connsiteX11" fmla="*/ 5098230 w 11953349"/>
                <a:gd name="connsiteY11" fmla="*/ 803566 h 3224181"/>
                <a:gd name="connsiteX12" fmla="*/ 4633998 w 11953349"/>
                <a:gd name="connsiteY12" fmla="*/ 2150333 h 3224181"/>
                <a:gd name="connsiteX13" fmla="*/ 4352567 w 11953349"/>
                <a:gd name="connsiteY13" fmla="*/ 2465203 h 3224181"/>
                <a:gd name="connsiteX14" fmla="*/ 3964854 w 11953349"/>
                <a:gd name="connsiteY14" fmla="*/ 2741973 h 3224181"/>
                <a:gd name="connsiteX15" fmla="*/ 3450823 w 11953349"/>
                <a:gd name="connsiteY15" fmla="*/ 2965988 h 3224181"/>
                <a:gd name="connsiteX16" fmla="*/ 2790457 w 11953349"/>
                <a:gd name="connsiteY16" fmla="*/ 3122632 h 3224181"/>
                <a:gd name="connsiteX17" fmla="*/ 1751666 w 11953349"/>
                <a:gd name="connsiteY17" fmla="*/ 3220646 h 3224181"/>
                <a:gd name="connsiteX18" fmla="*/ 873581 w 11953349"/>
                <a:gd name="connsiteY18" fmla="*/ 2976683 h 3224181"/>
                <a:gd name="connsiteX19" fmla="*/ 137171 w 11953349"/>
                <a:gd name="connsiteY19" fmla="*/ 2440137 h 3224181"/>
                <a:gd name="connsiteX20" fmla="*/ 0 w 11953349"/>
                <a:gd name="connsiteY20" fmla="*/ 2328138 h 3224181"/>
                <a:gd name="connsiteX21" fmla="*/ 2322 w 11953349"/>
                <a:gd name="connsiteY21" fmla="*/ 2325253 h 3224181"/>
                <a:gd name="connsiteX22" fmla="*/ 139511 w 11953349"/>
                <a:gd name="connsiteY22" fmla="*/ 2437270 h 3224181"/>
                <a:gd name="connsiteX23" fmla="*/ 1751507 w 11953349"/>
                <a:gd name="connsiteY23" fmla="*/ 3216935 h 3224181"/>
                <a:gd name="connsiteX24" fmla="*/ 2789841 w 11953349"/>
                <a:gd name="connsiteY24" fmla="*/ 3118973 h 3224181"/>
                <a:gd name="connsiteX25" fmla="*/ 5094553 w 11953349"/>
                <a:gd name="connsiteY25" fmla="*/ 802950 h 3224181"/>
                <a:gd name="connsiteX26" fmla="*/ 5221803 w 11953349"/>
                <a:gd name="connsiteY26" fmla="*/ 255708 h 3224181"/>
                <a:gd name="connsiteX27" fmla="*/ 5517729 w 11953349"/>
                <a:gd name="connsiteY27" fmla="*/ 8139 h 3224181"/>
                <a:gd name="connsiteX28" fmla="*/ 6056175 w 11953349"/>
                <a:gd name="connsiteY28" fmla="*/ 254389 h 3224181"/>
                <a:gd name="connsiteX29" fmla="*/ 6615431 w 11953349"/>
                <a:gd name="connsiteY29" fmla="*/ 1015338 h 3224181"/>
                <a:gd name="connsiteX30" fmla="*/ 6979520 w 11953349"/>
                <a:gd name="connsiteY30" fmla="*/ 1671782 h 3224181"/>
                <a:gd name="connsiteX31" fmla="*/ 7117711 w 11953349"/>
                <a:gd name="connsiteY31" fmla="*/ 1927742 h 3224181"/>
                <a:gd name="connsiteX32" fmla="*/ 7126735 w 11953349"/>
                <a:gd name="connsiteY32" fmla="*/ 1944312 h 3224181"/>
                <a:gd name="connsiteX33" fmla="*/ 7646799 w 11953349"/>
                <a:gd name="connsiteY33" fmla="*/ 2790329 h 3224181"/>
                <a:gd name="connsiteX34" fmla="*/ 8123133 w 11953349"/>
                <a:gd name="connsiteY34" fmla="*/ 3196020 h 3224181"/>
                <a:gd name="connsiteX35" fmla="*/ 8429244 w 11953349"/>
                <a:gd name="connsiteY35" fmla="*/ 3193663 h 3224181"/>
                <a:gd name="connsiteX36" fmla="*/ 9131036 w 11953349"/>
                <a:gd name="connsiteY36" fmla="*/ 2485714 h 3224181"/>
                <a:gd name="connsiteX37" fmla="*/ 9155821 w 11953349"/>
                <a:gd name="connsiteY37" fmla="*/ 2448316 h 3224181"/>
                <a:gd name="connsiteX38" fmla="*/ 9693106 w 11953349"/>
                <a:gd name="connsiteY38" fmla="*/ 1532236 h 3224181"/>
                <a:gd name="connsiteX39" fmla="*/ 10215106 w 11953349"/>
                <a:gd name="connsiteY39" fmla="*/ 639041 h 3224181"/>
                <a:gd name="connsiteX40" fmla="*/ 10246452 w 11953349"/>
                <a:gd name="connsiteY40" fmla="*/ 590896 h 3224181"/>
                <a:gd name="connsiteX41" fmla="*/ 10593214 w 11953349"/>
                <a:gd name="connsiteY41" fmla="*/ 147333 h 3224181"/>
                <a:gd name="connsiteX42" fmla="*/ 10822805 w 11953349"/>
                <a:gd name="connsiteY42" fmla="*/ 10954 h 3224181"/>
                <a:gd name="connsiteX43" fmla="*/ 11073594 w 11953349"/>
                <a:gd name="connsiteY43" fmla="*/ 49213 h 3224181"/>
                <a:gd name="connsiteX44" fmla="*/ 11402326 w 11953349"/>
                <a:gd name="connsiteY44" fmla="*/ 455361 h 3224181"/>
                <a:gd name="connsiteX45" fmla="*/ 11446355 w 11953349"/>
                <a:gd name="connsiteY45" fmla="*/ 531898 h 3224181"/>
                <a:gd name="connsiteX46" fmla="*/ 11608293 w 11953349"/>
                <a:gd name="connsiteY46" fmla="*/ 771516 h 3224181"/>
                <a:gd name="connsiteX47" fmla="*/ 11953349 w 11953349"/>
                <a:gd name="connsiteY47" fmla="*/ 1390386 h 3224181"/>
                <a:gd name="connsiteX48" fmla="*/ 11949796 w 11953349"/>
                <a:gd name="connsiteY48" fmla="*/ 1391441 h 3224181"/>
                <a:gd name="connsiteX49" fmla="*/ 11605285 w 11953349"/>
                <a:gd name="connsiteY49" fmla="*/ 773662 h 3224181"/>
                <a:gd name="connsiteX50" fmla="*/ 11443153 w 11953349"/>
                <a:gd name="connsiteY50" fmla="*/ 533762 h 3224181"/>
                <a:gd name="connsiteX51" fmla="*/ 11399089 w 11953349"/>
                <a:gd name="connsiteY51" fmla="*/ 457173 h 3224181"/>
                <a:gd name="connsiteX52" fmla="*/ 11071676 w 11953349"/>
                <a:gd name="connsiteY52" fmla="*/ 52362 h 3224181"/>
                <a:gd name="connsiteX53" fmla="*/ 10595711 w 11953349"/>
                <a:gd name="connsiteY53" fmla="*/ 150060 h 3224181"/>
                <a:gd name="connsiteX54" fmla="*/ 10249583 w 11953349"/>
                <a:gd name="connsiteY54" fmla="*/ 592884 h 3224181"/>
                <a:gd name="connsiteX55" fmla="*/ 10218219 w 11953349"/>
                <a:gd name="connsiteY55" fmla="*/ 641064 h 3224181"/>
                <a:gd name="connsiteX56" fmla="*/ 9696378 w 11953349"/>
                <a:gd name="connsiteY56" fmla="*/ 1533995 h 3224181"/>
                <a:gd name="connsiteX57" fmla="*/ 9158917 w 11953349"/>
                <a:gd name="connsiteY57" fmla="*/ 2450339 h 3224181"/>
                <a:gd name="connsiteX58" fmla="*/ 9134132 w 11953349"/>
                <a:gd name="connsiteY58" fmla="*/ 2487719 h 3224181"/>
                <a:gd name="connsiteX59" fmla="*/ 8836975 w 11953349"/>
                <a:gd name="connsiteY59" fmla="*/ 2892583 h 3224181"/>
                <a:gd name="connsiteX60" fmla="*/ 8430457 w 11953349"/>
                <a:gd name="connsiteY60" fmla="*/ 3197128 h 3224181"/>
                <a:gd name="connsiteX61" fmla="*/ 8271738 w 11953349"/>
                <a:gd name="connsiteY61" fmla="*/ 3224182 h 322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1953349" h="3224181">
                  <a:moveTo>
                    <a:pt x="8271738" y="3224182"/>
                  </a:moveTo>
                  <a:cubicBezTo>
                    <a:pt x="8221395" y="3224182"/>
                    <a:pt x="8171384" y="3215967"/>
                    <a:pt x="8121973" y="3199538"/>
                  </a:cubicBezTo>
                  <a:cubicBezTo>
                    <a:pt x="8029992" y="3169212"/>
                    <a:pt x="7941845" y="3114048"/>
                    <a:pt x="7852538" y="3030915"/>
                  </a:cubicBezTo>
                  <a:cubicBezTo>
                    <a:pt x="7771868" y="2955803"/>
                    <a:pt x="7701770" y="2868290"/>
                    <a:pt x="7643862" y="2792598"/>
                  </a:cubicBezTo>
                  <a:cubicBezTo>
                    <a:pt x="7441043" y="2528740"/>
                    <a:pt x="7279615" y="2232551"/>
                    <a:pt x="7123499" y="1946106"/>
                  </a:cubicBezTo>
                  <a:lnTo>
                    <a:pt x="7114475" y="1929536"/>
                  </a:lnTo>
                  <a:cubicBezTo>
                    <a:pt x="7068071" y="1844398"/>
                    <a:pt x="7021403" y="1757553"/>
                    <a:pt x="6976266" y="1673558"/>
                  </a:cubicBezTo>
                  <a:cubicBezTo>
                    <a:pt x="6859887" y="1456949"/>
                    <a:pt x="6739533" y="1232968"/>
                    <a:pt x="6612247" y="1017238"/>
                  </a:cubicBezTo>
                  <a:cubicBezTo>
                    <a:pt x="6455111" y="750917"/>
                    <a:pt x="6282548" y="472846"/>
                    <a:pt x="6053642" y="257098"/>
                  </a:cubicBezTo>
                  <a:cubicBezTo>
                    <a:pt x="5928961" y="140121"/>
                    <a:pt x="5737822" y="-12582"/>
                    <a:pt x="5518151" y="11833"/>
                  </a:cubicBezTo>
                  <a:cubicBezTo>
                    <a:pt x="5383021" y="26856"/>
                    <a:pt x="5289949" y="104799"/>
                    <a:pt x="5225234" y="257169"/>
                  </a:cubicBezTo>
                  <a:cubicBezTo>
                    <a:pt x="5165830" y="397013"/>
                    <a:pt x="5134501" y="585426"/>
                    <a:pt x="5098230" y="803566"/>
                  </a:cubicBezTo>
                  <a:cubicBezTo>
                    <a:pt x="5030964" y="1208166"/>
                    <a:pt x="4947233" y="1711712"/>
                    <a:pt x="4633998" y="2150333"/>
                  </a:cubicBezTo>
                  <a:cubicBezTo>
                    <a:pt x="4552413" y="2264565"/>
                    <a:pt x="4457741" y="2370513"/>
                    <a:pt x="4352567" y="2465203"/>
                  </a:cubicBezTo>
                  <a:cubicBezTo>
                    <a:pt x="4238387" y="2568020"/>
                    <a:pt x="4107953" y="2661127"/>
                    <a:pt x="3964854" y="2741973"/>
                  </a:cubicBezTo>
                  <a:cubicBezTo>
                    <a:pt x="3811377" y="2828677"/>
                    <a:pt x="3638426" y="2904052"/>
                    <a:pt x="3450823" y="2965988"/>
                  </a:cubicBezTo>
                  <a:cubicBezTo>
                    <a:pt x="3251347" y="3031847"/>
                    <a:pt x="3029161" y="3084548"/>
                    <a:pt x="2790457" y="3122632"/>
                  </a:cubicBezTo>
                  <a:cubicBezTo>
                    <a:pt x="2472315" y="3174102"/>
                    <a:pt x="2122808" y="3207066"/>
                    <a:pt x="1751666" y="3220646"/>
                  </a:cubicBezTo>
                  <a:cubicBezTo>
                    <a:pt x="1468493" y="3231007"/>
                    <a:pt x="1181275" y="3151199"/>
                    <a:pt x="873581" y="2976683"/>
                  </a:cubicBezTo>
                  <a:cubicBezTo>
                    <a:pt x="605361" y="2824560"/>
                    <a:pt x="356631" y="2620334"/>
                    <a:pt x="137171" y="2440137"/>
                  </a:cubicBezTo>
                  <a:cubicBezTo>
                    <a:pt x="89677" y="2401139"/>
                    <a:pt x="44821" y="2364304"/>
                    <a:pt x="0" y="2328138"/>
                  </a:cubicBezTo>
                  <a:lnTo>
                    <a:pt x="2322" y="2325253"/>
                  </a:lnTo>
                  <a:cubicBezTo>
                    <a:pt x="47143" y="2361437"/>
                    <a:pt x="92016" y="2398271"/>
                    <a:pt x="139511" y="2437270"/>
                  </a:cubicBezTo>
                  <a:cubicBezTo>
                    <a:pt x="575158" y="2794955"/>
                    <a:pt x="1117351" y="3240119"/>
                    <a:pt x="1751507" y="3216935"/>
                  </a:cubicBezTo>
                  <a:cubicBezTo>
                    <a:pt x="2122492" y="3203372"/>
                    <a:pt x="2471840" y="3170408"/>
                    <a:pt x="2789841" y="3118973"/>
                  </a:cubicBezTo>
                  <a:cubicBezTo>
                    <a:pt x="4761776" y="2804366"/>
                    <a:pt x="4962027" y="1599942"/>
                    <a:pt x="5094553" y="802950"/>
                  </a:cubicBezTo>
                  <a:cubicBezTo>
                    <a:pt x="5130860" y="584564"/>
                    <a:pt x="5162224" y="395958"/>
                    <a:pt x="5221803" y="255708"/>
                  </a:cubicBezTo>
                  <a:cubicBezTo>
                    <a:pt x="5287099" y="101985"/>
                    <a:pt x="5381139" y="23320"/>
                    <a:pt x="5517729" y="8139"/>
                  </a:cubicBezTo>
                  <a:cubicBezTo>
                    <a:pt x="5738912" y="-16452"/>
                    <a:pt x="5930966" y="136902"/>
                    <a:pt x="6056175" y="254389"/>
                  </a:cubicBezTo>
                  <a:cubicBezTo>
                    <a:pt x="6285433" y="470471"/>
                    <a:pt x="6458154" y="748789"/>
                    <a:pt x="6615431" y="1015338"/>
                  </a:cubicBezTo>
                  <a:cubicBezTo>
                    <a:pt x="6742751" y="1231121"/>
                    <a:pt x="6863124" y="1455155"/>
                    <a:pt x="6979520" y="1671782"/>
                  </a:cubicBezTo>
                  <a:cubicBezTo>
                    <a:pt x="7024640" y="1755777"/>
                    <a:pt x="7071308" y="1842621"/>
                    <a:pt x="7117711" y="1927742"/>
                  </a:cubicBezTo>
                  <a:lnTo>
                    <a:pt x="7126735" y="1944312"/>
                  </a:lnTo>
                  <a:cubicBezTo>
                    <a:pt x="7282781" y="2230633"/>
                    <a:pt x="7444139" y="2526682"/>
                    <a:pt x="7646799" y="2790329"/>
                  </a:cubicBezTo>
                  <a:cubicBezTo>
                    <a:pt x="7778922" y="2963033"/>
                    <a:pt x="7928073" y="3131708"/>
                    <a:pt x="8123133" y="3196020"/>
                  </a:cubicBezTo>
                  <a:cubicBezTo>
                    <a:pt x="8223488" y="3229406"/>
                    <a:pt x="8326480" y="3228615"/>
                    <a:pt x="8429244" y="3193663"/>
                  </a:cubicBezTo>
                  <a:cubicBezTo>
                    <a:pt x="8730147" y="3091497"/>
                    <a:pt x="8971401" y="2726933"/>
                    <a:pt x="9131036" y="2485714"/>
                  </a:cubicBezTo>
                  <a:cubicBezTo>
                    <a:pt x="9139567" y="2472838"/>
                    <a:pt x="9147817" y="2460348"/>
                    <a:pt x="9155821" y="2448316"/>
                  </a:cubicBezTo>
                  <a:cubicBezTo>
                    <a:pt x="9352043" y="2153200"/>
                    <a:pt x="9525433" y="1837520"/>
                    <a:pt x="9693106" y="1532236"/>
                  </a:cubicBezTo>
                  <a:cubicBezTo>
                    <a:pt x="9856329" y="1235079"/>
                    <a:pt x="10025093" y="927808"/>
                    <a:pt x="10215106" y="639041"/>
                  </a:cubicBezTo>
                  <a:cubicBezTo>
                    <a:pt x="10224816" y="624265"/>
                    <a:pt x="10235335" y="608065"/>
                    <a:pt x="10246452" y="590896"/>
                  </a:cubicBezTo>
                  <a:cubicBezTo>
                    <a:pt x="10327544" y="465757"/>
                    <a:pt x="10450097" y="276659"/>
                    <a:pt x="10593214" y="147333"/>
                  </a:cubicBezTo>
                  <a:cubicBezTo>
                    <a:pt x="10671861" y="76267"/>
                    <a:pt x="10749119" y="30391"/>
                    <a:pt x="10822805" y="10954"/>
                  </a:cubicBezTo>
                  <a:cubicBezTo>
                    <a:pt x="10909386" y="-11861"/>
                    <a:pt x="10993750" y="998"/>
                    <a:pt x="11073594" y="49213"/>
                  </a:cubicBezTo>
                  <a:cubicBezTo>
                    <a:pt x="11222621" y="139206"/>
                    <a:pt x="11318084" y="307178"/>
                    <a:pt x="11402326" y="455361"/>
                  </a:cubicBezTo>
                  <a:cubicBezTo>
                    <a:pt x="11417489" y="482028"/>
                    <a:pt x="11431807" y="507236"/>
                    <a:pt x="11446355" y="531898"/>
                  </a:cubicBezTo>
                  <a:cubicBezTo>
                    <a:pt x="11491246" y="608012"/>
                    <a:pt x="11548099" y="687433"/>
                    <a:pt x="11608293" y="771516"/>
                  </a:cubicBezTo>
                  <a:cubicBezTo>
                    <a:pt x="11737478" y="951960"/>
                    <a:pt x="11883884" y="1156467"/>
                    <a:pt x="11953349" y="1390386"/>
                  </a:cubicBezTo>
                  <a:lnTo>
                    <a:pt x="11949796" y="1391441"/>
                  </a:lnTo>
                  <a:cubicBezTo>
                    <a:pt x="11880525" y="1158103"/>
                    <a:pt x="11734294" y="953859"/>
                    <a:pt x="11605285" y="773662"/>
                  </a:cubicBezTo>
                  <a:cubicBezTo>
                    <a:pt x="11545038" y="689509"/>
                    <a:pt x="11488132" y="610017"/>
                    <a:pt x="11443153" y="533762"/>
                  </a:cubicBezTo>
                  <a:cubicBezTo>
                    <a:pt x="11428589" y="509065"/>
                    <a:pt x="11414270" y="483858"/>
                    <a:pt x="11399089" y="457173"/>
                  </a:cubicBezTo>
                  <a:cubicBezTo>
                    <a:pt x="11315077" y="309377"/>
                    <a:pt x="11219876" y="141863"/>
                    <a:pt x="11071676" y="52362"/>
                  </a:cubicBezTo>
                  <a:cubicBezTo>
                    <a:pt x="10925376" y="-35995"/>
                    <a:pt x="10765231" y="-3119"/>
                    <a:pt x="10595711" y="150060"/>
                  </a:cubicBezTo>
                  <a:cubicBezTo>
                    <a:pt x="10452947" y="279051"/>
                    <a:pt x="10330569" y="467921"/>
                    <a:pt x="10249583" y="592884"/>
                  </a:cubicBezTo>
                  <a:cubicBezTo>
                    <a:pt x="10238448" y="610052"/>
                    <a:pt x="10227946" y="626271"/>
                    <a:pt x="10218219" y="641064"/>
                  </a:cubicBezTo>
                  <a:cubicBezTo>
                    <a:pt x="10028312" y="929690"/>
                    <a:pt x="9859565" y="1236909"/>
                    <a:pt x="9696378" y="1533995"/>
                  </a:cubicBezTo>
                  <a:cubicBezTo>
                    <a:pt x="9528652" y="1839349"/>
                    <a:pt x="9355227" y="2155099"/>
                    <a:pt x="9158917" y="2450339"/>
                  </a:cubicBezTo>
                  <a:cubicBezTo>
                    <a:pt x="9150931" y="2462371"/>
                    <a:pt x="9142664" y="2474843"/>
                    <a:pt x="9134132" y="2487719"/>
                  </a:cubicBezTo>
                  <a:cubicBezTo>
                    <a:pt x="9054535" y="2608003"/>
                    <a:pt x="8955482" y="2757699"/>
                    <a:pt x="8836975" y="2892583"/>
                  </a:cubicBezTo>
                  <a:cubicBezTo>
                    <a:pt x="8696690" y="3052270"/>
                    <a:pt x="8563724" y="3151885"/>
                    <a:pt x="8430457" y="3197128"/>
                  </a:cubicBezTo>
                  <a:cubicBezTo>
                    <a:pt x="8377475" y="3215176"/>
                    <a:pt x="8324439" y="3224182"/>
                    <a:pt x="8271738" y="3224182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1" name="任意多边形: 形状 768"/>
            <p:cNvSpPr/>
            <p:nvPr>
              <p:custDataLst>
                <p:tags r:id="rId29"/>
              </p:custDataLst>
            </p:nvPr>
          </p:nvSpPr>
          <p:spPr>
            <a:xfrm>
              <a:off x="158279" y="2119305"/>
              <a:ext cx="12032418" cy="3352113"/>
            </a:xfrm>
            <a:custGeom>
              <a:avLst/>
              <a:gdLst>
                <a:gd name="connsiteX0" fmla="*/ 1771437 w 12032418"/>
                <a:gd name="connsiteY0" fmla="*/ 3352114 h 3352113"/>
                <a:gd name="connsiteX1" fmla="*/ 901040 w 12032418"/>
                <a:gd name="connsiteY1" fmla="*/ 3081923 h 3352113"/>
                <a:gd name="connsiteX2" fmla="*/ 140689 w 12032418"/>
                <a:gd name="connsiteY2" fmla="*/ 2503915 h 3352113"/>
                <a:gd name="connsiteX3" fmla="*/ 0 w 12032418"/>
                <a:gd name="connsiteY3" fmla="*/ 2384335 h 3352113"/>
                <a:gd name="connsiteX4" fmla="*/ 2340 w 12032418"/>
                <a:gd name="connsiteY4" fmla="*/ 2381556 h 3352113"/>
                <a:gd name="connsiteX5" fmla="*/ 143046 w 12032418"/>
                <a:gd name="connsiteY5" fmla="*/ 2501154 h 3352113"/>
                <a:gd name="connsiteX6" fmla="*/ 1804824 w 12032418"/>
                <a:gd name="connsiteY6" fmla="*/ 3348050 h 3352113"/>
                <a:gd name="connsiteX7" fmla="*/ 2866642 w 12032418"/>
                <a:gd name="connsiteY7" fmla="*/ 3256509 h 3352113"/>
                <a:gd name="connsiteX8" fmla="*/ 5206060 w 12032418"/>
                <a:gd name="connsiteY8" fmla="*/ 826587 h 3352113"/>
                <a:gd name="connsiteX9" fmla="*/ 5322720 w 12032418"/>
                <a:gd name="connsiteY9" fmla="*/ 261228 h 3352113"/>
                <a:gd name="connsiteX10" fmla="*/ 5612102 w 12032418"/>
                <a:gd name="connsiteY10" fmla="*/ 3614 h 3352113"/>
                <a:gd name="connsiteX11" fmla="*/ 5909963 w 12032418"/>
                <a:gd name="connsiteY11" fmla="*/ 66729 h 3352113"/>
                <a:gd name="connsiteX12" fmla="*/ 6160294 w 12032418"/>
                <a:gd name="connsiteY12" fmla="*/ 255986 h 3352113"/>
                <a:gd name="connsiteX13" fmla="*/ 6723156 w 12032418"/>
                <a:gd name="connsiteY13" fmla="*/ 1042722 h 3352113"/>
                <a:gd name="connsiteX14" fmla="*/ 7079575 w 12032418"/>
                <a:gd name="connsiteY14" fmla="*/ 1710160 h 3352113"/>
                <a:gd name="connsiteX15" fmla="*/ 7224345 w 12032418"/>
                <a:gd name="connsiteY15" fmla="*/ 1988407 h 3352113"/>
                <a:gd name="connsiteX16" fmla="*/ 7753767 w 12032418"/>
                <a:gd name="connsiteY16" fmla="*/ 2884241 h 3352113"/>
                <a:gd name="connsiteX17" fmla="*/ 8236223 w 12032418"/>
                <a:gd name="connsiteY17" fmla="*/ 3306238 h 3352113"/>
                <a:gd name="connsiteX18" fmla="*/ 8548332 w 12032418"/>
                <a:gd name="connsiteY18" fmla="*/ 3304021 h 3352113"/>
                <a:gd name="connsiteX19" fmla="*/ 9261259 w 12032418"/>
                <a:gd name="connsiteY19" fmla="*/ 2564832 h 3352113"/>
                <a:gd name="connsiteX20" fmla="*/ 9282596 w 12032418"/>
                <a:gd name="connsiteY20" fmla="*/ 2531515 h 3352113"/>
                <a:gd name="connsiteX21" fmla="*/ 9820268 w 12032418"/>
                <a:gd name="connsiteY21" fmla="*/ 1584001 h 3352113"/>
                <a:gd name="connsiteX22" fmla="*/ 10342619 w 12032418"/>
                <a:gd name="connsiteY22" fmla="*/ 660304 h 3352113"/>
                <a:gd name="connsiteX23" fmla="*/ 10370254 w 12032418"/>
                <a:gd name="connsiteY23" fmla="*/ 616451 h 3352113"/>
                <a:gd name="connsiteX24" fmla="*/ 10720991 w 12032418"/>
                <a:gd name="connsiteY24" fmla="*/ 154699 h 3352113"/>
                <a:gd name="connsiteX25" fmla="*/ 10955684 w 12032418"/>
                <a:gd name="connsiteY25" fmla="*/ 11460 h 3352113"/>
                <a:gd name="connsiteX26" fmla="*/ 11212612 w 12032418"/>
                <a:gd name="connsiteY26" fmla="*/ 52146 h 3352113"/>
                <a:gd name="connsiteX27" fmla="*/ 11556331 w 12032418"/>
                <a:gd name="connsiteY27" fmla="*/ 497662 h 3352113"/>
                <a:gd name="connsiteX28" fmla="*/ 11587624 w 12032418"/>
                <a:gd name="connsiteY28" fmla="*/ 556028 h 3352113"/>
                <a:gd name="connsiteX29" fmla="*/ 11722139 w 12032418"/>
                <a:gd name="connsiteY29" fmla="*/ 784880 h 3352113"/>
                <a:gd name="connsiteX30" fmla="*/ 12032418 w 12032418"/>
                <a:gd name="connsiteY30" fmla="*/ 1403293 h 3352113"/>
                <a:gd name="connsiteX31" fmla="*/ 12028935 w 12032418"/>
                <a:gd name="connsiteY31" fmla="*/ 1404384 h 3352113"/>
                <a:gd name="connsiteX32" fmla="*/ 11719026 w 12032418"/>
                <a:gd name="connsiteY32" fmla="*/ 786762 h 3352113"/>
                <a:gd name="connsiteX33" fmla="*/ 11584423 w 12032418"/>
                <a:gd name="connsiteY33" fmla="*/ 557751 h 3352113"/>
                <a:gd name="connsiteX34" fmla="*/ 11553129 w 12032418"/>
                <a:gd name="connsiteY34" fmla="*/ 499351 h 3352113"/>
                <a:gd name="connsiteX35" fmla="*/ 11210712 w 12032418"/>
                <a:gd name="connsiteY35" fmla="*/ 55225 h 3352113"/>
                <a:gd name="connsiteX36" fmla="*/ 10723507 w 12032418"/>
                <a:gd name="connsiteY36" fmla="*/ 157338 h 3352113"/>
                <a:gd name="connsiteX37" fmla="*/ 10373367 w 12032418"/>
                <a:gd name="connsiteY37" fmla="*/ 618351 h 3352113"/>
                <a:gd name="connsiteX38" fmla="*/ 10345715 w 12032418"/>
                <a:gd name="connsiteY38" fmla="*/ 662222 h 3352113"/>
                <a:gd name="connsiteX39" fmla="*/ 9823505 w 12032418"/>
                <a:gd name="connsiteY39" fmla="*/ 1585672 h 3352113"/>
                <a:gd name="connsiteX40" fmla="*/ 9285674 w 12032418"/>
                <a:gd name="connsiteY40" fmla="*/ 2533450 h 3352113"/>
                <a:gd name="connsiteX41" fmla="*/ 9264337 w 12032418"/>
                <a:gd name="connsiteY41" fmla="*/ 2566766 h 3352113"/>
                <a:gd name="connsiteX42" fmla="*/ 8964524 w 12032418"/>
                <a:gd name="connsiteY42" fmla="*/ 2988447 h 3352113"/>
                <a:gd name="connsiteX43" fmla="*/ 8769990 w 12032418"/>
                <a:gd name="connsiteY43" fmla="*/ 3180782 h 3352113"/>
                <a:gd name="connsiteX44" fmla="*/ 8549527 w 12032418"/>
                <a:gd name="connsiteY44" fmla="*/ 3307434 h 3352113"/>
                <a:gd name="connsiteX45" fmla="*/ 8235062 w 12032418"/>
                <a:gd name="connsiteY45" fmla="*/ 3309650 h 3352113"/>
                <a:gd name="connsiteX46" fmla="*/ 7750865 w 12032418"/>
                <a:gd name="connsiteY46" fmla="*/ 2886369 h 3352113"/>
                <a:gd name="connsiteX47" fmla="*/ 7221143 w 12032418"/>
                <a:gd name="connsiteY47" fmla="*/ 1990043 h 3352113"/>
                <a:gd name="connsiteX48" fmla="*/ 7076356 w 12032418"/>
                <a:gd name="connsiteY48" fmla="*/ 1711778 h 3352113"/>
                <a:gd name="connsiteX49" fmla="*/ 6719989 w 12032418"/>
                <a:gd name="connsiteY49" fmla="*/ 1044464 h 3352113"/>
                <a:gd name="connsiteX50" fmla="*/ 6157778 w 12032418"/>
                <a:gd name="connsiteY50" fmla="*/ 258554 h 3352113"/>
                <a:gd name="connsiteX51" fmla="*/ 5612542 w 12032418"/>
                <a:gd name="connsiteY51" fmla="*/ 7168 h 3352113"/>
                <a:gd name="connsiteX52" fmla="*/ 5326098 w 12032418"/>
                <a:gd name="connsiteY52" fmla="*/ 262494 h 3352113"/>
                <a:gd name="connsiteX53" fmla="*/ 5209649 w 12032418"/>
                <a:gd name="connsiteY53" fmla="*/ 827045 h 3352113"/>
                <a:gd name="connsiteX54" fmla="*/ 4758187 w 12032418"/>
                <a:gd name="connsiteY54" fmla="*/ 2242186 h 3352113"/>
                <a:gd name="connsiteX55" fmla="*/ 4473203 w 12032418"/>
                <a:gd name="connsiteY55" fmla="*/ 2572958 h 3352113"/>
                <a:gd name="connsiteX56" fmla="*/ 4077099 w 12032418"/>
                <a:gd name="connsiteY56" fmla="*/ 2863255 h 3352113"/>
                <a:gd name="connsiteX57" fmla="*/ 3548803 w 12032418"/>
                <a:gd name="connsiteY57" fmla="*/ 3097473 h 3352113"/>
                <a:gd name="connsiteX58" fmla="*/ 2867205 w 12032418"/>
                <a:gd name="connsiteY58" fmla="*/ 3260045 h 3352113"/>
                <a:gd name="connsiteX59" fmla="*/ 1804895 w 12032418"/>
                <a:gd name="connsiteY59" fmla="*/ 3351639 h 3352113"/>
                <a:gd name="connsiteX60" fmla="*/ 1771437 w 12032418"/>
                <a:gd name="connsiteY60" fmla="*/ 3352114 h 335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2032418" h="3352113">
                  <a:moveTo>
                    <a:pt x="1771437" y="3352114"/>
                  </a:moveTo>
                  <a:cubicBezTo>
                    <a:pt x="1491326" y="3352114"/>
                    <a:pt x="1206218" y="3263545"/>
                    <a:pt x="901040" y="3081923"/>
                  </a:cubicBezTo>
                  <a:cubicBezTo>
                    <a:pt x="624411" y="2917293"/>
                    <a:pt x="367414" y="2697675"/>
                    <a:pt x="140689" y="2503915"/>
                  </a:cubicBezTo>
                  <a:cubicBezTo>
                    <a:pt x="91981" y="2462296"/>
                    <a:pt x="45982" y="2422981"/>
                    <a:pt x="0" y="2384335"/>
                  </a:cubicBezTo>
                  <a:lnTo>
                    <a:pt x="2340" y="2381556"/>
                  </a:lnTo>
                  <a:cubicBezTo>
                    <a:pt x="48321" y="2420202"/>
                    <a:pt x="94338" y="2459535"/>
                    <a:pt x="143046" y="2501154"/>
                  </a:cubicBezTo>
                  <a:cubicBezTo>
                    <a:pt x="593153" y="2885789"/>
                    <a:pt x="1153376" y="3364532"/>
                    <a:pt x="1804824" y="3348050"/>
                  </a:cubicBezTo>
                  <a:cubicBezTo>
                    <a:pt x="2182898" y="3339660"/>
                    <a:pt x="2540144" y="3308859"/>
                    <a:pt x="2866642" y="3256509"/>
                  </a:cubicBezTo>
                  <a:cubicBezTo>
                    <a:pt x="4905350" y="2932650"/>
                    <a:pt x="5086303" y="1665252"/>
                    <a:pt x="5206060" y="826587"/>
                  </a:cubicBezTo>
                  <a:cubicBezTo>
                    <a:pt x="5238251" y="601077"/>
                    <a:pt x="5266061" y="406314"/>
                    <a:pt x="5322720" y="261228"/>
                  </a:cubicBezTo>
                  <a:cubicBezTo>
                    <a:pt x="5384815" y="102244"/>
                    <a:pt x="5476761" y="20378"/>
                    <a:pt x="5612102" y="3614"/>
                  </a:cubicBezTo>
                  <a:cubicBezTo>
                    <a:pt x="5708006" y="-8277"/>
                    <a:pt x="5808219" y="12955"/>
                    <a:pt x="5909963" y="66729"/>
                  </a:cubicBezTo>
                  <a:cubicBezTo>
                    <a:pt x="5988786" y="108401"/>
                    <a:pt x="6070670" y="170302"/>
                    <a:pt x="6160294" y="255986"/>
                  </a:cubicBezTo>
                  <a:cubicBezTo>
                    <a:pt x="6390712" y="476923"/>
                    <a:pt x="6558015" y="754202"/>
                    <a:pt x="6723156" y="1042722"/>
                  </a:cubicBezTo>
                  <a:cubicBezTo>
                    <a:pt x="6847802" y="1262270"/>
                    <a:pt x="6965641" y="1489962"/>
                    <a:pt x="7079575" y="1710160"/>
                  </a:cubicBezTo>
                  <a:cubicBezTo>
                    <a:pt x="7126824" y="1801473"/>
                    <a:pt x="7175690" y="1895881"/>
                    <a:pt x="7224345" y="1988407"/>
                  </a:cubicBezTo>
                  <a:cubicBezTo>
                    <a:pt x="7381868" y="2290472"/>
                    <a:pt x="7544774" y="2602810"/>
                    <a:pt x="7753767" y="2884241"/>
                  </a:cubicBezTo>
                  <a:cubicBezTo>
                    <a:pt x="7886611" y="3063682"/>
                    <a:pt x="8037010" y="3239007"/>
                    <a:pt x="8236223" y="3306238"/>
                  </a:cubicBezTo>
                  <a:cubicBezTo>
                    <a:pt x="8338671" y="3341014"/>
                    <a:pt x="8443685" y="3340275"/>
                    <a:pt x="8548332" y="3304021"/>
                  </a:cubicBezTo>
                  <a:cubicBezTo>
                    <a:pt x="8856694" y="3197317"/>
                    <a:pt x="9109945" y="2801389"/>
                    <a:pt x="9261259" y="2564832"/>
                  </a:cubicBezTo>
                  <a:cubicBezTo>
                    <a:pt x="9268576" y="2553398"/>
                    <a:pt x="9275682" y="2542280"/>
                    <a:pt x="9282596" y="2531515"/>
                  </a:cubicBezTo>
                  <a:cubicBezTo>
                    <a:pt x="9478977" y="2225598"/>
                    <a:pt x="9652472" y="1899434"/>
                    <a:pt x="9820268" y="1584001"/>
                  </a:cubicBezTo>
                  <a:cubicBezTo>
                    <a:pt x="9983631" y="1276905"/>
                    <a:pt x="10152535" y="959361"/>
                    <a:pt x="10342619" y="660304"/>
                  </a:cubicBezTo>
                  <a:cubicBezTo>
                    <a:pt x="10351221" y="646759"/>
                    <a:pt x="10360473" y="632036"/>
                    <a:pt x="10370254" y="616451"/>
                  </a:cubicBezTo>
                  <a:cubicBezTo>
                    <a:pt x="10451786" y="486615"/>
                    <a:pt x="10574990" y="290393"/>
                    <a:pt x="10720991" y="154699"/>
                  </a:cubicBezTo>
                  <a:cubicBezTo>
                    <a:pt x="10801327" y="80045"/>
                    <a:pt x="10880291" y="31847"/>
                    <a:pt x="10955684" y="11460"/>
                  </a:cubicBezTo>
                  <a:cubicBezTo>
                    <a:pt x="11044394" y="-12516"/>
                    <a:pt x="11130851" y="1169"/>
                    <a:pt x="11212612" y="52146"/>
                  </a:cubicBezTo>
                  <a:cubicBezTo>
                    <a:pt x="11371366" y="150442"/>
                    <a:pt x="11469627" y="334914"/>
                    <a:pt x="11556331" y="497662"/>
                  </a:cubicBezTo>
                  <a:cubicBezTo>
                    <a:pt x="11567114" y="517909"/>
                    <a:pt x="11577298" y="537047"/>
                    <a:pt x="11587624" y="556028"/>
                  </a:cubicBezTo>
                  <a:cubicBezTo>
                    <a:pt x="11627678" y="629802"/>
                    <a:pt x="11673554" y="705125"/>
                    <a:pt x="11722139" y="784880"/>
                  </a:cubicBezTo>
                  <a:cubicBezTo>
                    <a:pt x="11834244" y="968930"/>
                    <a:pt x="11961317" y="1177554"/>
                    <a:pt x="12032418" y="1403293"/>
                  </a:cubicBezTo>
                  <a:lnTo>
                    <a:pt x="12028935" y="1404384"/>
                  </a:lnTo>
                  <a:cubicBezTo>
                    <a:pt x="11957975" y="1179049"/>
                    <a:pt x="11831025" y="970636"/>
                    <a:pt x="11719026" y="786762"/>
                  </a:cubicBezTo>
                  <a:cubicBezTo>
                    <a:pt x="11670423" y="706972"/>
                    <a:pt x="11624512" y="631596"/>
                    <a:pt x="11584423" y="557751"/>
                  </a:cubicBezTo>
                  <a:cubicBezTo>
                    <a:pt x="11574115" y="538753"/>
                    <a:pt x="11563912" y="519615"/>
                    <a:pt x="11553129" y="499351"/>
                  </a:cubicBezTo>
                  <a:cubicBezTo>
                    <a:pt x="11466654" y="337008"/>
                    <a:pt x="11368640" y="152993"/>
                    <a:pt x="11210712" y="55225"/>
                  </a:cubicBezTo>
                  <a:cubicBezTo>
                    <a:pt x="11060876" y="-38199"/>
                    <a:pt x="10896949" y="-3844"/>
                    <a:pt x="10723507" y="157338"/>
                  </a:cubicBezTo>
                  <a:cubicBezTo>
                    <a:pt x="10577857" y="292697"/>
                    <a:pt x="10454794" y="488673"/>
                    <a:pt x="10373367" y="618351"/>
                  </a:cubicBezTo>
                  <a:cubicBezTo>
                    <a:pt x="10363587" y="633936"/>
                    <a:pt x="10354334" y="648677"/>
                    <a:pt x="10345715" y="662222"/>
                  </a:cubicBezTo>
                  <a:cubicBezTo>
                    <a:pt x="10155702" y="961173"/>
                    <a:pt x="9986815" y="1278647"/>
                    <a:pt x="9823505" y="1585672"/>
                  </a:cubicBezTo>
                  <a:cubicBezTo>
                    <a:pt x="9655673" y="1901176"/>
                    <a:pt x="9482126" y="2227410"/>
                    <a:pt x="9285674" y="2533450"/>
                  </a:cubicBezTo>
                  <a:cubicBezTo>
                    <a:pt x="9278761" y="2544216"/>
                    <a:pt x="9271654" y="2555333"/>
                    <a:pt x="9264337" y="2566766"/>
                  </a:cubicBezTo>
                  <a:cubicBezTo>
                    <a:pt x="9184406" y="2691730"/>
                    <a:pt x="9084914" y="2847265"/>
                    <a:pt x="8964524" y="2988447"/>
                  </a:cubicBezTo>
                  <a:cubicBezTo>
                    <a:pt x="8899017" y="3065265"/>
                    <a:pt x="8833562" y="3129980"/>
                    <a:pt x="8769990" y="3180782"/>
                  </a:cubicBezTo>
                  <a:cubicBezTo>
                    <a:pt x="8696198" y="3239745"/>
                    <a:pt x="8622019" y="3282367"/>
                    <a:pt x="8549527" y="3307434"/>
                  </a:cubicBezTo>
                  <a:cubicBezTo>
                    <a:pt x="8444108" y="3343952"/>
                    <a:pt x="8338301" y="3344708"/>
                    <a:pt x="8235062" y="3309650"/>
                  </a:cubicBezTo>
                  <a:cubicBezTo>
                    <a:pt x="8034900" y="3242103"/>
                    <a:pt x="7884061" y="3066303"/>
                    <a:pt x="7750865" y="2886369"/>
                  </a:cubicBezTo>
                  <a:cubicBezTo>
                    <a:pt x="7541696" y="2604692"/>
                    <a:pt x="7378738" y="2292231"/>
                    <a:pt x="7221143" y="1990043"/>
                  </a:cubicBezTo>
                  <a:cubicBezTo>
                    <a:pt x="7172471" y="1897517"/>
                    <a:pt x="7123622" y="1803091"/>
                    <a:pt x="7076356" y="1711778"/>
                  </a:cubicBezTo>
                  <a:cubicBezTo>
                    <a:pt x="6962422" y="1491615"/>
                    <a:pt x="6844618" y="1263941"/>
                    <a:pt x="6719989" y="1044464"/>
                  </a:cubicBezTo>
                  <a:cubicBezTo>
                    <a:pt x="6554990" y="756190"/>
                    <a:pt x="6387827" y="479139"/>
                    <a:pt x="6157778" y="258554"/>
                  </a:cubicBezTo>
                  <a:cubicBezTo>
                    <a:pt x="6030986" y="137338"/>
                    <a:pt x="5836540" y="-20590"/>
                    <a:pt x="5612542" y="7168"/>
                  </a:cubicBezTo>
                  <a:cubicBezTo>
                    <a:pt x="5478678" y="23755"/>
                    <a:pt x="5387647" y="104901"/>
                    <a:pt x="5326098" y="262494"/>
                  </a:cubicBezTo>
                  <a:cubicBezTo>
                    <a:pt x="5269597" y="407176"/>
                    <a:pt x="5241804" y="601745"/>
                    <a:pt x="5209649" y="827045"/>
                  </a:cubicBezTo>
                  <a:cubicBezTo>
                    <a:pt x="5148961" y="1252138"/>
                    <a:pt x="5073409" y="1781191"/>
                    <a:pt x="4758187" y="2242186"/>
                  </a:cubicBezTo>
                  <a:cubicBezTo>
                    <a:pt x="4676075" y="2362259"/>
                    <a:pt x="4580189" y="2473554"/>
                    <a:pt x="4473203" y="2572958"/>
                  </a:cubicBezTo>
                  <a:cubicBezTo>
                    <a:pt x="4357017" y="2680912"/>
                    <a:pt x="4223751" y="2778574"/>
                    <a:pt x="4077099" y="2863255"/>
                  </a:cubicBezTo>
                  <a:cubicBezTo>
                    <a:pt x="3919770" y="2954093"/>
                    <a:pt x="3742035" y="3032898"/>
                    <a:pt x="3548803" y="3097473"/>
                  </a:cubicBezTo>
                  <a:cubicBezTo>
                    <a:pt x="3343310" y="3166147"/>
                    <a:pt x="3113982" y="3220853"/>
                    <a:pt x="2867205" y="3260045"/>
                  </a:cubicBezTo>
                  <a:cubicBezTo>
                    <a:pt x="2540548" y="3312429"/>
                    <a:pt x="2183126" y="3343231"/>
                    <a:pt x="1804895" y="3351639"/>
                  </a:cubicBezTo>
                  <a:cubicBezTo>
                    <a:pt x="1793777" y="3351973"/>
                    <a:pt x="1782607" y="3352114"/>
                    <a:pt x="1771437" y="3352114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2" name="任意多边形: 形状 769"/>
            <p:cNvSpPr/>
            <p:nvPr>
              <p:custDataLst>
                <p:tags r:id="rId30"/>
              </p:custDataLst>
            </p:nvPr>
          </p:nvSpPr>
          <p:spPr>
            <a:xfrm>
              <a:off x="79139" y="2051468"/>
              <a:ext cx="12111540" cy="3487639"/>
            </a:xfrm>
            <a:custGeom>
              <a:avLst/>
              <a:gdLst>
                <a:gd name="connsiteX0" fmla="*/ 1841817 w 12111540"/>
                <a:gd name="connsiteY0" fmla="*/ 3487640 h 3487639"/>
                <a:gd name="connsiteX1" fmla="*/ 927250 w 12111540"/>
                <a:gd name="connsiteY1" fmla="*/ 3190535 h 3487639"/>
                <a:gd name="connsiteX2" fmla="*/ 142149 w 12111540"/>
                <a:gd name="connsiteY2" fmla="*/ 2570610 h 3487639"/>
                <a:gd name="connsiteX3" fmla="*/ 0 w 12111540"/>
                <a:gd name="connsiteY3" fmla="*/ 2445365 h 3487639"/>
                <a:gd name="connsiteX4" fmla="*/ 2357 w 12111540"/>
                <a:gd name="connsiteY4" fmla="*/ 2442674 h 3487639"/>
                <a:gd name="connsiteX5" fmla="*/ 144524 w 12111540"/>
                <a:gd name="connsiteY5" fmla="*/ 2567936 h 3487639"/>
                <a:gd name="connsiteX6" fmla="*/ 1842186 w 12111540"/>
                <a:gd name="connsiteY6" fmla="*/ 3484069 h 3487639"/>
                <a:gd name="connsiteX7" fmla="*/ 1858141 w 12111540"/>
                <a:gd name="connsiteY7" fmla="*/ 3483963 h 3487639"/>
                <a:gd name="connsiteX8" fmla="*/ 2943460 w 12111540"/>
                <a:gd name="connsiteY8" fmla="*/ 3398843 h 3487639"/>
                <a:gd name="connsiteX9" fmla="*/ 5316986 w 12111540"/>
                <a:gd name="connsiteY9" fmla="*/ 854600 h 3487639"/>
                <a:gd name="connsiteX10" fmla="*/ 5423374 w 12111540"/>
                <a:gd name="connsiteY10" fmla="*/ 271368 h 3487639"/>
                <a:gd name="connsiteX11" fmla="*/ 5706511 w 12111540"/>
                <a:gd name="connsiteY11" fmla="*/ 3869 h 3487639"/>
                <a:gd name="connsiteX12" fmla="*/ 6010211 w 12111540"/>
                <a:gd name="connsiteY12" fmla="*/ 67195 h 3487639"/>
                <a:gd name="connsiteX13" fmla="*/ 6264447 w 12111540"/>
                <a:gd name="connsiteY13" fmla="*/ 262344 h 3487639"/>
                <a:gd name="connsiteX14" fmla="*/ 6577225 w 12111540"/>
                <a:gd name="connsiteY14" fmla="*/ 647911 h 3487639"/>
                <a:gd name="connsiteX15" fmla="*/ 6830933 w 12111540"/>
                <a:gd name="connsiteY15" fmla="*/ 1074869 h 3487639"/>
                <a:gd name="connsiteX16" fmla="*/ 7196552 w 12111540"/>
                <a:gd name="connsiteY16" fmla="*/ 1784875 h 3487639"/>
                <a:gd name="connsiteX17" fmla="*/ 7331049 w 12111540"/>
                <a:gd name="connsiteY17" fmla="*/ 2053817 h 3487639"/>
                <a:gd name="connsiteX18" fmla="*/ 7860805 w 12111540"/>
                <a:gd name="connsiteY18" fmla="*/ 2982914 h 3487639"/>
                <a:gd name="connsiteX19" fmla="*/ 8349365 w 12111540"/>
                <a:gd name="connsiteY19" fmla="*/ 3421218 h 3487639"/>
                <a:gd name="connsiteX20" fmla="*/ 8667455 w 12111540"/>
                <a:gd name="connsiteY20" fmla="*/ 3419159 h 3487639"/>
                <a:gd name="connsiteX21" fmla="*/ 9388949 w 12111540"/>
                <a:gd name="connsiteY21" fmla="*/ 2652441 h 3487639"/>
                <a:gd name="connsiteX22" fmla="*/ 9409423 w 12111540"/>
                <a:gd name="connsiteY22" fmla="*/ 2619476 h 3487639"/>
                <a:gd name="connsiteX23" fmla="*/ 9944387 w 12111540"/>
                <a:gd name="connsiteY23" fmla="*/ 1645523 h 3487639"/>
                <a:gd name="connsiteX24" fmla="*/ 10470221 w 12111540"/>
                <a:gd name="connsiteY24" fmla="*/ 686311 h 3487639"/>
                <a:gd name="connsiteX25" fmla="*/ 10494091 w 12111540"/>
                <a:gd name="connsiteY25" fmla="*/ 647207 h 3487639"/>
                <a:gd name="connsiteX26" fmla="*/ 10747659 w 12111540"/>
                <a:gd name="connsiteY26" fmla="*/ 276452 h 3487639"/>
                <a:gd name="connsiteX27" fmla="*/ 10915683 w 12111540"/>
                <a:gd name="connsiteY27" fmla="*/ 109201 h 3487639"/>
                <a:gd name="connsiteX28" fmla="*/ 11103216 w 12111540"/>
                <a:gd name="connsiteY28" fmla="*/ 13332 h 3487639"/>
                <a:gd name="connsiteX29" fmla="*/ 11351717 w 12111540"/>
                <a:gd name="connsiteY29" fmla="*/ 59842 h 3487639"/>
                <a:gd name="connsiteX30" fmla="*/ 11563050 w 12111540"/>
                <a:gd name="connsiteY30" fmla="*/ 280322 h 3487639"/>
                <a:gd name="connsiteX31" fmla="*/ 11712429 w 12111540"/>
                <a:gd name="connsiteY31" fmla="*/ 551691 h 3487639"/>
                <a:gd name="connsiteX32" fmla="*/ 11728964 w 12111540"/>
                <a:gd name="connsiteY32" fmla="*/ 584919 h 3487639"/>
                <a:gd name="connsiteX33" fmla="*/ 11799995 w 12111540"/>
                <a:gd name="connsiteY33" fmla="*/ 725309 h 3487639"/>
                <a:gd name="connsiteX34" fmla="*/ 12111541 w 12111540"/>
                <a:gd name="connsiteY34" fmla="*/ 1420980 h 3487639"/>
                <a:gd name="connsiteX35" fmla="*/ 12108146 w 12111540"/>
                <a:gd name="connsiteY35" fmla="*/ 1422123 h 3487639"/>
                <a:gd name="connsiteX36" fmla="*/ 11796811 w 12111540"/>
                <a:gd name="connsiteY36" fmla="*/ 726945 h 3487639"/>
                <a:gd name="connsiteX37" fmla="*/ 11725763 w 12111540"/>
                <a:gd name="connsiteY37" fmla="*/ 586538 h 3487639"/>
                <a:gd name="connsiteX38" fmla="*/ 11709210 w 12111540"/>
                <a:gd name="connsiteY38" fmla="*/ 553309 h 3487639"/>
                <a:gd name="connsiteX39" fmla="*/ 11349783 w 12111540"/>
                <a:gd name="connsiteY39" fmla="*/ 62885 h 3487639"/>
                <a:gd name="connsiteX40" fmla="*/ 11104026 w 12111540"/>
                <a:gd name="connsiteY40" fmla="*/ 16851 h 3487639"/>
                <a:gd name="connsiteX41" fmla="*/ 10750421 w 12111540"/>
                <a:gd name="connsiteY41" fmla="*/ 278774 h 3487639"/>
                <a:gd name="connsiteX42" fmla="*/ 10497152 w 12111540"/>
                <a:gd name="connsiteY42" fmla="*/ 649090 h 3487639"/>
                <a:gd name="connsiteX43" fmla="*/ 10473264 w 12111540"/>
                <a:gd name="connsiteY43" fmla="*/ 688193 h 3487639"/>
                <a:gd name="connsiteX44" fmla="*/ 9947571 w 12111540"/>
                <a:gd name="connsiteY44" fmla="*/ 1647177 h 3487639"/>
                <a:gd name="connsiteX45" fmla="*/ 9412467 w 12111540"/>
                <a:gd name="connsiteY45" fmla="*/ 2621376 h 3487639"/>
                <a:gd name="connsiteX46" fmla="*/ 9391974 w 12111540"/>
                <a:gd name="connsiteY46" fmla="*/ 2654341 h 3487639"/>
                <a:gd name="connsiteX47" fmla="*/ 9090032 w 12111540"/>
                <a:gd name="connsiteY47" fmla="*/ 3091149 h 3487639"/>
                <a:gd name="connsiteX48" fmla="*/ 8892877 w 12111540"/>
                <a:gd name="connsiteY48" fmla="*/ 3290960 h 3487639"/>
                <a:gd name="connsiteX49" fmla="*/ 8668651 w 12111540"/>
                <a:gd name="connsiteY49" fmla="*/ 3422537 h 3487639"/>
                <a:gd name="connsiteX50" fmla="*/ 8348204 w 12111540"/>
                <a:gd name="connsiteY50" fmla="*/ 3424613 h 3487639"/>
                <a:gd name="connsiteX51" fmla="*/ 7857903 w 12111540"/>
                <a:gd name="connsiteY51" fmla="*/ 2985008 h 3487639"/>
                <a:gd name="connsiteX52" fmla="*/ 7327866 w 12111540"/>
                <a:gd name="connsiteY52" fmla="*/ 2055436 h 3487639"/>
                <a:gd name="connsiteX53" fmla="*/ 7193368 w 12111540"/>
                <a:gd name="connsiteY53" fmla="*/ 1786476 h 3487639"/>
                <a:gd name="connsiteX54" fmla="*/ 6827819 w 12111540"/>
                <a:gd name="connsiteY54" fmla="*/ 1076593 h 3487639"/>
                <a:gd name="connsiteX55" fmla="*/ 6261985 w 12111540"/>
                <a:gd name="connsiteY55" fmla="*/ 264895 h 3487639"/>
                <a:gd name="connsiteX56" fmla="*/ 5707021 w 12111540"/>
                <a:gd name="connsiteY56" fmla="*/ 7404 h 3487639"/>
                <a:gd name="connsiteX57" fmla="*/ 5426768 w 12111540"/>
                <a:gd name="connsiteY57" fmla="*/ 272564 h 3487639"/>
                <a:gd name="connsiteX58" fmla="*/ 5320557 w 12111540"/>
                <a:gd name="connsiteY58" fmla="*/ 855022 h 3487639"/>
                <a:gd name="connsiteX59" fmla="*/ 4882183 w 12111540"/>
                <a:gd name="connsiteY59" fmla="*/ 2338731 h 3487639"/>
                <a:gd name="connsiteX60" fmla="*/ 4593733 w 12111540"/>
                <a:gd name="connsiteY60" fmla="*/ 2685494 h 3487639"/>
                <a:gd name="connsiteX61" fmla="*/ 4189327 w 12111540"/>
                <a:gd name="connsiteY61" fmla="*/ 2989405 h 3487639"/>
                <a:gd name="connsiteX62" fmla="*/ 3646817 w 12111540"/>
                <a:gd name="connsiteY62" fmla="*/ 3233878 h 3487639"/>
                <a:gd name="connsiteX63" fmla="*/ 2944040 w 12111540"/>
                <a:gd name="connsiteY63" fmla="*/ 3402396 h 3487639"/>
                <a:gd name="connsiteX64" fmla="*/ 1858211 w 12111540"/>
                <a:gd name="connsiteY64" fmla="*/ 3487569 h 3487639"/>
                <a:gd name="connsiteX65" fmla="*/ 1841817 w 12111540"/>
                <a:gd name="connsiteY65" fmla="*/ 3487640 h 3487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12111540" h="3487639">
                  <a:moveTo>
                    <a:pt x="1841817" y="3487640"/>
                  </a:moveTo>
                  <a:cubicBezTo>
                    <a:pt x="1548002" y="3487640"/>
                    <a:pt x="1248664" y="3390364"/>
                    <a:pt x="927250" y="3190535"/>
                  </a:cubicBezTo>
                  <a:cubicBezTo>
                    <a:pt x="641861" y="3013117"/>
                    <a:pt x="376385" y="2778019"/>
                    <a:pt x="142149" y="2570610"/>
                  </a:cubicBezTo>
                  <a:cubicBezTo>
                    <a:pt x="92948" y="2527038"/>
                    <a:pt x="46474" y="2485876"/>
                    <a:pt x="0" y="2445365"/>
                  </a:cubicBezTo>
                  <a:lnTo>
                    <a:pt x="2357" y="2442674"/>
                  </a:lnTo>
                  <a:cubicBezTo>
                    <a:pt x="48831" y="2483202"/>
                    <a:pt x="95306" y="2524364"/>
                    <a:pt x="144524" y="2567936"/>
                  </a:cubicBezTo>
                  <a:cubicBezTo>
                    <a:pt x="605836" y="2976423"/>
                    <a:pt x="1179146" y="3484069"/>
                    <a:pt x="1842186" y="3484069"/>
                  </a:cubicBezTo>
                  <a:cubicBezTo>
                    <a:pt x="1847534" y="3484069"/>
                    <a:pt x="1852776" y="3484033"/>
                    <a:pt x="1858141" y="3483963"/>
                  </a:cubicBezTo>
                  <a:cubicBezTo>
                    <a:pt x="2249530" y="3479741"/>
                    <a:pt x="2614675" y="3451104"/>
                    <a:pt x="2943460" y="3398843"/>
                  </a:cubicBezTo>
                  <a:cubicBezTo>
                    <a:pt x="5048888" y="3065766"/>
                    <a:pt x="5210229" y="1735112"/>
                    <a:pt x="5316986" y="854600"/>
                  </a:cubicBezTo>
                  <a:cubicBezTo>
                    <a:pt x="5345183" y="622035"/>
                    <a:pt x="5369529" y="421204"/>
                    <a:pt x="5423374" y="271368"/>
                  </a:cubicBezTo>
                  <a:cubicBezTo>
                    <a:pt x="5482372" y="107196"/>
                    <a:pt x="5572330" y="22198"/>
                    <a:pt x="5706511" y="3869"/>
                  </a:cubicBezTo>
                  <a:cubicBezTo>
                    <a:pt x="5804331" y="-9500"/>
                    <a:pt x="5906515" y="11820"/>
                    <a:pt x="6010211" y="67195"/>
                  </a:cubicBezTo>
                  <a:cubicBezTo>
                    <a:pt x="6090336" y="109992"/>
                    <a:pt x="6173504" y="173829"/>
                    <a:pt x="6264447" y="262344"/>
                  </a:cubicBezTo>
                  <a:cubicBezTo>
                    <a:pt x="6371820" y="367008"/>
                    <a:pt x="6474126" y="493132"/>
                    <a:pt x="6577225" y="647911"/>
                  </a:cubicBezTo>
                  <a:cubicBezTo>
                    <a:pt x="6673533" y="792505"/>
                    <a:pt x="6758688" y="944118"/>
                    <a:pt x="6830933" y="1074869"/>
                  </a:cubicBezTo>
                  <a:cubicBezTo>
                    <a:pt x="6959361" y="1308242"/>
                    <a:pt x="7079945" y="1550552"/>
                    <a:pt x="7196552" y="1784875"/>
                  </a:cubicBezTo>
                  <a:cubicBezTo>
                    <a:pt x="7240458" y="1873110"/>
                    <a:pt x="7285877" y="1964352"/>
                    <a:pt x="7331049" y="2053817"/>
                  </a:cubicBezTo>
                  <a:cubicBezTo>
                    <a:pt x="7488977" y="2367896"/>
                    <a:pt x="7652270" y="2692670"/>
                    <a:pt x="7860805" y="2982914"/>
                  </a:cubicBezTo>
                  <a:cubicBezTo>
                    <a:pt x="7994371" y="3169110"/>
                    <a:pt x="8146001" y="3351066"/>
                    <a:pt x="8349365" y="3421218"/>
                  </a:cubicBezTo>
                  <a:cubicBezTo>
                    <a:pt x="8453923" y="3457384"/>
                    <a:pt x="8560944" y="3456698"/>
                    <a:pt x="8667455" y="3419159"/>
                  </a:cubicBezTo>
                  <a:cubicBezTo>
                    <a:pt x="8981657" y="3308480"/>
                    <a:pt x="9236614" y="2897811"/>
                    <a:pt x="9388949" y="2652441"/>
                  </a:cubicBezTo>
                  <a:cubicBezTo>
                    <a:pt x="9395967" y="2641130"/>
                    <a:pt x="9402792" y="2630136"/>
                    <a:pt x="9409423" y="2619476"/>
                  </a:cubicBezTo>
                  <a:cubicBezTo>
                    <a:pt x="9604327" y="2304113"/>
                    <a:pt x="9777206" y="1969312"/>
                    <a:pt x="9944387" y="1645523"/>
                  </a:cubicBezTo>
                  <a:cubicBezTo>
                    <a:pt x="10108911" y="1326871"/>
                    <a:pt x="10279047" y="997365"/>
                    <a:pt x="10470221" y="686311"/>
                  </a:cubicBezTo>
                  <a:cubicBezTo>
                    <a:pt x="10477697" y="674139"/>
                    <a:pt x="10485665" y="661051"/>
                    <a:pt x="10494091" y="647207"/>
                  </a:cubicBezTo>
                  <a:cubicBezTo>
                    <a:pt x="10557135" y="543652"/>
                    <a:pt x="10643488" y="401819"/>
                    <a:pt x="10747659" y="276452"/>
                  </a:cubicBezTo>
                  <a:cubicBezTo>
                    <a:pt x="10804687" y="207813"/>
                    <a:pt x="10861223" y="151559"/>
                    <a:pt x="10915683" y="109201"/>
                  </a:cubicBezTo>
                  <a:cubicBezTo>
                    <a:pt x="10979414" y="59648"/>
                    <a:pt x="11042511" y="27387"/>
                    <a:pt x="11103216" y="13332"/>
                  </a:cubicBezTo>
                  <a:cubicBezTo>
                    <a:pt x="11188830" y="-6492"/>
                    <a:pt x="11272437" y="9163"/>
                    <a:pt x="11351717" y="59842"/>
                  </a:cubicBezTo>
                  <a:cubicBezTo>
                    <a:pt x="11427586" y="108181"/>
                    <a:pt x="11496716" y="180302"/>
                    <a:pt x="11563050" y="280322"/>
                  </a:cubicBezTo>
                  <a:cubicBezTo>
                    <a:pt x="11620958" y="367623"/>
                    <a:pt x="11669543" y="465409"/>
                    <a:pt x="11712429" y="551691"/>
                  </a:cubicBezTo>
                  <a:cubicBezTo>
                    <a:pt x="11718005" y="562896"/>
                    <a:pt x="11723512" y="573978"/>
                    <a:pt x="11728964" y="584919"/>
                  </a:cubicBezTo>
                  <a:cubicBezTo>
                    <a:pt x="11752043" y="631095"/>
                    <a:pt x="11775333" y="676848"/>
                    <a:pt x="11799995" y="725309"/>
                  </a:cubicBezTo>
                  <a:cubicBezTo>
                    <a:pt x="11912662" y="946616"/>
                    <a:pt x="12029182" y="1175434"/>
                    <a:pt x="12111541" y="1420980"/>
                  </a:cubicBezTo>
                  <a:lnTo>
                    <a:pt x="12108146" y="1422123"/>
                  </a:lnTo>
                  <a:cubicBezTo>
                    <a:pt x="12025857" y="1176841"/>
                    <a:pt x="11909408" y="948129"/>
                    <a:pt x="11796811" y="726945"/>
                  </a:cubicBezTo>
                  <a:cubicBezTo>
                    <a:pt x="11772131" y="678483"/>
                    <a:pt x="11748842" y="632713"/>
                    <a:pt x="11725763" y="586538"/>
                  </a:cubicBezTo>
                  <a:cubicBezTo>
                    <a:pt x="11720292" y="575596"/>
                    <a:pt x="11714787" y="564514"/>
                    <a:pt x="11709210" y="553309"/>
                  </a:cubicBezTo>
                  <a:cubicBezTo>
                    <a:pt x="11620097" y="373991"/>
                    <a:pt x="11519092" y="170750"/>
                    <a:pt x="11349783" y="62885"/>
                  </a:cubicBezTo>
                  <a:cubicBezTo>
                    <a:pt x="11271346" y="12734"/>
                    <a:pt x="11188671" y="-2763"/>
                    <a:pt x="11104026" y="16851"/>
                  </a:cubicBezTo>
                  <a:cubicBezTo>
                    <a:pt x="10992308" y="42726"/>
                    <a:pt x="10873343" y="130837"/>
                    <a:pt x="10750421" y="278774"/>
                  </a:cubicBezTo>
                  <a:cubicBezTo>
                    <a:pt x="10646425" y="403930"/>
                    <a:pt x="10560143" y="545640"/>
                    <a:pt x="10497152" y="649090"/>
                  </a:cubicBezTo>
                  <a:cubicBezTo>
                    <a:pt x="10488726" y="662933"/>
                    <a:pt x="10480757" y="676021"/>
                    <a:pt x="10473264" y="688193"/>
                  </a:cubicBezTo>
                  <a:cubicBezTo>
                    <a:pt x="10282178" y="999124"/>
                    <a:pt x="10112078" y="1328577"/>
                    <a:pt x="9947571" y="1647177"/>
                  </a:cubicBezTo>
                  <a:cubicBezTo>
                    <a:pt x="9780355" y="1971019"/>
                    <a:pt x="9607458" y="2305890"/>
                    <a:pt x="9412467" y="2621376"/>
                  </a:cubicBezTo>
                  <a:cubicBezTo>
                    <a:pt x="9405835" y="2632036"/>
                    <a:pt x="9398993" y="2643030"/>
                    <a:pt x="9391974" y="2654341"/>
                  </a:cubicBezTo>
                  <a:cubicBezTo>
                    <a:pt x="9311708" y="2783631"/>
                    <a:pt x="9211812" y="2944549"/>
                    <a:pt x="9090032" y="3091149"/>
                  </a:cubicBezTo>
                  <a:cubicBezTo>
                    <a:pt x="9023734" y="3170957"/>
                    <a:pt x="8957400" y="3238188"/>
                    <a:pt x="8892877" y="3290960"/>
                  </a:cubicBezTo>
                  <a:cubicBezTo>
                    <a:pt x="8817942" y="3352245"/>
                    <a:pt x="8742496" y="3396521"/>
                    <a:pt x="8668651" y="3422537"/>
                  </a:cubicBezTo>
                  <a:cubicBezTo>
                    <a:pt x="8561348" y="3460357"/>
                    <a:pt x="8453537" y="3461042"/>
                    <a:pt x="8348204" y="3424613"/>
                  </a:cubicBezTo>
                  <a:cubicBezTo>
                    <a:pt x="8143890" y="3354127"/>
                    <a:pt x="7991803" y="3171678"/>
                    <a:pt x="7857903" y="2985008"/>
                  </a:cubicBezTo>
                  <a:cubicBezTo>
                    <a:pt x="7649210" y="2694535"/>
                    <a:pt x="7485846" y="2369638"/>
                    <a:pt x="7327866" y="2055436"/>
                  </a:cubicBezTo>
                  <a:cubicBezTo>
                    <a:pt x="7282693" y="1965970"/>
                    <a:pt x="7237274" y="1874728"/>
                    <a:pt x="7193368" y="1786476"/>
                  </a:cubicBezTo>
                  <a:cubicBezTo>
                    <a:pt x="7076778" y="1552170"/>
                    <a:pt x="6956213" y="1309896"/>
                    <a:pt x="6827819" y="1076593"/>
                  </a:cubicBezTo>
                  <a:cubicBezTo>
                    <a:pt x="6670190" y="791309"/>
                    <a:pt x="6496660" y="493642"/>
                    <a:pt x="6261985" y="264895"/>
                  </a:cubicBezTo>
                  <a:cubicBezTo>
                    <a:pt x="6133064" y="139421"/>
                    <a:pt x="5935276" y="-23784"/>
                    <a:pt x="5707021" y="7404"/>
                  </a:cubicBezTo>
                  <a:cubicBezTo>
                    <a:pt x="5574300" y="25540"/>
                    <a:pt x="5485257" y="109799"/>
                    <a:pt x="5426768" y="272564"/>
                  </a:cubicBezTo>
                  <a:cubicBezTo>
                    <a:pt x="5373064" y="422013"/>
                    <a:pt x="5348737" y="622669"/>
                    <a:pt x="5320557" y="855022"/>
                  </a:cubicBezTo>
                  <a:cubicBezTo>
                    <a:pt x="5266518" y="1300661"/>
                    <a:pt x="5199287" y="1855255"/>
                    <a:pt x="4882183" y="2338731"/>
                  </a:cubicBezTo>
                  <a:cubicBezTo>
                    <a:pt x="4799578" y="2464679"/>
                    <a:pt x="4702531" y="2581340"/>
                    <a:pt x="4593733" y="2685494"/>
                  </a:cubicBezTo>
                  <a:cubicBezTo>
                    <a:pt x="4475560" y="2798618"/>
                    <a:pt x="4339497" y="2900854"/>
                    <a:pt x="4189327" y="2989405"/>
                  </a:cubicBezTo>
                  <a:cubicBezTo>
                    <a:pt x="4028197" y="3084394"/>
                    <a:pt x="3845660" y="3166648"/>
                    <a:pt x="3646817" y="3233878"/>
                  </a:cubicBezTo>
                  <a:cubicBezTo>
                    <a:pt x="3435309" y="3305384"/>
                    <a:pt x="3198857" y="3362078"/>
                    <a:pt x="2944040" y="3402396"/>
                  </a:cubicBezTo>
                  <a:cubicBezTo>
                    <a:pt x="2615097" y="3454675"/>
                    <a:pt x="2249777" y="3483330"/>
                    <a:pt x="1858211" y="3487569"/>
                  </a:cubicBezTo>
                  <a:cubicBezTo>
                    <a:pt x="1852741" y="3487604"/>
                    <a:pt x="1847270" y="3487640"/>
                    <a:pt x="1841817" y="3487640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3" name="任意多边形: 形状 770"/>
            <p:cNvSpPr/>
            <p:nvPr>
              <p:custDataLst>
                <p:tags r:id="rId31"/>
              </p:custDataLst>
            </p:nvPr>
          </p:nvSpPr>
          <p:spPr>
            <a:xfrm>
              <a:off x="0" y="1983176"/>
              <a:ext cx="12190575" cy="3623830"/>
            </a:xfrm>
            <a:custGeom>
              <a:avLst/>
              <a:gdLst>
                <a:gd name="connsiteX0" fmla="*/ 1911423 w 12190575"/>
                <a:gd name="connsiteY0" fmla="*/ 3623831 h 3623830"/>
                <a:gd name="connsiteX1" fmla="*/ 953513 w 12190575"/>
                <a:gd name="connsiteY1" fmla="*/ 3299550 h 3623830"/>
                <a:gd name="connsiteX2" fmla="*/ 143697 w 12190575"/>
                <a:gd name="connsiteY2" fmla="*/ 2637635 h 3623830"/>
                <a:gd name="connsiteX3" fmla="*/ 0 w 12190575"/>
                <a:gd name="connsiteY3" fmla="*/ 2506814 h 3623830"/>
                <a:gd name="connsiteX4" fmla="*/ 2357 w 12190575"/>
                <a:gd name="connsiteY4" fmla="*/ 2504193 h 3623830"/>
                <a:gd name="connsiteX5" fmla="*/ 146072 w 12190575"/>
                <a:gd name="connsiteY5" fmla="*/ 2635032 h 3623830"/>
                <a:gd name="connsiteX6" fmla="*/ 1911423 w 12190575"/>
                <a:gd name="connsiteY6" fmla="*/ 3620313 h 3623830"/>
                <a:gd name="connsiteX7" fmla="*/ 4843062 w 12190575"/>
                <a:gd name="connsiteY7" fmla="*/ 2653168 h 3623830"/>
                <a:gd name="connsiteX8" fmla="*/ 5427296 w 12190575"/>
                <a:gd name="connsiteY8" fmla="*/ 882680 h 3623830"/>
                <a:gd name="connsiteX9" fmla="*/ 5523674 w 12190575"/>
                <a:gd name="connsiteY9" fmla="*/ 281787 h 3623830"/>
                <a:gd name="connsiteX10" fmla="*/ 5800849 w 12190575"/>
                <a:gd name="connsiteY10" fmla="*/ 4578 h 3623830"/>
                <a:gd name="connsiteX11" fmla="*/ 6110389 w 12190575"/>
                <a:gd name="connsiteY11" fmla="*/ 68098 h 3623830"/>
                <a:gd name="connsiteX12" fmla="*/ 6368548 w 12190575"/>
                <a:gd name="connsiteY12" fmla="*/ 269175 h 3623830"/>
                <a:gd name="connsiteX13" fmla="*/ 6938640 w 12190575"/>
                <a:gd name="connsiteY13" fmla="*/ 1107487 h 3623830"/>
                <a:gd name="connsiteX14" fmla="*/ 7312773 w 12190575"/>
                <a:gd name="connsiteY14" fmla="*/ 1860116 h 3623830"/>
                <a:gd name="connsiteX15" fmla="*/ 7437666 w 12190575"/>
                <a:gd name="connsiteY15" fmla="*/ 2119699 h 3623830"/>
                <a:gd name="connsiteX16" fmla="*/ 7440058 w 12190575"/>
                <a:gd name="connsiteY16" fmla="*/ 2124642 h 3623830"/>
                <a:gd name="connsiteX17" fmla="*/ 7967739 w 12190575"/>
                <a:gd name="connsiteY17" fmla="*/ 3082060 h 3623830"/>
                <a:gd name="connsiteX18" fmla="*/ 8462419 w 12190575"/>
                <a:gd name="connsiteY18" fmla="*/ 3536687 h 3623830"/>
                <a:gd name="connsiteX19" fmla="*/ 8620980 w 12190575"/>
                <a:gd name="connsiteY19" fmla="*/ 3564498 h 3623830"/>
                <a:gd name="connsiteX20" fmla="*/ 9521757 w 12190575"/>
                <a:gd name="connsiteY20" fmla="*/ 2731991 h 3623830"/>
                <a:gd name="connsiteX21" fmla="*/ 9536163 w 12190575"/>
                <a:gd name="connsiteY21" fmla="*/ 2707962 h 3623830"/>
                <a:gd name="connsiteX22" fmla="*/ 10074962 w 12190575"/>
                <a:gd name="connsiteY22" fmla="*/ 1696981 h 3623830"/>
                <a:gd name="connsiteX23" fmla="*/ 10597700 w 12190575"/>
                <a:gd name="connsiteY23" fmla="*/ 712844 h 3623830"/>
                <a:gd name="connsiteX24" fmla="*/ 10617770 w 12190575"/>
                <a:gd name="connsiteY24" fmla="*/ 678929 h 3623830"/>
                <a:gd name="connsiteX25" fmla="*/ 11237696 w 12190575"/>
                <a:gd name="connsiteY25" fmla="*/ 18985 h 3623830"/>
                <a:gd name="connsiteX26" fmla="*/ 11490700 w 12190575"/>
                <a:gd name="connsiteY26" fmla="*/ 68062 h 3623830"/>
                <a:gd name="connsiteX27" fmla="*/ 11870058 w 12190575"/>
                <a:gd name="connsiteY27" fmla="*/ 614020 h 3623830"/>
                <a:gd name="connsiteX28" fmla="*/ 11870199 w 12190575"/>
                <a:gd name="connsiteY28" fmla="*/ 614337 h 3623830"/>
                <a:gd name="connsiteX29" fmla="*/ 12164735 w 12190575"/>
                <a:gd name="connsiteY29" fmla="*/ 1367088 h 3623830"/>
                <a:gd name="connsiteX30" fmla="*/ 12190575 w 12190575"/>
                <a:gd name="connsiteY30" fmla="*/ 1439157 h 3623830"/>
                <a:gd name="connsiteX31" fmla="*/ 12187268 w 12190575"/>
                <a:gd name="connsiteY31" fmla="*/ 1440353 h 3623830"/>
                <a:gd name="connsiteX32" fmla="*/ 12161428 w 12190575"/>
                <a:gd name="connsiteY32" fmla="*/ 1368285 h 3623830"/>
                <a:gd name="connsiteX33" fmla="*/ 11866998 w 12190575"/>
                <a:gd name="connsiteY33" fmla="*/ 615814 h 3623830"/>
                <a:gd name="connsiteX34" fmla="*/ 11866857 w 12190575"/>
                <a:gd name="connsiteY34" fmla="*/ 615497 h 3623830"/>
                <a:gd name="connsiteX35" fmla="*/ 11488783 w 12190575"/>
                <a:gd name="connsiteY35" fmla="*/ 71018 h 3623830"/>
                <a:gd name="connsiteX36" fmla="*/ 11238487 w 12190575"/>
                <a:gd name="connsiteY36" fmla="*/ 22415 h 3623830"/>
                <a:gd name="connsiteX37" fmla="*/ 10620813 w 12190575"/>
                <a:gd name="connsiteY37" fmla="*/ 680723 h 3623830"/>
                <a:gd name="connsiteX38" fmla="*/ 10600725 w 12190575"/>
                <a:gd name="connsiteY38" fmla="*/ 714638 h 3623830"/>
                <a:gd name="connsiteX39" fmla="*/ 10078110 w 12190575"/>
                <a:gd name="connsiteY39" fmla="*/ 1698547 h 3623830"/>
                <a:gd name="connsiteX40" fmla="*/ 9539189 w 12190575"/>
                <a:gd name="connsiteY40" fmla="*/ 2709774 h 3623830"/>
                <a:gd name="connsiteX41" fmla="*/ 9524783 w 12190575"/>
                <a:gd name="connsiteY41" fmla="*/ 2733803 h 3623830"/>
                <a:gd name="connsiteX42" fmla="*/ 8621086 w 12190575"/>
                <a:gd name="connsiteY42" fmla="*/ 3568051 h 3623830"/>
                <a:gd name="connsiteX43" fmla="*/ 8461259 w 12190575"/>
                <a:gd name="connsiteY43" fmla="*/ 3540012 h 3623830"/>
                <a:gd name="connsiteX44" fmla="*/ 8179406 w 12190575"/>
                <a:gd name="connsiteY44" fmla="*/ 3350844 h 3623830"/>
                <a:gd name="connsiteX45" fmla="*/ 7964854 w 12190575"/>
                <a:gd name="connsiteY45" fmla="*/ 3084083 h 3623830"/>
                <a:gd name="connsiteX46" fmla="*/ 7436891 w 12190575"/>
                <a:gd name="connsiteY46" fmla="*/ 2126190 h 3623830"/>
                <a:gd name="connsiteX47" fmla="*/ 7434499 w 12190575"/>
                <a:gd name="connsiteY47" fmla="*/ 2121247 h 3623830"/>
                <a:gd name="connsiteX48" fmla="*/ 7309589 w 12190575"/>
                <a:gd name="connsiteY48" fmla="*/ 1861646 h 3623830"/>
                <a:gd name="connsiteX49" fmla="*/ 6935526 w 12190575"/>
                <a:gd name="connsiteY49" fmla="*/ 1109158 h 3623830"/>
                <a:gd name="connsiteX50" fmla="*/ 6366068 w 12190575"/>
                <a:gd name="connsiteY50" fmla="*/ 271690 h 3623830"/>
                <a:gd name="connsiteX51" fmla="*/ 5801359 w 12190575"/>
                <a:gd name="connsiteY51" fmla="*/ 8079 h 3623830"/>
                <a:gd name="connsiteX52" fmla="*/ 5526999 w 12190575"/>
                <a:gd name="connsiteY52" fmla="*/ 282913 h 3623830"/>
                <a:gd name="connsiteX53" fmla="*/ 5430779 w 12190575"/>
                <a:gd name="connsiteY53" fmla="*/ 883067 h 3623830"/>
                <a:gd name="connsiteX54" fmla="*/ 5290846 w 12190575"/>
                <a:gd name="connsiteY54" fmla="*/ 1763403 h 3623830"/>
                <a:gd name="connsiteX55" fmla="*/ 4845735 w 12190575"/>
                <a:gd name="connsiteY55" fmla="*/ 2655454 h 3623830"/>
                <a:gd name="connsiteX56" fmla="*/ 4420484 w 12190575"/>
                <a:gd name="connsiteY56" fmla="*/ 3039385 h 3623830"/>
                <a:gd name="connsiteX57" fmla="*/ 3813153 w 12190575"/>
                <a:gd name="connsiteY57" fmla="*/ 3346446 h 3623830"/>
                <a:gd name="connsiteX58" fmla="*/ 2988544 w 12190575"/>
                <a:gd name="connsiteY58" fmla="*/ 3550092 h 3623830"/>
                <a:gd name="connsiteX59" fmla="*/ 1911423 w 12190575"/>
                <a:gd name="connsiteY59" fmla="*/ 3623831 h 3623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12190575" h="3623830">
                  <a:moveTo>
                    <a:pt x="1911423" y="3623831"/>
                  </a:moveTo>
                  <a:cubicBezTo>
                    <a:pt x="1604239" y="3623831"/>
                    <a:pt x="1290899" y="3517760"/>
                    <a:pt x="953513" y="3299550"/>
                  </a:cubicBezTo>
                  <a:cubicBezTo>
                    <a:pt x="659399" y="3109325"/>
                    <a:pt x="385426" y="2858731"/>
                    <a:pt x="143697" y="2637635"/>
                  </a:cubicBezTo>
                  <a:cubicBezTo>
                    <a:pt x="93969" y="2592146"/>
                    <a:pt x="46984" y="2549172"/>
                    <a:pt x="0" y="2506814"/>
                  </a:cubicBezTo>
                  <a:lnTo>
                    <a:pt x="2357" y="2504193"/>
                  </a:lnTo>
                  <a:cubicBezTo>
                    <a:pt x="49359" y="2546569"/>
                    <a:pt x="96343" y="2589543"/>
                    <a:pt x="146072" y="2635032"/>
                  </a:cubicBezTo>
                  <a:cubicBezTo>
                    <a:pt x="626012" y="3074004"/>
                    <a:pt x="1223299" y="3620313"/>
                    <a:pt x="1911423" y="3620313"/>
                  </a:cubicBezTo>
                  <a:cubicBezTo>
                    <a:pt x="3339669" y="3620313"/>
                    <a:pt x="4298617" y="3303947"/>
                    <a:pt x="4843062" y="2653168"/>
                  </a:cubicBezTo>
                  <a:cubicBezTo>
                    <a:pt x="5303564" y="2102725"/>
                    <a:pt x="5372167" y="1426245"/>
                    <a:pt x="5427296" y="882680"/>
                  </a:cubicBezTo>
                  <a:cubicBezTo>
                    <a:pt x="5451588" y="643150"/>
                    <a:pt x="5472574" y="436303"/>
                    <a:pt x="5523674" y="281787"/>
                  </a:cubicBezTo>
                  <a:cubicBezTo>
                    <a:pt x="5579665" y="112514"/>
                    <a:pt x="5667741" y="24420"/>
                    <a:pt x="5800849" y="4578"/>
                  </a:cubicBezTo>
                  <a:cubicBezTo>
                    <a:pt x="5900569" y="-10286"/>
                    <a:pt x="6004706" y="11087"/>
                    <a:pt x="6110389" y="68098"/>
                  </a:cubicBezTo>
                  <a:cubicBezTo>
                    <a:pt x="6191833" y="112039"/>
                    <a:pt x="6276268" y="177810"/>
                    <a:pt x="6368548" y="269175"/>
                  </a:cubicBezTo>
                  <a:cubicBezTo>
                    <a:pt x="6608289" y="506577"/>
                    <a:pt x="6781644" y="813479"/>
                    <a:pt x="6938640" y="1107487"/>
                  </a:cubicBezTo>
                  <a:cubicBezTo>
                    <a:pt x="7070639" y="1354687"/>
                    <a:pt x="7193738" y="1611632"/>
                    <a:pt x="7312773" y="1860116"/>
                  </a:cubicBezTo>
                  <a:cubicBezTo>
                    <a:pt x="7353565" y="1945272"/>
                    <a:pt x="7395748" y="2033330"/>
                    <a:pt x="7437666" y="2119699"/>
                  </a:cubicBezTo>
                  <a:lnTo>
                    <a:pt x="7440058" y="2124642"/>
                  </a:lnTo>
                  <a:cubicBezTo>
                    <a:pt x="7597176" y="2448343"/>
                    <a:pt x="7759642" y="2783056"/>
                    <a:pt x="7967739" y="3082060"/>
                  </a:cubicBezTo>
                  <a:cubicBezTo>
                    <a:pt x="8102025" y="3274993"/>
                    <a:pt x="8254886" y="3463581"/>
                    <a:pt x="8462419" y="3536687"/>
                  </a:cubicBezTo>
                  <a:cubicBezTo>
                    <a:pt x="8516545" y="3555756"/>
                    <a:pt x="8569476" y="3564498"/>
                    <a:pt x="8620980" y="3564498"/>
                  </a:cubicBezTo>
                  <a:cubicBezTo>
                    <a:pt x="9022837" y="3564498"/>
                    <a:pt x="9341207" y="3033264"/>
                    <a:pt x="9521757" y="2731991"/>
                  </a:cubicBezTo>
                  <a:cubicBezTo>
                    <a:pt x="9526665" y="2723811"/>
                    <a:pt x="9531467" y="2715790"/>
                    <a:pt x="9536163" y="2707962"/>
                  </a:cubicBezTo>
                  <a:cubicBezTo>
                    <a:pt x="9732878" y="2380286"/>
                    <a:pt x="9906778" y="2032908"/>
                    <a:pt x="10074962" y="1696981"/>
                  </a:cubicBezTo>
                  <a:cubicBezTo>
                    <a:pt x="10238536" y="1370219"/>
                    <a:pt x="10407687" y="1032323"/>
                    <a:pt x="10597700" y="712844"/>
                  </a:cubicBezTo>
                  <a:cubicBezTo>
                    <a:pt x="10604032" y="702184"/>
                    <a:pt x="10610734" y="690855"/>
                    <a:pt x="10617770" y="678929"/>
                  </a:cubicBezTo>
                  <a:cubicBezTo>
                    <a:pt x="10741185" y="470006"/>
                    <a:pt x="10970918" y="81132"/>
                    <a:pt x="11237696" y="18985"/>
                  </a:cubicBezTo>
                  <a:cubicBezTo>
                    <a:pt x="11324804" y="-1315"/>
                    <a:pt x="11409943" y="15203"/>
                    <a:pt x="11490700" y="68062"/>
                  </a:cubicBezTo>
                  <a:cubicBezTo>
                    <a:pt x="11674346" y="188258"/>
                    <a:pt x="11782862" y="424341"/>
                    <a:pt x="11870058" y="614020"/>
                  </a:cubicBezTo>
                  <a:lnTo>
                    <a:pt x="11870199" y="614337"/>
                  </a:lnTo>
                  <a:cubicBezTo>
                    <a:pt x="11982743" y="859197"/>
                    <a:pt x="12075269" y="1117391"/>
                    <a:pt x="12164735" y="1367088"/>
                  </a:cubicBezTo>
                  <a:cubicBezTo>
                    <a:pt x="12173354" y="1391117"/>
                    <a:pt x="12181956" y="1415146"/>
                    <a:pt x="12190575" y="1439157"/>
                  </a:cubicBezTo>
                  <a:lnTo>
                    <a:pt x="12187268" y="1440353"/>
                  </a:lnTo>
                  <a:cubicBezTo>
                    <a:pt x="12178649" y="1416342"/>
                    <a:pt x="12170029" y="1392313"/>
                    <a:pt x="12161428" y="1368285"/>
                  </a:cubicBezTo>
                  <a:cubicBezTo>
                    <a:pt x="12071980" y="1118657"/>
                    <a:pt x="11979489" y="860534"/>
                    <a:pt x="11866998" y="615814"/>
                  </a:cubicBezTo>
                  <a:lnTo>
                    <a:pt x="11866857" y="615497"/>
                  </a:lnTo>
                  <a:cubicBezTo>
                    <a:pt x="11779854" y="426223"/>
                    <a:pt x="11671584" y="190651"/>
                    <a:pt x="11488783" y="71018"/>
                  </a:cubicBezTo>
                  <a:cubicBezTo>
                    <a:pt x="11408852" y="18703"/>
                    <a:pt x="11324646" y="2344"/>
                    <a:pt x="11238487" y="22415"/>
                  </a:cubicBezTo>
                  <a:cubicBezTo>
                    <a:pt x="10973169" y="84210"/>
                    <a:pt x="10743947" y="472258"/>
                    <a:pt x="10620813" y="680723"/>
                  </a:cubicBezTo>
                  <a:cubicBezTo>
                    <a:pt x="10613760" y="692649"/>
                    <a:pt x="10607076" y="703995"/>
                    <a:pt x="10600725" y="714638"/>
                  </a:cubicBezTo>
                  <a:cubicBezTo>
                    <a:pt x="10410782" y="1034011"/>
                    <a:pt x="10241649" y="1371838"/>
                    <a:pt x="10078110" y="1698547"/>
                  </a:cubicBezTo>
                  <a:cubicBezTo>
                    <a:pt x="9909910" y="2034544"/>
                    <a:pt x="9735974" y="2381992"/>
                    <a:pt x="9539189" y="2709774"/>
                  </a:cubicBezTo>
                  <a:cubicBezTo>
                    <a:pt x="9534493" y="2717602"/>
                    <a:pt x="9529690" y="2725623"/>
                    <a:pt x="9524783" y="2733803"/>
                  </a:cubicBezTo>
                  <a:cubicBezTo>
                    <a:pt x="9343829" y="3035709"/>
                    <a:pt x="9024772" y="3568051"/>
                    <a:pt x="8621086" y="3568051"/>
                  </a:cubicBezTo>
                  <a:cubicBezTo>
                    <a:pt x="8569177" y="3568051"/>
                    <a:pt x="8515860" y="3559256"/>
                    <a:pt x="8461259" y="3540012"/>
                  </a:cubicBezTo>
                  <a:cubicBezTo>
                    <a:pt x="8364212" y="3505834"/>
                    <a:pt x="8272020" y="3443950"/>
                    <a:pt x="8179406" y="3350844"/>
                  </a:cubicBezTo>
                  <a:cubicBezTo>
                    <a:pt x="8094672" y="3265653"/>
                    <a:pt x="8023396" y="3168183"/>
                    <a:pt x="7964854" y="3084083"/>
                  </a:cubicBezTo>
                  <a:cubicBezTo>
                    <a:pt x="7756582" y="2784850"/>
                    <a:pt x="7594063" y="2450015"/>
                    <a:pt x="7436891" y="2126190"/>
                  </a:cubicBezTo>
                  <a:lnTo>
                    <a:pt x="7434499" y="2121247"/>
                  </a:lnTo>
                  <a:cubicBezTo>
                    <a:pt x="7392564" y="2034860"/>
                    <a:pt x="7350381" y="1946802"/>
                    <a:pt x="7309589" y="1861646"/>
                  </a:cubicBezTo>
                  <a:cubicBezTo>
                    <a:pt x="7190571" y="1613198"/>
                    <a:pt x="7067490" y="1356270"/>
                    <a:pt x="6935526" y="1109158"/>
                  </a:cubicBezTo>
                  <a:cubicBezTo>
                    <a:pt x="6778654" y="815396"/>
                    <a:pt x="6605458" y="508740"/>
                    <a:pt x="6366068" y="271690"/>
                  </a:cubicBezTo>
                  <a:cubicBezTo>
                    <a:pt x="6235018" y="141925"/>
                    <a:pt x="6033906" y="-26610"/>
                    <a:pt x="5801359" y="8079"/>
                  </a:cubicBezTo>
                  <a:cubicBezTo>
                    <a:pt x="5669711" y="27710"/>
                    <a:pt x="5582533" y="115047"/>
                    <a:pt x="5526999" y="282913"/>
                  </a:cubicBezTo>
                  <a:cubicBezTo>
                    <a:pt x="5476004" y="437059"/>
                    <a:pt x="5455054" y="643748"/>
                    <a:pt x="5430779" y="883067"/>
                  </a:cubicBezTo>
                  <a:cubicBezTo>
                    <a:pt x="5403531" y="1151727"/>
                    <a:pt x="5372642" y="1456237"/>
                    <a:pt x="5290846" y="1763403"/>
                  </a:cubicBezTo>
                  <a:cubicBezTo>
                    <a:pt x="5196209" y="2118767"/>
                    <a:pt x="5050612" y="2410559"/>
                    <a:pt x="4845735" y="2655454"/>
                  </a:cubicBezTo>
                  <a:cubicBezTo>
                    <a:pt x="4725451" y="2799222"/>
                    <a:pt x="4582388" y="2928407"/>
                    <a:pt x="4420484" y="3039385"/>
                  </a:cubicBezTo>
                  <a:cubicBezTo>
                    <a:pt x="4244315" y="3160145"/>
                    <a:pt x="4039983" y="3263454"/>
                    <a:pt x="3813153" y="3346446"/>
                  </a:cubicBezTo>
                  <a:cubicBezTo>
                    <a:pt x="3569348" y="3435630"/>
                    <a:pt x="3291911" y="3504145"/>
                    <a:pt x="2988544" y="3550092"/>
                  </a:cubicBezTo>
                  <a:cubicBezTo>
                    <a:pt x="2665353" y="3599011"/>
                    <a:pt x="2302953" y="3623831"/>
                    <a:pt x="1911423" y="362383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7" name="标题 1"/>
          <p:cNvSpPr txBox="1"/>
          <p:nvPr>
            <p:custDataLst>
              <p:tags r:id="rId32"/>
            </p:custDataLst>
          </p:nvPr>
        </p:nvSpPr>
        <p:spPr>
          <a:xfrm>
            <a:off x="5293360" y="2796540"/>
            <a:ext cx="6842760" cy="83629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zh-CN" altLang="en-US" sz="4800" b="1" spc="200" dirty="0">
                <a:ln w="12700">
                  <a:noFill/>
                </a:ln>
                <a:gradFill>
                  <a:gsLst>
                    <a:gs pos="100000">
                      <a:srgbClr val="FAFE41"/>
                    </a:gs>
                    <a:gs pos="69000">
                      <a:srgbClr val="50B99A"/>
                    </a:gs>
                    <a:gs pos="0">
                      <a:srgbClr val="033091"/>
                    </a:gs>
                  </a:gsLst>
                  <a:lin ang="1644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产品规划和关键技术</a:t>
            </a:r>
            <a:endParaRPr kumimoji="1" lang="zh-CN" altLang="en-US" sz="4800" b="1" spc="200" dirty="0">
              <a:ln w="12700">
                <a:noFill/>
              </a:ln>
              <a:gradFill>
                <a:gsLst>
                  <a:gs pos="100000">
                    <a:srgbClr val="FAFE41"/>
                  </a:gs>
                  <a:gs pos="69000">
                    <a:srgbClr val="50B99A"/>
                  </a:gs>
                  <a:gs pos="0">
                    <a:srgbClr val="033091"/>
                  </a:gs>
                </a:gsLst>
                <a:lin ang="1644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5321935" y="2313940"/>
            <a:ext cx="1414145" cy="317500"/>
          </a:xfrm>
          <a:prstGeom prst="roundRect">
            <a:avLst>
              <a:gd name="adj" fmla="val 50000"/>
            </a:avLst>
          </a:prstGeom>
          <a:gradFill>
            <a:gsLst>
              <a:gs pos="56000">
                <a:srgbClr val="53A3A2"/>
              </a:gs>
              <a:gs pos="11000">
                <a:srgbClr val="0E4F92"/>
              </a:gs>
              <a:gs pos="100000">
                <a:srgbClr val="99D06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9" name="标题 1"/>
          <p:cNvSpPr txBox="1"/>
          <p:nvPr>
            <p:custDataLst>
              <p:tags r:id="rId33"/>
            </p:custDataLst>
          </p:nvPr>
        </p:nvSpPr>
        <p:spPr>
          <a:xfrm>
            <a:off x="5293360" y="2323465"/>
            <a:ext cx="1469390" cy="4356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sz="1600" b="1" dirty="0" err="1">
                <a:ln w="12700"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THREE</a:t>
            </a:r>
            <a:endParaRPr kumimoji="1" lang="en-US" sz="1600" b="1" dirty="0" err="1">
              <a:ln w="12700"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307330" y="3738245"/>
            <a:ext cx="4528185" cy="74930"/>
            <a:chOff x="8358" y="6086"/>
            <a:chExt cx="7131" cy="118"/>
          </a:xfrm>
        </p:grpSpPr>
        <p:sp>
          <p:nvSpPr>
            <p:cNvPr id="11" name="矩形 10"/>
            <p:cNvSpPr/>
            <p:nvPr/>
          </p:nvSpPr>
          <p:spPr>
            <a:xfrm>
              <a:off x="8358" y="6086"/>
              <a:ext cx="1137" cy="119"/>
            </a:xfrm>
            <a:prstGeom prst="rect">
              <a:avLst/>
            </a:prstGeom>
            <a:solidFill>
              <a:srgbClr val="1C4CA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9109" y="6148"/>
              <a:ext cx="6380" cy="0"/>
            </a:xfrm>
            <a:prstGeom prst="line">
              <a:avLst/>
            </a:prstGeom>
            <a:ln>
              <a:gradFill>
                <a:gsLst>
                  <a:gs pos="0">
                    <a:srgbClr val="033091"/>
                  </a:gs>
                  <a:gs pos="100000">
                    <a:schemeClr val="accent1">
                      <a:alpha val="0"/>
                    </a:schemeClr>
                  </a:gs>
                </a:gsLst>
                <a:lin ang="1260000" scaled="1"/>
              </a:gra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0" y="380494"/>
            <a:ext cx="4964071" cy="6477505"/>
            <a:chOff x="6840499" y="0"/>
            <a:chExt cx="5351501" cy="685800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4" cstate="email"/>
            <a:stretch>
              <a:fillRect/>
            </a:stretch>
          </p:blipFill>
          <p:spPr>
            <a:xfrm>
              <a:off x="7658100" y="0"/>
              <a:ext cx="4533900" cy="6858000"/>
            </a:xfrm>
            <a:prstGeom prst="rect">
              <a:avLst/>
            </a:prstGeom>
          </p:spPr>
        </p:pic>
        <p:grpSp>
          <p:nvGrpSpPr>
            <p:cNvPr id="4" name="组合 3"/>
            <p:cNvGrpSpPr/>
            <p:nvPr/>
          </p:nvGrpSpPr>
          <p:grpSpPr>
            <a:xfrm>
              <a:off x="6840499" y="0"/>
              <a:ext cx="1709136" cy="6858000"/>
              <a:chOff x="6840499" y="0"/>
              <a:chExt cx="1709136" cy="6858000"/>
            </a:xfrm>
          </p:grpSpPr>
          <p:sp>
            <p:nvSpPr>
              <p:cNvPr id="5" name="平行四边形 4"/>
              <p:cNvSpPr/>
              <p:nvPr/>
            </p:nvSpPr>
            <p:spPr>
              <a:xfrm>
                <a:off x="7045271" y="0"/>
                <a:ext cx="1318220" cy="6858000"/>
              </a:xfrm>
              <a:prstGeom prst="parallelogram">
                <a:avLst>
                  <a:gd name="adj" fmla="val 43266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平行四边形 9"/>
              <p:cNvSpPr/>
              <p:nvPr/>
            </p:nvSpPr>
            <p:spPr>
              <a:xfrm>
                <a:off x="6840499" y="0"/>
                <a:ext cx="1318220" cy="6858000"/>
              </a:xfrm>
              <a:prstGeom prst="parallelogram">
                <a:avLst>
                  <a:gd name="adj" fmla="val 43266"/>
                </a:avLst>
              </a:prstGeom>
              <a:solidFill>
                <a:srgbClr val="C00000">
                  <a:alpha val="4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" name="平行四边形 44"/>
              <p:cNvSpPr/>
              <p:nvPr/>
            </p:nvSpPr>
            <p:spPr>
              <a:xfrm>
                <a:off x="7231415" y="0"/>
                <a:ext cx="1318220" cy="6858000"/>
              </a:xfrm>
              <a:prstGeom prst="parallelogram">
                <a:avLst>
                  <a:gd name="adj" fmla="val 43266"/>
                </a:avLst>
              </a:prstGeom>
              <a:solidFill>
                <a:srgbClr val="C00000">
                  <a:alpha val="4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46" name="标题 1"/>
          <p:cNvSpPr txBox="1"/>
          <p:nvPr>
            <p:custDataLst>
              <p:tags r:id="rId35"/>
            </p:custDataLst>
          </p:nvPr>
        </p:nvSpPr>
        <p:spPr>
          <a:xfrm>
            <a:off x="-478682" y="1477391"/>
            <a:ext cx="5193030" cy="57169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sz="20000" b="1" dirty="0">
                <a:ln w="41275"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0000">
                        <a:schemeClr val="bg1">
                          <a:alpha val="0"/>
                        </a:schemeClr>
                      </a:gs>
                    </a:gsLst>
                    <a:lin ang="6000000" scaled="1"/>
                  </a:gradFill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kumimoji="1" lang="en-US" sz="20000" b="1" dirty="0">
              <a:ln w="41275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0000">
                      <a:schemeClr val="bg1">
                        <a:alpha val="0"/>
                      </a:schemeClr>
                    </a:gs>
                  </a:gsLst>
                  <a:lin ang="6000000" scaled="1"/>
                </a:gradFill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图形 39"/>
          <p:cNvGrpSpPr/>
          <p:nvPr>
            <p:custDataLst>
              <p:tags r:id="rId1"/>
            </p:custDataLst>
          </p:nvPr>
        </p:nvGrpSpPr>
        <p:grpSpPr>
          <a:xfrm>
            <a:off x="-103505" y="5046345"/>
            <a:ext cx="12872085" cy="1747520"/>
            <a:chOff x="0" y="1983176"/>
            <a:chExt cx="12191630" cy="3623830"/>
          </a:xfrm>
          <a:gradFill flip="none" rotWithShape="1">
            <a:gsLst>
              <a:gs pos="40000">
                <a:srgbClr val="ACD556"/>
              </a:gs>
              <a:gs pos="70000">
                <a:srgbClr val="53BADC"/>
              </a:gs>
              <a:gs pos="25000">
                <a:srgbClr val="53A3A2"/>
              </a:gs>
              <a:gs pos="11000">
                <a:srgbClr val="53BADC"/>
              </a:gs>
              <a:gs pos="50000">
                <a:schemeClr val="accent5">
                  <a:lumMod val="40000"/>
                  <a:lumOff val="60000"/>
                </a:schemeClr>
              </a:gs>
              <a:gs pos="100000">
                <a:srgbClr val="99D061"/>
              </a:gs>
            </a:gsLst>
            <a:lin ang="0" scaled="1"/>
            <a:tileRect/>
          </a:gradFill>
        </p:grpSpPr>
        <p:sp>
          <p:nvSpPr>
            <p:cNvPr id="15" name="任意多边形: 形状 1382"/>
            <p:cNvSpPr/>
            <p:nvPr>
              <p:custDataLst>
                <p:tags r:id="rId2"/>
              </p:custDataLst>
            </p:nvPr>
          </p:nvSpPr>
          <p:spPr>
            <a:xfrm>
              <a:off x="2214577" y="3383201"/>
              <a:ext cx="9977052" cy="1443507"/>
            </a:xfrm>
            <a:custGeom>
              <a:avLst/>
              <a:gdLst>
                <a:gd name="connsiteX0" fmla="*/ 9971793 w 9977052"/>
                <a:gd name="connsiteY0" fmla="*/ 1443508 h 1443507"/>
                <a:gd name="connsiteX1" fmla="*/ 9050366 w 9977052"/>
                <a:gd name="connsiteY1" fmla="*/ 532423 h 1443507"/>
                <a:gd name="connsiteX2" fmla="*/ 8388505 w 9977052"/>
                <a:gd name="connsiteY2" fmla="*/ 345119 h 1443507"/>
                <a:gd name="connsiteX3" fmla="*/ 7913754 w 9977052"/>
                <a:gd name="connsiteY3" fmla="*/ 309322 h 1443507"/>
                <a:gd name="connsiteX4" fmla="*/ 6781961 w 9977052"/>
                <a:gd name="connsiteY4" fmla="*/ 554763 h 1443507"/>
                <a:gd name="connsiteX5" fmla="*/ 5453964 w 9977052"/>
                <a:gd name="connsiteY5" fmla="*/ 815332 h 1443507"/>
                <a:gd name="connsiteX6" fmla="*/ 5096823 w 9977052"/>
                <a:gd name="connsiteY6" fmla="*/ 824338 h 1443507"/>
                <a:gd name="connsiteX7" fmla="*/ 3823848 w 9977052"/>
                <a:gd name="connsiteY7" fmla="*/ 690509 h 1443507"/>
                <a:gd name="connsiteX8" fmla="*/ 2679901 w 9977052"/>
                <a:gd name="connsiteY8" fmla="*/ 327018 h 1443507"/>
                <a:gd name="connsiteX9" fmla="*/ 872649 w 9977052"/>
                <a:gd name="connsiteY9" fmla="*/ 61137 h 1443507"/>
                <a:gd name="connsiteX10" fmla="*/ 5119 w 9977052"/>
                <a:gd name="connsiteY10" fmla="*/ 1296081 h 1443507"/>
                <a:gd name="connsiteX11" fmla="*/ 0 w 9977052"/>
                <a:gd name="connsiteY11" fmla="*/ 1294779 h 1443507"/>
                <a:gd name="connsiteX12" fmla="*/ 263014 w 9977052"/>
                <a:gd name="connsiteY12" fmla="*/ 534780 h 1443507"/>
                <a:gd name="connsiteX13" fmla="*/ 871523 w 9977052"/>
                <a:gd name="connsiteY13" fmla="*/ 56001 h 1443507"/>
                <a:gd name="connsiteX14" fmla="*/ 1812810 w 9977052"/>
                <a:gd name="connsiteY14" fmla="*/ 45007 h 1443507"/>
                <a:gd name="connsiteX15" fmla="*/ 2681783 w 9977052"/>
                <a:gd name="connsiteY15" fmla="*/ 322128 h 1443507"/>
                <a:gd name="connsiteX16" fmla="*/ 5453734 w 9977052"/>
                <a:gd name="connsiteY16" fmla="*/ 810107 h 1443507"/>
                <a:gd name="connsiteX17" fmla="*/ 6780606 w 9977052"/>
                <a:gd name="connsiteY17" fmla="*/ 549715 h 1443507"/>
                <a:gd name="connsiteX18" fmla="*/ 7913208 w 9977052"/>
                <a:gd name="connsiteY18" fmla="*/ 304133 h 1443507"/>
                <a:gd name="connsiteX19" fmla="*/ 8389454 w 9977052"/>
                <a:gd name="connsiteY19" fmla="*/ 339983 h 1443507"/>
                <a:gd name="connsiteX20" fmla="*/ 9052353 w 9977052"/>
                <a:gd name="connsiteY20" fmla="*/ 527568 h 1443507"/>
                <a:gd name="connsiteX21" fmla="*/ 9661813 w 9977052"/>
                <a:gd name="connsiteY21" fmla="*/ 887981 h 1443507"/>
                <a:gd name="connsiteX22" fmla="*/ 9977053 w 9977052"/>
                <a:gd name="connsiteY22" fmla="*/ 1442857 h 1443507"/>
                <a:gd name="connsiteX23" fmla="*/ 9971793 w 9977052"/>
                <a:gd name="connsiteY23" fmla="*/ 1443508 h 1443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77052" h="1443507">
                  <a:moveTo>
                    <a:pt x="9971793" y="1443508"/>
                  </a:moveTo>
                  <a:cubicBezTo>
                    <a:pt x="9909030" y="969970"/>
                    <a:pt x="9436073" y="686692"/>
                    <a:pt x="9050366" y="532423"/>
                  </a:cubicBezTo>
                  <a:cubicBezTo>
                    <a:pt x="8791063" y="428709"/>
                    <a:pt x="8547329" y="373334"/>
                    <a:pt x="8388505" y="345119"/>
                  </a:cubicBezTo>
                  <a:cubicBezTo>
                    <a:pt x="8197067" y="311116"/>
                    <a:pt x="8019579" y="297748"/>
                    <a:pt x="7913754" y="309322"/>
                  </a:cubicBezTo>
                  <a:cubicBezTo>
                    <a:pt x="7529752" y="351364"/>
                    <a:pt x="7149603" y="454761"/>
                    <a:pt x="6781961" y="554763"/>
                  </a:cubicBezTo>
                  <a:cubicBezTo>
                    <a:pt x="6351397" y="671881"/>
                    <a:pt x="5906181" y="792974"/>
                    <a:pt x="5453964" y="815332"/>
                  </a:cubicBezTo>
                  <a:cubicBezTo>
                    <a:pt x="5332764" y="821330"/>
                    <a:pt x="5213764" y="824338"/>
                    <a:pt x="5096823" y="824338"/>
                  </a:cubicBezTo>
                  <a:cubicBezTo>
                    <a:pt x="4648229" y="824338"/>
                    <a:pt x="4229011" y="780115"/>
                    <a:pt x="3823848" y="690509"/>
                  </a:cubicBezTo>
                  <a:cubicBezTo>
                    <a:pt x="3378192" y="591949"/>
                    <a:pt x="3007208" y="451208"/>
                    <a:pt x="2679901" y="327018"/>
                  </a:cubicBezTo>
                  <a:cubicBezTo>
                    <a:pt x="2085605" y="101560"/>
                    <a:pt x="1572348" y="-93167"/>
                    <a:pt x="872649" y="61137"/>
                  </a:cubicBezTo>
                  <a:cubicBezTo>
                    <a:pt x="284509" y="190850"/>
                    <a:pt x="129590" y="803669"/>
                    <a:pt x="5119" y="1296081"/>
                  </a:cubicBezTo>
                  <a:lnTo>
                    <a:pt x="0" y="1294779"/>
                  </a:lnTo>
                  <a:cubicBezTo>
                    <a:pt x="62464" y="1047668"/>
                    <a:pt x="133266" y="767573"/>
                    <a:pt x="263014" y="534780"/>
                  </a:cubicBezTo>
                  <a:cubicBezTo>
                    <a:pt x="410334" y="270412"/>
                    <a:pt x="609371" y="113804"/>
                    <a:pt x="871523" y="56001"/>
                  </a:cubicBezTo>
                  <a:cubicBezTo>
                    <a:pt x="1192990" y="-14889"/>
                    <a:pt x="1492100" y="-18389"/>
                    <a:pt x="1812810" y="45007"/>
                  </a:cubicBezTo>
                  <a:cubicBezTo>
                    <a:pt x="2102051" y="102176"/>
                    <a:pt x="2383659" y="209004"/>
                    <a:pt x="2681783" y="322128"/>
                  </a:cubicBezTo>
                  <a:cubicBezTo>
                    <a:pt x="3364946" y="581307"/>
                    <a:pt x="4139264" y="875069"/>
                    <a:pt x="5453734" y="810107"/>
                  </a:cubicBezTo>
                  <a:cubicBezTo>
                    <a:pt x="5905371" y="787785"/>
                    <a:pt x="6350306" y="666762"/>
                    <a:pt x="6780606" y="549715"/>
                  </a:cubicBezTo>
                  <a:cubicBezTo>
                    <a:pt x="7148442" y="449660"/>
                    <a:pt x="7528785" y="346210"/>
                    <a:pt x="7913208" y="304133"/>
                  </a:cubicBezTo>
                  <a:cubicBezTo>
                    <a:pt x="8019525" y="292506"/>
                    <a:pt x="8197542" y="305892"/>
                    <a:pt x="8389454" y="339983"/>
                  </a:cubicBezTo>
                  <a:cubicBezTo>
                    <a:pt x="8548508" y="368233"/>
                    <a:pt x="8792629" y="423696"/>
                    <a:pt x="9052353" y="527568"/>
                  </a:cubicBezTo>
                  <a:cubicBezTo>
                    <a:pt x="9302966" y="627799"/>
                    <a:pt x="9508018" y="749068"/>
                    <a:pt x="9661813" y="887981"/>
                  </a:cubicBezTo>
                  <a:cubicBezTo>
                    <a:pt x="9843998" y="1052558"/>
                    <a:pt x="9950069" y="1239246"/>
                    <a:pt x="9977053" y="1442857"/>
                  </a:cubicBezTo>
                  <a:lnTo>
                    <a:pt x="9971793" y="1443508"/>
                  </a:ln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任意多边形: 形状 1383"/>
            <p:cNvSpPr/>
            <p:nvPr>
              <p:custDataLst>
                <p:tags r:id="rId3"/>
              </p:custDataLst>
            </p:nvPr>
          </p:nvSpPr>
          <p:spPr>
            <a:xfrm>
              <a:off x="2135490" y="3436533"/>
              <a:ext cx="10056016" cy="1340042"/>
            </a:xfrm>
            <a:custGeom>
              <a:avLst/>
              <a:gdLst>
                <a:gd name="connsiteX0" fmla="*/ 10050898 w 10056016"/>
                <a:gd name="connsiteY0" fmla="*/ 1340042 h 1340042"/>
                <a:gd name="connsiteX1" fmla="*/ 9157228 w 10056016"/>
                <a:gd name="connsiteY1" fmla="*/ 449820 h 1340042"/>
                <a:gd name="connsiteX2" fmla="*/ 8054882 w 10056016"/>
                <a:gd name="connsiteY2" fmla="*/ 216992 h 1340042"/>
                <a:gd name="connsiteX3" fmla="*/ 8015198 w 10056016"/>
                <a:gd name="connsiteY3" fmla="*/ 219437 h 1340042"/>
                <a:gd name="connsiteX4" fmla="*/ 7736915 w 10056016"/>
                <a:gd name="connsiteY4" fmla="*/ 242991 h 1340042"/>
                <a:gd name="connsiteX5" fmla="*/ 7215268 w 10056016"/>
                <a:gd name="connsiteY5" fmla="*/ 374638 h 1340042"/>
                <a:gd name="connsiteX6" fmla="*/ 7157836 w 10056016"/>
                <a:gd name="connsiteY6" fmla="*/ 392669 h 1340042"/>
                <a:gd name="connsiteX7" fmla="*/ 6824055 w 10056016"/>
                <a:gd name="connsiteY7" fmla="*/ 501413 h 1340042"/>
                <a:gd name="connsiteX8" fmla="*/ 6116458 w 10056016"/>
                <a:gd name="connsiteY8" fmla="*/ 715174 h 1340042"/>
                <a:gd name="connsiteX9" fmla="*/ 5573051 w 10056016"/>
                <a:gd name="connsiteY9" fmla="*/ 809230 h 1340042"/>
                <a:gd name="connsiteX10" fmla="*/ 5409389 w 10056016"/>
                <a:gd name="connsiteY10" fmla="*/ 815229 h 1340042"/>
                <a:gd name="connsiteX11" fmla="*/ 5078493 w 10056016"/>
                <a:gd name="connsiteY11" fmla="*/ 800611 h 1340042"/>
                <a:gd name="connsiteX12" fmla="*/ 4556864 w 10056016"/>
                <a:gd name="connsiteY12" fmla="*/ 735931 h 1340042"/>
                <a:gd name="connsiteX13" fmla="*/ 4028391 w 10056016"/>
                <a:gd name="connsiteY13" fmla="*/ 621926 h 1340042"/>
                <a:gd name="connsiteX14" fmla="*/ 3556121 w 10056016"/>
                <a:gd name="connsiteY14" fmla="*/ 480146 h 1340042"/>
                <a:gd name="connsiteX15" fmla="*/ 3464245 w 10056016"/>
                <a:gd name="connsiteY15" fmla="*/ 449768 h 1340042"/>
                <a:gd name="connsiteX16" fmla="*/ 3253071 w 10056016"/>
                <a:gd name="connsiteY16" fmla="*/ 381077 h 1340042"/>
                <a:gd name="connsiteX17" fmla="*/ 2937373 w 10056016"/>
                <a:gd name="connsiteY17" fmla="*/ 279773 h 1340042"/>
                <a:gd name="connsiteX18" fmla="*/ 949309 w 10056016"/>
                <a:gd name="connsiteY18" fmla="*/ 82213 h 1340042"/>
                <a:gd name="connsiteX19" fmla="*/ 476176 w 10056016"/>
                <a:gd name="connsiteY19" fmla="*/ 333582 h 1340042"/>
                <a:gd name="connsiteX20" fmla="*/ 4960 w 10056016"/>
                <a:gd name="connsiteY20" fmla="*/ 1236100 h 1340042"/>
                <a:gd name="connsiteX21" fmla="*/ 0 w 10056016"/>
                <a:gd name="connsiteY21" fmla="*/ 1234482 h 1340042"/>
                <a:gd name="connsiteX22" fmla="*/ 178984 w 10056016"/>
                <a:gd name="connsiteY22" fmla="*/ 757285 h 1340042"/>
                <a:gd name="connsiteX23" fmla="*/ 472552 w 10056016"/>
                <a:gd name="connsiteY23" fmla="*/ 329835 h 1340042"/>
                <a:gd name="connsiteX24" fmla="*/ 683234 w 10056016"/>
                <a:gd name="connsiteY24" fmla="*/ 174564 h 1340042"/>
                <a:gd name="connsiteX25" fmla="*/ 948200 w 10056016"/>
                <a:gd name="connsiteY25" fmla="*/ 77112 h 1340042"/>
                <a:gd name="connsiteX26" fmla="*/ 2938974 w 10056016"/>
                <a:gd name="connsiteY26" fmla="*/ 274812 h 1340042"/>
                <a:gd name="connsiteX27" fmla="*/ 3254618 w 10056016"/>
                <a:gd name="connsiteY27" fmla="*/ 376098 h 1340042"/>
                <a:gd name="connsiteX28" fmla="*/ 3465881 w 10056016"/>
                <a:gd name="connsiteY28" fmla="*/ 444807 h 1340042"/>
                <a:gd name="connsiteX29" fmla="*/ 3557756 w 10056016"/>
                <a:gd name="connsiteY29" fmla="*/ 475186 h 1340042"/>
                <a:gd name="connsiteX30" fmla="*/ 4029710 w 10056016"/>
                <a:gd name="connsiteY30" fmla="*/ 616878 h 1340042"/>
                <a:gd name="connsiteX31" fmla="*/ 4557726 w 10056016"/>
                <a:gd name="connsiteY31" fmla="*/ 730776 h 1340042"/>
                <a:gd name="connsiteX32" fmla="*/ 5078880 w 10056016"/>
                <a:gd name="connsiteY32" fmla="*/ 795404 h 1340042"/>
                <a:gd name="connsiteX33" fmla="*/ 5409372 w 10056016"/>
                <a:gd name="connsiteY33" fmla="*/ 810004 h 1340042"/>
                <a:gd name="connsiteX34" fmla="*/ 5410497 w 10056016"/>
                <a:gd name="connsiteY34" fmla="*/ 810004 h 1340042"/>
                <a:gd name="connsiteX35" fmla="*/ 5572665 w 10056016"/>
                <a:gd name="connsiteY35" fmla="*/ 804023 h 1340042"/>
                <a:gd name="connsiteX36" fmla="*/ 6115209 w 10056016"/>
                <a:gd name="connsiteY36" fmla="*/ 710090 h 1340042"/>
                <a:gd name="connsiteX37" fmla="*/ 6822384 w 10056016"/>
                <a:gd name="connsiteY37" fmla="*/ 496453 h 1340042"/>
                <a:gd name="connsiteX38" fmla="*/ 7156253 w 10056016"/>
                <a:gd name="connsiteY38" fmla="*/ 387673 h 1340042"/>
                <a:gd name="connsiteX39" fmla="*/ 7213686 w 10056016"/>
                <a:gd name="connsiteY39" fmla="*/ 369643 h 1340042"/>
                <a:gd name="connsiteX40" fmla="*/ 7736212 w 10056016"/>
                <a:gd name="connsiteY40" fmla="*/ 237802 h 1340042"/>
                <a:gd name="connsiteX41" fmla="*/ 8014846 w 10056016"/>
                <a:gd name="connsiteY41" fmla="*/ 214213 h 1340042"/>
                <a:gd name="connsiteX42" fmla="*/ 8054513 w 10056016"/>
                <a:gd name="connsiteY42" fmla="*/ 211768 h 1340042"/>
                <a:gd name="connsiteX43" fmla="*/ 9159145 w 10056016"/>
                <a:gd name="connsiteY43" fmla="*/ 444965 h 1340042"/>
                <a:gd name="connsiteX44" fmla="*/ 10056017 w 10056016"/>
                <a:gd name="connsiteY44" fmla="*/ 1339321 h 1340042"/>
                <a:gd name="connsiteX45" fmla="*/ 10050898 w 10056016"/>
                <a:gd name="connsiteY45" fmla="*/ 1340042 h 1340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0056016" h="1340042">
                  <a:moveTo>
                    <a:pt x="10050898" y="1340042"/>
                  </a:moveTo>
                  <a:cubicBezTo>
                    <a:pt x="9988680" y="879698"/>
                    <a:pt x="9530569" y="601855"/>
                    <a:pt x="9157228" y="449820"/>
                  </a:cubicBezTo>
                  <a:cubicBezTo>
                    <a:pt x="8714140" y="269394"/>
                    <a:pt x="8245881" y="205048"/>
                    <a:pt x="8054882" y="216992"/>
                  </a:cubicBezTo>
                  <a:cubicBezTo>
                    <a:pt x="8041654" y="217819"/>
                    <a:pt x="8028426" y="218628"/>
                    <a:pt x="8015198" y="219437"/>
                  </a:cubicBezTo>
                  <a:cubicBezTo>
                    <a:pt x="7924572" y="224978"/>
                    <a:pt x="7830850" y="230695"/>
                    <a:pt x="7736915" y="242991"/>
                  </a:cubicBezTo>
                  <a:cubicBezTo>
                    <a:pt x="7559726" y="266193"/>
                    <a:pt x="7384613" y="321321"/>
                    <a:pt x="7215268" y="374638"/>
                  </a:cubicBezTo>
                  <a:cubicBezTo>
                    <a:pt x="7196042" y="380689"/>
                    <a:pt x="7176886" y="386723"/>
                    <a:pt x="7157836" y="392669"/>
                  </a:cubicBezTo>
                  <a:cubicBezTo>
                    <a:pt x="7045995" y="427586"/>
                    <a:pt x="6933169" y="465124"/>
                    <a:pt x="6824055" y="501413"/>
                  </a:cubicBezTo>
                  <a:cubicBezTo>
                    <a:pt x="6593584" y="578073"/>
                    <a:pt x="6355285" y="657353"/>
                    <a:pt x="6116458" y="715174"/>
                  </a:cubicBezTo>
                  <a:cubicBezTo>
                    <a:pt x="5946956" y="756212"/>
                    <a:pt x="5763821" y="796020"/>
                    <a:pt x="5573051" y="809230"/>
                  </a:cubicBezTo>
                  <a:cubicBezTo>
                    <a:pt x="5514950" y="813294"/>
                    <a:pt x="5461457" y="815317"/>
                    <a:pt x="5409389" y="815229"/>
                  </a:cubicBezTo>
                  <a:cubicBezTo>
                    <a:pt x="5286748" y="815598"/>
                    <a:pt x="5173324" y="808069"/>
                    <a:pt x="5078493" y="800611"/>
                  </a:cubicBezTo>
                  <a:cubicBezTo>
                    <a:pt x="4909782" y="787840"/>
                    <a:pt x="4739154" y="766679"/>
                    <a:pt x="4556864" y="735931"/>
                  </a:cubicBezTo>
                  <a:cubicBezTo>
                    <a:pt x="4379164" y="705956"/>
                    <a:pt x="4206302" y="668664"/>
                    <a:pt x="4028391" y="621926"/>
                  </a:cubicBezTo>
                  <a:cubicBezTo>
                    <a:pt x="3881457" y="583333"/>
                    <a:pt x="3731392" y="538283"/>
                    <a:pt x="3556121" y="480146"/>
                  </a:cubicBezTo>
                  <a:cubicBezTo>
                    <a:pt x="3525284" y="470032"/>
                    <a:pt x="3494254" y="459724"/>
                    <a:pt x="3464245" y="449768"/>
                  </a:cubicBezTo>
                  <a:cubicBezTo>
                    <a:pt x="3391121" y="425510"/>
                    <a:pt x="3322061" y="402607"/>
                    <a:pt x="3253071" y="381077"/>
                  </a:cubicBezTo>
                  <a:cubicBezTo>
                    <a:pt x="3142461" y="346582"/>
                    <a:pt x="3038202" y="312614"/>
                    <a:pt x="2937373" y="279773"/>
                  </a:cubicBezTo>
                  <a:cubicBezTo>
                    <a:pt x="2268300" y="61826"/>
                    <a:pt x="1784894" y="-95645"/>
                    <a:pt x="949309" y="82213"/>
                  </a:cubicBezTo>
                  <a:cubicBezTo>
                    <a:pt x="765188" y="122144"/>
                    <a:pt x="610427" y="204362"/>
                    <a:pt x="476176" y="333582"/>
                  </a:cubicBezTo>
                  <a:cubicBezTo>
                    <a:pt x="218439" y="581661"/>
                    <a:pt x="100073" y="944519"/>
                    <a:pt x="4960" y="1236100"/>
                  </a:cubicBezTo>
                  <a:lnTo>
                    <a:pt x="0" y="1234482"/>
                  </a:lnTo>
                  <a:cubicBezTo>
                    <a:pt x="45806" y="1094056"/>
                    <a:pt x="102834" y="919277"/>
                    <a:pt x="178984" y="757285"/>
                  </a:cubicBezTo>
                  <a:cubicBezTo>
                    <a:pt x="262715" y="579199"/>
                    <a:pt x="358741" y="439372"/>
                    <a:pt x="472552" y="329835"/>
                  </a:cubicBezTo>
                  <a:cubicBezTo>
                    <a:pt x="536951" y="267864"/>
                    <a:pt x="607823" y="215620"/>
                    <a:pt x="683234" y="174564"/>
                  </a:cubicBezTo>
                  <a:cubicBezTo>
                    <a:pt x="764256" y="130464"/>
                    <a:pt x="853405" y="97676"/>
                    <a:pt x="948200" y="77112"/>
                  </a:cubicBezTo>
                  <a:cubicBezTo>
                    <a:pt x="1785158" y="-101045"/>
                    <a:pt x="2269126" y="56601"/>
                    <a:pt x="2938974" y="274812"/>
                  </a:cubicBezTo>
                  <a:cubicBezTo>
                    <a:pt x="3039785" y="307654"/>
                    <a:pt x="3144045" y="341603"/>
                    <a:pt x="3254618" y="376098"/>
                  </a:cubicBezTo>
                  <a:cubicBezTo>
                    <a:pt x="3323661" y="397629"/>
                    <a:pt x="3392739" y="420550"/>
                    <a:pt x="3465881" y="444807"/>
                  </a:cubicBezTo>
                  <a:cubicBezTo>
                    <a:pt x="3495891" y="454763"/>
                    <a:pt x="3526920" y="465054"/>
                    <a:pt x="3557756" y="475186"/>
                  </a:cubicBezTo>
                  <a:cubicBezTo>
                    <a:pt x="3732923" y="533287"/>
                    <a:pt x="3882882" y="578302"/>
                    <a:pt x="4029710" y="616878"/>
                  </a:cubicBezTo>
                  <a:cubicBezTo>
                    <a:pt x="4207463" y="663563"/>
                    <a:pt x="4380184" y="700837"/>
                    <a:pt x="4557726" y="730776"/>
                  </a:cubicBezTo>
                  <a:cubicBezTo>
                    <a:pt x="4739858" y="761507"/>
                    <a:pt x="4910328" y="782633"/>
                    <a:pt x="5078880" y="795404"/>
                  </a:cubicBezTo>
                  <a:cubicBezTo>
                    <a:pt x="5173605" y="802845"/>
                    <a:pt x="5286976" y="810391"/>
                    <a:pt x="5409372" y="810004"/>
                  </a:cubicBezTo>
                  <a:cubicBezTo>
                    <a:pt x="5409741" y="810004"/>
                    <a:pt x="5410127" y="810004"/>
                    <a:pt x="5410497" y="810004"/>
                  </a:cubicBezTo>
                  <a:cubicBezTo>
                    <a:pt x="5462055" y="810004"/>
                    <a:pt x="5515108" y="808052"/>
                    <a:pt x="5572665" y="804023"/>
                  </a:cubicBezTo>
                  <a:cubicBezTo>
                    <a:pt x="5763047" y="790830"/>
                    <a:pt x="5945935" y="751076"/>
                    <a:pt x="6115209" y="710090"/>
                  </a:cubicBezTo>
                  <a:cubicBezTo>
                    <a:pt x="6353807" y="652305"/>
                    <a:pt x="6592018" y="573077"/>
                    <a:pt x="6822384" y="496453"/>
                  </a:cubicBezTo>
                  <a:cubicBezTo>
                    <a:pt x="6931515" y="460146"/>
                    <a:pt x="7044359" y="422608"/>
                    <a:pt x="7156253" y="387673"/>
                  </a:cubicBezTo>
                  <a:cubicBezTo>
                    <a:pt x="7175302" y="381727"/>
                    <a:pt x="7194442" y="375694"/>
                    <a:pt x="7213686" y="369643"/>
                  </a:cubicBezTo>
                  <a:cubicBezTo>
                    <a:pt x="7383240" y="316255"/>
                    <a:pt x="7558566" y="261074"/>
                    <a:pt x="7736212" y="237802"/>
                  </a:cubicBezTo>
                  <a:cubicBezTo>
                    <a:pt x="7830321" y="225471"/>
                    <a:pt x="7924132" y="219754"/>
                    <a:pt x="8014846" y="214213"/>
                  </a:cubicBezTo>
                  <a:cubicBezTo>
                    <a:pt x="8028074" y="213404"/>
                    <a:pt x="8041302" y="212594"/>
                    <a:pt x="8054513" y="211768"/>
                  </a:cubicBezTo>
                  <a:cubicBezTo>
                    <a:pt x="8245986" y="199788"/>
                    <a:pt x="8715301" y="264223"/>
                    <a:pt x="9159145" y="444965"/>
                  </a:cubicBezTo>
                  <a:cubicBezTo>
                    <a:pt x="9533771" y="597510"/>
                    <a:pt x="9993465" y="876514"/>
                    <a:pt x="10056017" y="1339321"/>
                  </a:cubicBezTo>
                  <a:lnTo>
                    <a:pt x="10050898" y="1340042"/>
                  </a:ln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任意多边形: 形状 1384"/>
            <p:cNvSpPr/>
            <p:nvPr>
              <p:custDataLst>
                <p:tags r:id="rId4"/>
              </p:custDataLst>
            </p:nvPr>
          </p:nvSpPr>
          <p:spPr>
            <a:xfrm>
              <a:off x="2056456" y="3476962"/>
              <a:ext cx="10135051" cy="1249497"/>
            </a:xfrm>
            <a:custGeom>
              <a:avLst/>
              <a:gdLst>
                <a:gd name="connsiteX0" fmla="*/ 10129967 w 10135051"/>
                <a:gd name="connsiteY0" fmla="*/ 1249497 h 1249497"/>
                <a:gd name="connsiteX1" fmla="*/ 8206319 w 10135051"/>
                <a:gd name="connsiteY1" fmla="*/ 137476 h 1249497"/>
                <a:gd name="connsiteX2" fmla="*/ 8195959 w 10135051"/>
                <a:gd name="connsiteY2" fmla="*/ 137546 h 1249497"/>
                <a:gd name="connsiteX3" fmla="*/ 8092438 w 10135051"/>
                <a:gd name="connsiteY3" fmla="*/ 137546 h 1249497"/>
                <a:gd name="connsiteX4" fmla="*/ 7875740 w 10135051"/>
                <a:gd name="connsiteY4" fmla="*/ 142384 h 1249497"/>
                <a:gd name="connsiteX5" fmla="*/ 7368816 w 10135051"/>
                <a:gd name="connsiteY5" fmla="*/ 279660 h 1249497"/>
                <a:gd name="connsiteX6" fmla="*/ 7285367 w 10135051"/>
                <a:gd name="connsiteY6" fmla="*/ 310321 h 1249497"/>
                <a:gd name="connsiteX7" fmla="*/ 6903248 w 10135051"/>
                <a:gd name="connsiteY7" fmla="*/ 456779 h 1249497"/>
                <a:gd name="connsiteX8" fmla="*/ 6243268 w 10135051"/>
                <a:gd name="connsiteY8" fmla="*/ 694779 h 1249497"/>
                <a:gd name="connsiteX9" fmla="*/ 5692104 w 10135051"/>
                <a:gd name="connsiteY9" fmla="*/ 816049 h 1249497"/>
                <a:gd name="connsiteX10" fmla="*/ 5522355 w 10135051"/>
                <a:gd name="connsiteY10" fmla="*/ 821889 h 1249497"/>
                <a:gd name="connsiteX11" fmla="*/ 5185285 w 10135051"/>
                <a:gd name="connsiteY11" fmla="*/ 790929 h 1249497"/>
                <a:gd name="connsiteX12" fmla="*/ 4663322 w 10135051"/>
                <a:gd name="connsiteY12" fmla="*/ 692985 h 1249497"/>
                <a:gd name="connsiteX13" fmla="*/ 4135957 w 10135051"/>
                <a:gd name="connsiteY13" fmla="*/ 545717 h 1249497"/>
                <a:gd name="connsiteX14" fmla="*/ 3677108 w 10135051"/>
                <a:gd name="connsiteY14" fmla="*/ 384395 h 1249497"/>
                <a:gd name="connsiteX15" fmla="*/ 3660133 w 10135051"/>
                <a:gd name="connsiteY15" fmla="*/ 378167 h 1249497"/>
                <a:gd name="connsiteX16" fmla="*/ 3347462 w 10135051"/>
                <a:gd name="connsiteY16" fmla="*/ 273029 h 1249497"/>
                <a:gd name="connsiteX17" fmla="*/ 3287917 w 10135051"/>
                <a:gd name="connsiteY17" fmla="*/ 256036 h 1249497"/>
                <a:gd name="connsiteX18" fmla="*/ 1948416 w 10135051"/>
                <a:gd name="connsiteY18" fmla="*/ 5828 h 1249497"/>
                <a:gd name="connsiteX19" fmla="*/ 1025986 w 10135051"/>
                <a:gd name="connsiteY19" fmla="*/ 116227 h 1249497"/>
                <a:gd name="connsiteX20" fmla="*/ 529229 w 10135051"/>
                <a:gd name="connsiteY20" fmla="*/ 361281 h 1249497"/>
                <a:gd name="connsiteX21" fmla="*/ 4767 w 10135051"/>
                <a:gd name="connsiteY21" fmla="*/ 1189074 h 1249497"/>
                <a:gd name="connsiteX22" fmla="*/ 0 w 10135051"/>
                <a:gd name="connsiteY22" fmla="*/ 1187104 h 1249497"/>
                <a:gd name="connsiteX23" fmla="*/ 204226 w 10135051"/>
                <a:gd name="connsiteY23" fmla="*/ 754411 h 1249497"/>
                <a:gd name="connsiteX24" fmla="*/ 525869 w 10135051"/>
                <a:gd name="connsiteY24" fmla="*/ 357375 h 1249497"/>
                <a:gd name="connsiteX25" fmla="*/ 750412 w 10135051"/>
                <a:gd name="connsiteY25" fmla="*/ 206730 h 1249497"/>
                <a:gd name="connsiteX26" fmla="*/ 1024930 w 10135051"/>
                <a:gd name="connsiteY26" fmla="*/ 111178 h 1249497"/>
                <a:gd name="connsiteX27" fmla="*/ 1696308 w 10135051"/>
                <a:gd name="connsiteY27" fmla="*/ 9927 h 1249497"/>
                <a:gd name="connsiteX28" fmla="*/ 2237006 w 10135051"/>
                <a:gd name="connsiteY28" fmla="*/ 13850 h 1249497"/>
                <a:gd name="connsiteX29" fmla="*/ 3289325 w 10135051"/>
                <a:gd name="connsiteY29" fmla="*/ 251076 h 1249497"/>
                <a:gd name="connsiteX30" fmla="*/ 3348869 w 10135051"/>
                <a:gd name="connsiteY30" fmla="*/ 268068 h 1249497"/>
                <a:gd name="connsiteX31" fmla="*/ 3661892 w 10135051"/>
                <a:gd name="connsiteY31" fmla="*/ 373312 h 1249497"/>
                <a:gd name="connsiteX32" fmla="*/ 3678867 w 10135051"/>
                <a:gd name="connsiteY32" fmla="*/ 379540 h 1249497"/>
                <a:gd name="connsiteX33" fmla="*/ 4137523 w 10135051"/>
                <a:gd name="connsiteY33" fmla="*/ 540792 h 1249497"/>
                <a:gd name="connsiteX34" fmla="*/ 4664483 w 10135051"/>
                <a:gd name="connsiteY34" fmla="*/ 687954 h 1249497"/>
                <a:gd name="connsiteX35" fmla="*/ 5185954 w 10135051"/>
                <a:gd name="connsiteY35" fmla="*/ 785810 h 1249497"/>
                <a:gd name="connsiteX36" fmla="*/ 5522461 w 10135051"/>
                <a:gd name="connsiteY36" fmla="*/ 816717 h 1249497"/>
                <a:gd name="connsiteX37" fmla="*/ 5691647 w 10135051"/>
                <a:gd name="connsiteY37" fmla="*/ 810895 h 1249497"/>
                <a:gd name="connsiteX38" fmla="*/ 6241808 w 10135051"/>
                <a:gd name="connsiteY38" fmla="*/ 689819 h 1249497"/>
                <a:gd name="connsiteX39" fmla="*/ 6901348 w 10135051"/>
                <a:gd name="connsiteY39" fmla="*/ 451960 h 1249497"/>
                <a:gd name="connsiteX40" fmla="*/ 7283608 w 10135051"/>
                <a:gd name="connsiteY40" fmla="*/ 305448 h 1249497"/>
                <a:gd name="connsiteX41" fmla="*/ 7367022 w 10135051"/>
                <a:gd name="connsiteY41" fmla="*/ 274805 h 1249497"/>
                <a:gd name="connsiteX42" fmla="*/ 7875318 w 10135051"/>
                <a:gd name="connsiteY42" fmla="*/ 137212 h 1249497"/>
                <a:gd name="connsiteX43" fmla="*/ 8092473 w 10135051"/>
                <a:gd name="connsiteY43" fmla="*/ 132357 h 1249497"/>
                <a:gd name="connsiteX44" fmla="*/ 8195870 w 10135051"/>
                <a:gd name="connsiteY44" fmla="*/ 132357 h 1249497"/>
                <a:gd name="connsiteX45" fmla="*/ 8644482 w 10135051"/>
                <a:gd name="connsiteY45" fmla="*/ 186993 h 1249497"/>
                <a:gd name="connsiteX46" fmla="*/ 9265762 w 10135051"/>
                <a:gd name="connsiteY46" fmla="*/ 375142 h 1249497"/>
                <a:gd name="connsiteX47" fmla="*/ 9837050 w 10135051"/>
                <a:gd name="connsiteY47" fmla="*/ 720866 h 1249497"/>
                <a:gd name="connsiteX48" fmla="*/ 10135051 w 10135051"/>
                <a:gd name="connsiteY48" fmla="*/ 1248741 h 1249497"/>
                <a:gd name="connsiteX49" fmla="*/ 10129967 w 10135051"/>
                <a:gd name="connsiteY49" fmla="*/ 1249497 h 1249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135051" h="1249497">
                  <a:moveTo>
                    <a:pt x="10129967" y="1249497"/>
                  </a:moveTo>
                  <a:cubicBezTo>
                    <a:pt x="10015083" y="416550"/>
                    <a:pt x="8584691" y="137476"/>
                    <a:pt x="8206319" y="137476"/>
                  </a:cubicBezTo>
                  <a:cubicBezTo>
                    <a:pt x="8202748" y="137476"/>
                    <a:pt x="8199336" y="137494"/>
                    <a:pt x="8195959" y="137546"/>
                  </a:cubicBezTo>
                  <a:cubicBezTo>
                    <a:pt x="8161551" y="138057"/>
                    <a:pt x="8126423" y="137793"/>
                    <a:pt x="8092438" y="137546"/>
                  </a:cubicBezTo>
                  <a:cubicBezTo>
                    <a:pt x="8022287" y="137036"/>
                    <a:pt x="7949762" y="136509"/>
                    <a:pt x="7875740" y="142384"/>
                  </a:cubicBezTo>
                  <a:cubicBezTo>
                    <a:pt x="7701999" y="156193"/>
                    <a:pt x="7532619" y="218973"/>
                    <a:pt x="7368816" y="279660"/>
                  </a:cubicBezTo>
                  <a:cubicBezTo>
                    <a:pt x="7341287" y="289863"/>
                    <a:pt x="7312825" y="300417"/>
                    <a:pt x="7285367" y="310321"/>
                  </a:cubicBezTo>
                  <a:cubicBezTo>
                    <a:pt x="7156674" y="356760"/>
                    <a:pt x="7027841" y="407596"/>
                    <a:pt x="6903248" y="456779"/>
                  </a:cubicBezTo>
                  <a:cubicBezTo>
                    <a:pt x="6688890" y="541390"/>
                    <a:pt x="6467214" y="628885"/>
                    <a:pt x="6243268" y="694779"/>
                  </a:cubicBezTo>
                  <a:cubicBezTo>
                    <a:pt x="6086097" y="741025"/>
                    <a:pt x="5890491" y="798581"/>
                    <a:pt x="5692104" y="816049"/>
                  </a:cubicBezTo>
                  <a:cubicBezTo>
                    <a:pt x="5634020" y="821220"/>
                    <a:pt x="5576921" y="823190"/>
                    <a:pt x="5522355" y="821889"/>
                  </a:cubicBezTo>
                  <a:cubicBezTo>
                    <a:pt x="5401667" y="819021"/>
                    <a:pt x="5289668" y="805037"/>
                    <a:pt x="5185285" y="790929"/>
                  </a:cubicBezTo>
                  <a:cubicBezTo>
                    <a:pt x="5019143" y="768501"/>
                    <a:pt x="4853282" y="737366"/>
                    <a:pt x="4663322" y="692985"/>
                  </a:cubicBezTo>
                  <a:cubicBezTo>
                    <a:pt x="4489738" y="652422"/>
                    <a:pt x="4317246" y="604241"/>
                    <a:pt x="4135957" y="545717"/>
                  </a:cubicBezTo>
                  <a:cubicBezTo>
                    <a:pt x="3976411" y="494195"/>
                    <a:pt x="3824253" y="438380"/>
                    <a:pt x="3677108" y="384395"/>
                  </a:cubicBezTo>
                  <a:lnTo>
                    <a:pt x="3660133" y="378167"/>
                  </a:lnTo>
                  <a:cubicBezTo>
                    <a:pt x="3542787" y="335123"/>
                    <a:pt x="3444702" y="300769"/>
                    <a:pt x="3347462" y="273029"/>
                  </a:cubicBezTo>
                  <a:cubicBezTo>
                    <a:pt x="3327391" y="267294"/>
                    <a:pt x="3307549" y="261630"/>
                    <a:pt x="3287917" y="256036"/>
                  </a:cubicBezTo>
                  <a:cubicBezTo>
                    <a:pt x="2776543" y="109965"/>
                    <a:pt x="2411944" y="5828"/>
                    <a:pt x="1948416" y="5828"/>
                  </a:cubicBezTo>
                  <a:cubicBezTo>
                    <a:pt x="1687073" y="5828"/>
                    <a:pt x="1394349" y="38899"/>
                    <a:pt x="1025986" y="116227"/>
                  </a:cubicBezTo>
                  <a:cubicBezTo>
                    <a:pt x="837960" y="155682"/>
                    <a:pt x="675477" y="235842"/>
                    <a:pt x="529229" y="361281"/>
                  </a:cubicBezTo>
                  <a:cubicBezTo>
                    <a:pt x="248027" y="602464"/>
                    <a:pt x="113142" y="927731"/>
                    <a:pt x="4767" y="1189074"/>
                  </a:cubicBezTo>
                  <a:lnTo>
                    <a:pt x="0" y="1187104"/>
                  </a:lnTo>
                  <a:cubicBezTo>
                    <a:pt x="61514" y="1038780"/>
                    <a:pt x="123415" y="894080"/>
                    <a:pt x="204226" y="754411"/>
                  </a:cubicBezTo>
                  <a:cubicBezTo>
                    <a:pt x="297878" y="592561"/>
                    <a:pt x="403087" y="462690"/>
                    <a:pt x="525869" y="357375"/>
                  </a:cubicBezTo>
                  <a:cubicBezTo>
                    <a:pt x="595862" y="297339"/>
                    <a:pt x="671413" y="246661"/>
                    <a:pt x="750412" y="206730"/>
                  </a:cubicBezTo>
                  <a:cubicBezTo>
                    <a:pt x="835603" y="163686"/>
                    <a:pt x="927971" y="131531"/>
                    <a:pt x="1024930" y="111178"/>
                  </a:cubicBezTo>
                  <a:cubicBezTo>
                    <a:pt x="1276897" y="58301"/>
                    <a:pt x="1496497" y="25178"/>
                    <a:pt x="1696308" y="9927"/>
                  </a:cubicBezTo>
                  <a:cubicBezTo>
                    <a:pt x="1885336" y="-4497"/>
                    <a:pt x="2062191" y="-3213"/>
                    <a:pt x="2237006" y="13850"/>
                  </a:cubicBezTo>
                  <a:cubicBezTo>
                    <a:pt x="2574023" y="46744"/>
                    <a:pt x="2889686" y="136913"/>
                    <a:pt x="3289325" y="251076"/>
                  </a:cubicBezTo>
                  <a:cubicBezTo>
                    <a:pt x="3308938" y="256687"/>
                    <a:pt x="3328780" y="262351"/>
                    <a:pt x="3348869" y="268068"/>
                  </a:cubicBezTo>
                  <a:cubicBezTo>
                    <a:pt x="3446250" y="295844"/>
                    <a:pt x="3544440" y="330233"/>
                    <a:pt x="3661892" y="373312"/>
                  </a:cubicBezTo>
                  <a:lnTo>
                    <a:pt x="3678867" y="379540"/>
                  </a:lnTo>
                  <a:cubicBezTo>
                    <a:pt x="3825959" y="433507"/>
                    <a:pt x="3978065" y="489304"/>
                    <a:pt x="4137523" y="540792"/>
                  </a:cubicBezTo>
                  <a:cubicBezTo>
                    <a:pt x="4318670" y="599280"/>
                    <a:pt x="4491040" y="647426"/>
                    <a:pt x="4664483" y="687954"/>
                  </a:cubicBezTo>
                  <a:cubicBezTo>
                    <a:pt x="4854284" y="732300"/>
                    <a:pt x="5019988" y="763400"/>
                    <a:pt x="5185954" y="785810"/>
                  </a:cubicBezTo>
                  <a:cubicBezTo>
                    <a:pt x="5290195" y="799883"/>
                    <a:pt x="5402053" y="813867"/>
                    <a:pt x="5522461" y="816717"/>
                  </a:cubicBezTo>
                  <a:cubicBezTo>
                    <a:pt x="5576834" y="818001"/>
                    <a:pt x="5633756" y="816049"/>
                    <a:pt x="5691647" y="810895"/>
                  </a:cubicBezTo>
                  <a:cubicBezTo>
                    <a:pt x="5889541" y="793480"/>
                    <a:pt x="6084866" y="736012"/>
                    <a:pt x="6241808" y="689819"/>
                  </a:cubicBezTo>
                  <a:cubicBezTo>
                    <a:pt x="6465542" y="623978"/>
                    <a:pt x="6687095" y="536535"/>
                    <a:pt x="6901348" y="451960"/>
                  </a:cubicBezTo>
                  <a:cubicBezTo>
                    <a:pt x="7025977" y="402777"/>
                    <a:pt x="7154845" y="351905"/>
                    <a:pt x="7283608" y="305448"/>
                  </a:cubicBezTo>
                  <a:cubicBezTo>
                    <a:pt x="7311049" y="295545"/>
                    <a:pt x="7339493" y="285008"/>
                    <a:pt x="7367022" y="274805"/>
                  </a:cubicBezTo>
                  <a:cubicBezTo>
                    <a:pt x="7531142" y="213977"/>
                    <a:pt x="7700856" y="151091"/>
                    <a:pt x="7875318" y="137212"/>
                  </a:cubicBezTo>
                  <a:cubicBezTo>
                    <a:pt x="7949567" y="131302"/>
                    <a:pt x="8022217" y="131847"/>
                    <a:pt x="8092473" y="132357"/>
                  </a:cubicBezTo>
                  <a:cubicBezTo>
                    <a:pt x="8126423" y="132604"/>
                    <a:pt x="8161533" y="132867"/>
                    <a:pt x="8195870" y="132357"/>
                  </a:cubicBezTo>
                  <a:cubicBezTo>
                    <a:pt x="8302539" y="130809"/>
                    <a:pt x="8470247" y="151232"/>
                    <a:pt x="8644482" y="186993"/>
                  </a:cubicBezTo>
                  <a:cubicBezTo>
                    <a:pt x="8796077" y="218111"/>
                    <a:pt x="9026900" y="276002"/>
                    <a:pt x="9265762" y="375142"/>
                  </a:cubicBezTo>
                  <a:cubicBezTo>
                    <a:pt x="9501176" y="472840"/>
                    <a:pt x="9693370" y="589166"/>
                    <a:pt x="9837050" y="720866"/>
                  </a:cubicBezTo>
                  <a:cubicBezTo>
                    <a:pt x="10008100" y="877686"/>
                    <a:pt x="10108366" y="1055280"/>
                    <a:pt x="10135051" y="1248741"/>
                  </a:cubicBezTo>
                  <a:lnTo>
                    <a:pt x="10129967" y="1249497"/>
                  </a:ln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任意多边形: 形状 1385"/>
            <p:cNvSpPr/>
            <p:nvPr>
              <p:custDataLst>
                <p:tags r:id="rId5"/>
              </p:custDataLst>
            </p:nvPr>
          </p:nvSpPr>
          <p:spPr>
            <a:xfrm>
              <a:off x="1977475" y="3499389"/>
              <a:ext cx="10214067" cy="1176955"/>
            </a:xfrm>
            <a:custGeom>
              <a:avLst/>
              <a:gdLst>
                <a:gd name="connsiteX0" fmla="*/ 10208984 w 10214067"/>
                <a:gd name="connsiteY0" fmla="*/ 1176955 h 1176955"/>
                <a:gd name="connsiteX1" fmla="*/ 9370109 w 10214067"/>
                <a:gd name="connsiteY1" fmla="*/ 327842 h 1176955"/>
                <a:gd name="connsiteX2" fmla="*/ 8336982 w 10214067"/>
                <a:gd name="connsiteY2" fmla="*/ 76104 h 1176955"/>
                <a:gd name="connsiteX3" fmla="*/ 8216574 w 10214067"/>
                <a:gd name="connsiteY3" fmla="*/ 68259 h 1176955"/>
                <a:gd name="connsiteX4" fmla="*/ 8014512 w 10214067"/>
                <a:gd name="connsiteY4" fmla="*/ 59780 h 1176955"/>
                <a:gd name="connsiteX5" fmla="*/ 7503771 w 10214067"/>
                <a:gd name="connsiteY5" fmla="*/ 207716 h 1176955"/>
                <a:gd name="connsiteX6" fmla="*/ 7412845 w 10214067"/>
                <a:gd name="connsiteY6" fmla="*/ 245976 h 1176955"/>
                <a:gd name="connsiteX7" fmla="*/ 6999643 w 10214067"/>
                <a:gd name="connsiteY7" fmla="*/ 428249 h 1176955"/>
                <a:gd name="connsiteX8" fmla="*/ 6370008 w 10214067"/>
                <a:gd name="connsiteY8" fmla="*/ 692389 h 1176955"/>
                <a:gd name="connsiteX9" fmla="*/ 6346489 w 10214067"/>
                <a:gd name="connsiteY9" fmla="*/ 700533 h 1176955"/>
                <a:gd name="connsiteX10" fmla="*/ 5811087 w 10214067"/>
                <a:gd name="connsiteY10" fmla="*/ 840835 h 1176955"/>
                <a:gd name="connsiteX11" fmla="*/ 5635234 w 10214067"/>
                <a:gd name="connsiteY11" fmla="*/ 846534 h 1176955"/>
                <a:gd name="connsiteX12" fmla="*/ 5291972 w 10214067"/>
                <a:gd name="connsiteY12" fmla="*/ 799251 h 1176955"/>
                <a:gd name="connsiteX13" fmla="*/ 4769674 w 10214067"/>
                <a:gd name="connsiteY13" fmla="*/ 668026 h 1176955"/>
                <a:gd name="connsiteX14" fmla="*/ 4243418 w 10214067"/>
                <a:gd name="connsiteY14" fmla="*/ 487476 h 1176955"/>
                <a:gd name="connsiteX15" fmla="*/ 3928090 w 10214067"/>
                <a:gd name="connsiteY15" fmla="*/ 361036 h 1176955"/>
                <a:gd name="connsiteX16" fmla="*/ 3764040 w 10214067"/>
                <a:gd name="connsiteY16" fmla="*/ 294174 h 1176955"/>
                <a:gd name="connsiteX17" fmla="*/ 3441764 w 10214067"/>
                <a:gd name="connsiteY17" fmla="*/ 182967 h 1176955"/>
                <a:gd name="connsiteX18" fmla="*/ 1102610 w 10214067"/>
                <a:gd name="connsiteY18" fmla="*/ 168208 h 1176955"/>
                <a:gd name="connsiteX19" fmla="*/ 582229 w 10214067"/>
                <a:gd name="connsiteY19" fmla="*/ 406947 h 1176955"/>
                <a:gd name="connsiteX20" fmla="*/ 4503 w 10214067"/>
                <a:gd name="connsiteY20" fmla="*/ 1160051 h 1176955"/>
                <a:gd name="connsiteX21" fmla="*/ 0 w 10214067"/>
                <a:gd name="connsiteY21" fmla="*/ 1157693 h 1176955"/>
                <a:gd name="connsiteX22" fmla="*/ 579133 w 10214067"/>
                <a:gd name="connsiteY22" fmla="*/ 402919 h 1176955"/>
                <a:gd name="connsiteX23" fmla="*/ 1101590 w 10214067"/>
                <a:gd name="connsiteY23" fmla="*/ 163247 h 1176955"/>
                <a:gd name="connsiteX24" fmla="*/ 2378170 w 10214067"/>
                <a:gd name="connsiteY24" fmla="*/ 359 h 1176955"/>
                <a:gd name="connsiteX25" fmla="*/ 3443048 w 10214067"/>
                <a:gd name="connsiteY25" fmla="*/ 178059 h 1176955"/>
                <a:gd name="connsiteX26" fmla="*/ 3765940 w 10214067"/>
                <a:gd name="connsiteY26" fmla="*/ 289460 h 1176955"/>
                <a:gd name="connsiteX27" fmla="*/ 3930025 w 10214067"/>
                <a:gd name="connsiteY27" fmla="*/ 356339 h 1176955"/>
                <a:gd name="connsiteX28" fmla="*/ 4245247 w 10214067"/>
                <a:gd name="connsiteY28" fmla="*/ 482744 h 1176955"/>
                <a:gd name="connsiteX29" fmla="*/ 4771151 w 10214067"/>
                <a:gd name="connsiteY29" fmla="*/ 663171 h 1176955"/>
                <a:gd name="connsiteX30" fmla="*/ 5292957 w 10214067"/>
                <a:gd name="connsiteY30" fmla="*/ 794273 h 1176955"/>
                <a:gd name="connsiteX31" fmla="*/ 5635497 w 10214067"/>
                <a:gd name="connsiteY31" fmla="*/ 841486 h 1176955"/>
                <a:gd name="connsiteX32" fmla="*/ 5810576 w 10214067"/>
                <a:gd name="connsiteY32" fmla="*/ 835822 h 1176955"/>
                <a:gd name="connsiteX33" fmla="*/ 6344854 w 10214067"/>
                <a:gd name="connsiteY33" fmla="*/ 695766 h 1176955"/>
                <a:gd name="connsiteX34" fmla="*/ 6368372 w 10214067"/>
                <a:gd name="connsiteY34" fmla="*/ 687604 h 1176955"/>
                <a:gd name="connsiteX35" fmla="*/ 6997550 w 10214067"/>
                <a:gd name="connsiteY35" fmla="*/ 423640 h 1176955"/>
                <a:gd name="connsiteX36" fmla="*/ 7410946 w 10214067"/>
                <a:gd name="connsiteY36" fmla="*/ 241279 h 1176955"/>
                <a:gd name="connsiteX37" fmla="*/ 7501801 w 10214067"/>
                <a:gd name="connsiteY37" fmla="*/ 203037 h 1176955"/>
                <a:gd name="connsiteX38" fmla="*/ 8014389 w 10214067"/>
                <a:gd name="connsiteY38" fmla="*/ 54696 h 1176955"/>
                <a:gd name="connsiteX39" fmla="*/ 8217014 w 10214067"/>
                <a:gd name="connsiteY39" fmla="*/ 63175 h 1176955"/>
                <a:gd name="connsiteX40" fmla="*/ 8337192 w 10214067"/>
                <a:gd name="connsiteY40" fmla="*/ 71003 h 1176955"/>
                <a:gd name="connsiteX41" fmla="*/ 8771609 w 10214067"/>
                <a:gd name="connsiteY41" fmla="*/ 134680 h 1176955"/>
                <a:gd name="connsiteX42" fmla="*/ 9372131 w 10214067"/>
                <a:gd name="connsiteY42" fmla="*/ 323145 h 1176955"/>
                <a:gd name="connsiteX43" fmla="*/ 9924545 w 10214067"/>
                <a:gd name="connsiteY43" fmla="*/ 661728 h 1176955"/>
                <a:gd name="connsiteX44" fmla="*/ 10214068 w 10214067"/>
                <a:gd name="connsiteY44" fmla="*/ 1176234 h 1176955"/>
                <a:gd name="connsiteX45" fmla="*/ 10208984 w 10214067"/>
                <a:gd name="connsiteY45" fmla="*/ 1176955 h 1176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0214067" h="1176955">
                  <a:moveTo>
                    <a:pt x="10208984" y="1176955"/>
                  </a:moveTo>
                  <a:cubicBezTo>
                    <a:pt x="10147857" y="742908"/>
                    <a:pt x="9719052" y="475638"/>
                    <a:pt x="9370109" y="327842"/>
                  </a:cubicBezTo>
                  <a:cubicBezTo>
                    <a:pt x="8965385" y="156440"/>
                    <a:pt x="8521629" y="82454"/>
                    <a:pt x="8336982" y="76104"/>
                  </a:cubicBezTo>
                  <a:cubicBezTo>
                    <a:pt x="8297034" y="74732"/>
                    <a:pt x="8256136" y="71443"/>
                    <a:pt x="8216574" y="68259"/>
                  </a:cubicBezTo>
                  <a:cubicBezTo>
                    <a:pt x="8151560" y="63034"/>
                    <a:pt x="8084328" y="57616"/>
                    <a:pt x="8014512" y="59780"/>
                  </a:cubicBezTo>
                  <a:cubicBezTo>
                    <a:pt x="7837850" y="65268"/>
                    <a:pt x="7660362" y="140943"/>
                    <a:pt x="7503771" y="207716"/>
                  </a:cubicBezTo>
                  <a:cubicBezTo>
                    <a:pt x="7472283" y="221156"/>
                    <a:pt x="7442520" y="233838"/>
                    <a:pt x="7412845" y="245976"/>
                  </a:cubicBezTo>
                  <a:cubicBezTo>
                    <a:pt x="7272895" y="303251"/>
                    <a:pt x="7133982" y="366805"/>
                    <a:pt x="6999643" y="428249"/>
                  </a:cubicBezTo>
                  <a:cubicBezTo>
                    <a:pt x="6795734" y="521532"/>
                    <a:pt x="6584876" y="617980"/>
                    <a:pt x="6370008" y="692389"/>
                  </a:cubicBezTo>
                  <a:lnTo>
                    <a:pt x="6346489" y="700533"/>
                  </a:lnTo>
                  <a:cubicBezTo>
                    <a:pt x="6175861" y="759725"/>
                    <a:pt x="5999428" y="820940"/>
                    <a:pt x="5811087" y="840835"/>
                  </a:cubicBezTo>
                  <a:cubicBezTo>
                    <a:pt x="5750944" y="847273"/>
                    <a:pt x="5691787" y="849191"/>
                    <a:pt x="5635234" y="846534"/>
                  </a:cubicBezTo>
                  <a:cubicBezTo>
                    <a:pt x="5516145" y="840923"/>
                    <a:pt x="5409318" y="821802"/>
                    <a:pt x="5291972" y="799251"/>
                  </a:cubicBezTo>
                  <a:cubicBezTo>
                    <a:pt x="5130350" y="768186"/>
                    <a:pt x="4969273" y="727710"/>
                    <a:pt x="4769674" y="668026"/>
                  </a:cubicBezTo>
                  <a:cubicBezTo>
                    <a:pt x="4601157" y="617629"/>
                    <a:pt x="4429016" y="558577"/>
                    <a:pt x="4243418" y="487476"/>
                  </a:cubicBezTo>
                  <a:cubicBezTo>
                    <a:pt x="4135711" y="446209"/>
                    <a:pt x="4030150" y="402901"/>
                    <a:pt x="3928090" y="361036"/>
                  </a:cubicBezTo>
                  <a:cubicBezTo>
                    <a:pt x="3874228" y="338942"/>
                    <a:pt x="3818536" y="316092"/>
                    <a:pt x="3764040" y="294174"/>
                  </a:cubicBezTo>
                  <a:cubicBezTo>
                    <a:pt x="3674329" y="258096"/>
                    <a:pt x="3556630" y="212853"/>
                    <a:pt x="3441764" y="182967"/>
                  </a:cubicBezTo>
                  <a:cubicBezTo>
                    <a:pt x="2591631" y="-38147"/>
                    <a:pt x="2227630" y="-62949"/>
                    <a:pt x="1102610" y="168208"/>
                  </a:cubicBezTo>
                  <a:cubicBezTo>
                    <a:pt x="910257" y="207734"/>
                    <a:pt x="740051" y="285818"/>
                    <a:pt x="582229" y="406947"/>
                  </a:cubicBezTo>
                  <a:cubicBezTo>
                    <a:pt x="298863" y="624419"/>
                    <a:pt x="147250" y="887274"/>
                    <a:pt x="4503" y="1160051"/>
                  </a:cubicBezTo>
                  <a:lnTo>
                    <a:pt x="0" y="1157693"/>
                  </a:lnTo>
                  <a:cubicBezTo>
                    <a:pt x="143029" y="884389"/>
                    <a:pt x="294958" y="621024"/>
                    <a:pt x="579133" y="402919"/>
                  </a:cubicBezTo>
                  <a:cubicBezTo>
                    <a:pt x="737571" y="281315"/>
                    <a:pt x="908463" y="202914"/>
                    <a:pt x="1101590" y="163247"/>
                  </a:cubicBezTo>
                  <a:cubicBezTo>
                    <a:pt x="1696114" y="41081"/>
                    <a:pt x="2054012" y="-4584"/>
                    <a:pt x="2378170" y="359"/>
                  </a:cubicBezTo>
                  <a:cubicBezTo>
                    <a:pt x="2717263" y="5531"/>
                    <a:pt x="3025396" y="69437"/>
                    <a:pt x="3443048" y="178059"/>
                  </a:cubicBezTo>
                  <a:cubicBezTo>
                    <a:pt x="3558196" y="208015"/>
                    <a:pt x="3676088" y="253329"/>
                    <a:pt x="3765940" y="289460"/>
                  </a:cubicBezTo>
                  <a:cubicBezTo>
                    <a:pt x="3820453" y="311378"/>
                    <a:pt x="3876162" y="334245"/>
                    <a:pt x="3930025" y="356339"/>
                  </a:cubicBezTo>
                  <a:cubicBezTo>
                    <a:pt x="4032068" y="398204"/>
                    <a:pt x="4137593" y="441512"/>
                    <a:pt x="4245247" y="482744"/>
                  </a:cubicBezTo>
                  <a:cubicBezTo>
                    <a:pt x="4430739" y="553793"/>
                    <a:pt x="4602757" y="612809"/>
                    <a:pt x="4771151" y="663171"/>
                  </a:cubicBezTo>
                  <a:cubicBezTo>
                    <a:pt x="4970575" y="722803"/>
                    <a:pt x="5131494" y="763243"/>
                    <a:pt x="5292957" y="794273"/>
                  </a:cubicBezTo>
                  <a:cubicBezTo>
                    <a:pt x="5410110" y="816789"/>
                    <a:pt x="5516744" y="835892"/>
                    <a:pt x="5635497" y="841486"/>
                  </a:cubicBezTo>
                  <a:cubicBezTo>
                    <a:pt x="5691787" y="844142"/>
                    <a:pt x="5750680" y="842225"/>
                    <a:pt x="5810576" y="835822"/>
                  </a:cubicBezTo>
                  <a:cubicBezTo>
                    <a:pt x="5998337" y="815980"/>
                    <a:pt x="6174489" y="754870"/>
                    <a:pt x="6344854" y="695766"/>
                  </a:cubicBezTo>
                  <a:lnTo>
                    <a:pt x="6368372" y="687604"/>
                  </a:lnTo>
                  <a:cubicBezTo>
                    <a:pt x="6582994" y="613266"/>
                    <a:pt x="6793746" y="516870"/>
                    <a:pt x="6997550" y="423640"/>
                  </a:cubicBezTo>
                  <a:cubicBezTo>
                    <a:pt x="7131942" y="362161"/>
                    <a:pt x="7270907" y="298607"/>
                    <a:pt x="7410946" y="241279"/>
                  </a:cubicBezTo>
                  <a:cubicBezTo>
                    <a:pt x="7440585" y="229142"/>
                    <a:pt x="7470331" y="216459"/>
                    <a:pt x="7501801" y="203037"/>
                  </a:cubicBezTo>
                  <a:cubicBezTo>
                    <a:pt x="7658813" y="136088"/>
                    <a:pt x="7836760" y="60202"/>
                    <a:pt x="8014389" y="54696"/>
                  </a:cubicBezTo>
                  <a:cubicBezTo>
                    <a:pt x="8084469" y="52533"/>
                    <a:pt x="8151859" y="57933"/>
                    <a:pt x="8217014" y="63175"/>
                  </a:cubicBezTo>
                  <a:cubicBezTo>
                    <a:pt x="8258335" y="66499"/>
                    <a:pt x="8297368" y="69631"/>
                    <a:pt x="8337192" y="71003"/>
                  </a:cubicBezTo>
                  <a:cubicBezTo>
                    <a:pt x="8445110" y="74714"/>
                    <a:pt x="8607506" y="98532"/>
                    <a:pt x="8771609" y="134680"/>
                  </a:cubicBezTo>
                  <a:cubicBezTo>
                    <a:pt x="8919492" y="167258"/>
                    <a:pt x="9143718" y="226415"/>
                    <a:pt x="9372131" y="323145"/>
                  </a:cubicBezTo>
                  <a:cubicBezTo>
                    <a:pt x="9599999" y="419647"/>
                    <a:pt x="9785861" y="533563"/>
                    <a:pt x="9924545" y="661728"/>
                  </a:cubicBezTo>
                  <a:cubicBezTo>
                    <a:pt x="10090124" y="814748"/>
                    <a:pt x="10187523" y="987857"/>
                    <a:pt x="10214068" y="1176234"/>
                  </a:cubicBezTo>
                  <a:lnTo>
                    <a:pt x="10208984" y="1176955"/>
                  </a:ln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任意多边形: 形状 1386"/>
            <p:cNvSpPr/>
            <p:nvPr>
              <p:custDataLst>
                <p:tags r:id="rId6"/>
              </p:custDataLst>
            </p:nvPr>
          </p:nvSpPr>
          <p:spPr>
            <a:xfrm>
              <a:off x="1898476" y="3493868"/>
              <a:ext cx="10293013" cy="1159010"/>
            </a:xfrm>
            <a:custGeom>
              <a:avLst/>
              <a:gdLst>
                <a:gd name="connsiteX0" fmla="*/ 4187 w 10293013"/>
                <a:gd name="connsiteY0" fmla="*/ 1159010 h 1159010"/>
                <a:gd name="connsiteX1" fmla="*/ 0 w 10293013"/>
                <a:gd name="connsiteY1" fmla="*/ 1156249 h 1159010"/>
                <a:gd name="connsiteX2" fmla="*/ 632380 w 10293013"/>
                <a:gd name="connsiteY2" fmla="*/ 476445 h 1159010"/>
                <a:gd name="connsiteX3" fmla="*/ 1178232 w 10293013"/>
                <a:gd name="connsiteY3" fmla="*/ 243265 h 1159010"/>
                <a:gd name="connsiteX4" fmla="*/ 1392784 w 10293013"/>
                <a:gd name="connsiteY4" fmla="*/ 199834 h 1159010"/>
                <a:gd name="connsiteX5" fmla="*/ 2555641 w 10293013"/>
                <a:gd name="connsiteY5" fmla="*/ 7833 h 1159010"/>
                <a:gd name="connsiteX6" fmla="*/ 3537228 w 10293013"/>
                <a:gd name="connsiteY6" fmla="*/ 115980 h 1159010"/>
                <a:gd name="connsiteX7" fmla="*/ 3869988 w 10293013"/>
                <a:gd name="connsiteY7" fmla="*/ 233537 h 1159010"/>
                <a:gd name="connsiteX8" fmla="*/ 4128287 w 10293013"/>
                <a:gd name="connsiteY8" fmla="*/ 350444 h 1159010"/>
                <a:gd name="connsiteX9" fmla="*/ 4352972 w 10293013"/>
                <a:gd name="connsiteY9" fmla="*/ 452627 h 1159010"/>
                <a:gd name="connsiteX10" fmla="*/ 4877803 w 10293013"/>
                <a:gd name="connsiteY10" fmla="*/ 666317 h 1159010"/>
                <a:gd name="connsiteX11" fmla="*/ 5399925 w 10293013"/>
                <a:gd name="connsiteY11" fmla="*/ 830665 h 1159010"/>
                <a:gd name="connsiteX12" fmla="*/ 5748499 w 10293013"/>
                <a:gd name="connsiteY12" fmla="*/ 894167 h 1159010"/>
                <a:gd name="connsiteX13" fmla="*/ 5929470 w 10293013"/>
                <a:gd name="connsiteY13" fmla="*/ 888644 h 1159010"/>
                <a:gd name="connsiteX14" fmla="*/ 6450009 w 10293013"/>
                <a:gd name="connsiteY14" fmla="*/ 731261 h 1159010"/>
                <a:gd name="connsiteX15" fmla="*/ 6494900 w 10293013"/>
                <a:gd name="connsiteY15" fmla="*/ 713284 h 1159010"/>
                <a:gd name="connsiteX16" fmla="*/ 7103128 w 10293013"/>
                <a:gd name="connsiteY16" fmla="*/ 422196 h 1159010"/>
                <a:gd name="connsiteX17" fmla="*/ 7538248 w 10293013"/>
                <a:gd name="connsiteY17" fmla="*/ 205005 h 1159010"/>
                <a:gd name="connsiteX18" fmla="*/ 7631232 w 10293013"/>
                <a:gd name="connsiteY18" fmla="*/ 160923 h 1159010"/>
                <a:gd name="connsiteX19" fmla="*/ 8153407 w 10293013"/>
                <a:gd name="connsiteY19" fmla="*/ 58 h 1159010"/>
                <a:gd name="connsiteX20" fmla="*/ 8351916 w 10293013"/>
                <a:gd name="connsiteY20" fmla="*/ 20973 h 1159010"/>
                <a:gd name="connsiteX21" fmla="*/ 8478462 w 10293013"/>
                <a:gd name="connsiteY21" fmla="*/ 37561 h 1159010"/>
                <a:gd name="connsiteX22" fmla="*/ 9478220 w 10293013"/>
                <a:gd name="connsiteY22" fmla="*/ 298763 h 1159010"/>
                <a:gd name="connsiteX23" fmla="*/ 10011899 w 10293013"/>
                <a:gd name="connsiteY23" fmla="*/ 630380 h 1159010"/>
                <a:gd name="connsiteX24" fmla="*/ 10293014 w 10293013"/>
                <a:gd name="connsiteY24" fmla="*/ 1131604 h 1159010"/>
                <a:gd name="connsiteX25" fmla="*/ 10288035 w 10293013"/>
                <a:gd name="connsiteY25" fmla="*/ 1132326 h 1159010"/>
                <a:gd name="connsiteX26" fmla="*/ 9476232 w 10293013"/>
                <a:gd name="connsiteY26" fmla="*/ 303371 h 1159010"/>
                <a:gd name="connsiteX27" fmla="*/ 8478040 w 10293013"/>
                <a:gd name="connsiteY27" fmla="*/ 42557 h 1159010"/>
                <a:gd name="connsiteX28" fmla="*/ 8351142 w 10293013"/>
                <a:gd name="connsiteY28" fmla="*/ 25934 h 1159010"/>
                <a:gd name="connsiteX29" fmla="*/ 8153337 w 10293013"/>
                <a:gd name="connsiteY29" fmla="*/ 5071 h 1159010"/>
                <a:gd name="connsiteX30" fmla="*/ 7633413 w 10293013"/>
                <a:gd name="connsiteY30" fmla="*/ 165444 h 1159010"/>
                <a:gd name="connsiteX31" fmla="*/ 7540342 w 10293013"/>
                <a:gd name="connsiteY31" fmla="*/ 209561 h 1159010"/>
                <a:gd name="connsiteX32" fmla="*/ 7105451 w 10293013"/>
                <a:gd name="connsiteY32" fmla="*/ 426628 h 1159010"/>
                <a:gd name="connsiteX33" fmla="*/ 6496765 w 10293013"/>
                <a:gd name="connsiteY33" fmla="*/ 717928 h 1159010"/>
                <a:gd name="connsiteX34" fmla="*/ 6451892 w 10293013"/>
                <a:gd name="connsiteY34" fmla="*/ 735888 h 1159010"/>
                <a:gd name="connsiteX35" fmla="*/ 5930104 w 10293013"/>
                <a:gd name="connsiteY35" fmla="*/ 893587 h 1159010"/>
                <a:gd name="connsiteX36" fmla="*/ 5748182 w 10293013"/>
                <a:gd name="connsiteY36" fmla="*/ 899128 h 1159010"/>
                <a:gd name="connsiteX37" fmla="*/ 5398746 w 10293013"/>
                <a:gd name="connsiteY37" fmla="*/ 835485 h 1159010"/>
                <a:gd name="connsiteX38" fmla="*/ 4876114 w 10293013"/>
                <a:gd name="connsiteY38" fmla="*/ 670978 h 1159010"/>
                <a:gd name="connsiteX39" fmla="*/ 4350966 w 10293013"/>
                <a:gd name="connsiteY39" fmla="*/ 457166 h 1159010"/>
                <a:gd name="connsiteX40" fmla="*/ 4126212 w 10293013"/>
                <a:gd name="connsiteY40" fmla="*/ 354947 h 1159010"/>
                <a:gd name="connsiteX41" fmla="*/ 3868018 w 10293013"/>
                <a:gd name="connsiteY41" fmla="*/ 238093 h 1159010"/>
                <a:gd name="connsiteX42" fmla="*/ 3536102 w 10293013"/>
                <a:gd name="connsiteY42" fmla="*/ 120817 h 1159010"/>
                <a:gd name="connsiteX43" fmla="*/ 2716559 w 10293013"/>
                <a:gd name="connsiteY43" fmla="*/ 8484 h 1159010"/>
                <a:gd name="connsiteX44" fmla="*/ 1393804 w 10293013"/>
                <a:gd name="connsiteY44" fmla="*/ 204706 h 1159010"/>
                <a:gd name="connsiteX45" fmla="*/ 1179252 w 10293013"/>
                <a:gd name="connsiteY45" fmla="*/ 248137 h 1159010"/>
                <a:gd name="connsiteX46" fmla="*/ 635247 w 10293013"/>
                <a:gd name="connsiteY46" fmla="*/ 480526 h 1159010"/>
                <a:gd name="connsiteX47" fmla="*/ 4187 w 10293013"/>
                <a:gd name="connsiteY47" fmla="*/ 1159010 h 115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0293013" h="1159010">
                  <a:moveTo>
                    <a:pt x="4187" y="1159010"/>
                  </a:moveTo>
                  <a:lnTo>
                    <a:pt x="0" y="1156249"/>
                  </a:lnTo>
                  <a:cubicBezTo>
                    <a:pt x="149520" y="929718"/>
                    <a:pt x="321520" y="690610"/>
                    <a:pt x="632380" y="476445"/>
                  </a:cubicBezTo>
                  <a:cubicBezTo>
                    <a:pt x="802410" y="359292"/>
                    <a:pt x="980954" y="283019"/>
                    <a:pt x="1178232" y="243265"/>
                  </a:cubicBezTo>
                  <a:cubicBezTo>
                    <a:pt x="1253150" y="228172"/>
                    <a:pt x="1324128" y="213765"/>
                    <a:pt x="1392784" y="199834"/>
                  </a:cubicBezTo>
                  <a:cubicBezTo>
                    <a:pt x="1908802" y="95152"/>
                    <a:pt x="2249706" y="26004"/>
                    <a:pt x="2555641" y="7833"/>
                  </a:cubicBezTo>
                  <a:cubicBezTo>
                    <a:pt x="2856844" y="-10057"/>
                    <a:pt x="3132048" y="20269"/>
                    <a:pt x="3537228" y="115980"/>
                  </a:cubicBezTo>
                  <a:cubicBezTo>
                    <a:pt x="3632692" y="138531"/>
                    <a:pt x="3735315" y="174785"/>
                    <a:pt x="3869988" y="233537"/>
                  </a:cubicBezTo>
                  <a:cubicBezTo>
                    <a:pt x="3956235" y="271163"/>
                    <a:pt x="4043695" y="311463"/>
                    <a:pt x="4128287" y="350444"/>
                  </a:cubicBezTo>
                  <a:cubicBezTo>
                    <a:pt x="4201412" y="384130"/>
                    <a:pt x="4277016" y="418977"/>
                    <a:pt x="4352972" y="452627"/>
                  </a:cubicBezTo>
                  <a:cubicBezTo>
                    <a:pt x="4546679" y="538469"/>
                    <a:pt x="4713455" y="606368"/>
                    <a:pt x="4877803" y="666317"/>
                  </a:cubicBezTo>
                  <a:cubicBezTo>
                    <a:pt x="5024737" y="719898"/>
                    <a:pt x="5201662" y="781324"/>
                    <a:pt x="5399925" y="830665"/>
                  </a:cubicBezTo>
                  <a:cubicBezTo>
                    <a:pt x="5502812" y="856260"/>
                    <a:pt x="5619420" y="885284"/>
                    <a:pt x="5748499" y="894167"/>
                  </a:cubicBezTo>
                  <a:cubicBezTo>
                    <a:pt x="5806741" y="898178"/>
                    <a:pt x="5867640" y="896313"/>
                    <a:pt x="5929470" y="888644"/>
                  </a:cubicBezTo>
                  <a:cubicBezTo>
                    <a:pt x="6114154" y="866058"/>
                    <a:pt x="6292574" y="794447"/>
                    <a:pt x="6450009" y="731261"/>
                  </a:cubicBezTo>
                  <a:cubicBezTo>
                    <a:pt x="6465102" y="725193"/>
                    <a:pt x="6480072" y="719194"/>
                    <a:pt x="6494900" y="713284"/>
                  </a:cubicBezTo>
                  <a:cubicBezTo>
                    <a:pt x="6703578" y="630151"/>
                    <a:pt x="6906695" y="524432"/>
                    <a:pt x="7103128" y="422196"/>
                  </a:cubicBezTo>
                  <a:cubicBezTo>
                    <a:pt x="7244152" y="348808"/>
                    <a:pt x="7389960" y="272905"/>
                    <a:pt x="7538248" y="205005"/>
                  </a:cubicBezTo>
                  <a:cubicBezTo>
                    <a:pt x="7568363" y="191214"/>
                    <a:pt x="7598901" y="176508"/>
                    <a:pt x="7631232" y="160923"/>
                  </a:cubicBezTo>
                  <a:cubicBezTo>
                    <a:pt x="7790356" y="84264"/>
                    <a:pt x="7970711" y="-2563"/>
                    <a:pt x="8153407" y="58"/>
                  </a:cubicBezTo>
                  <a:cubicBezTo>
                    <a:pt x="8222907" y="1078"/>
                    <a:pt x="8288485" y="11193"/>
                    <a:pt x="8351916" y="20973"/>
                  </a:cubicBezTo>
                  <a:cubicBezTo>
                    <a:pt x="8395435" y="27693"/>
                    <a:pt x="8436561" y="34025"/>
                    <a:pt x="8478462" y="37561"/>
                  </a:cubicBezTo>
                  <a:cubicBezTo>
                    <a:pt x="8648686" y="51915"/>
                    <a:pt x="9076681" y="125003"/>
                    <a:pt x="9478220" y="298763"/>
                  </a:cubicBezTo>
                  <a:cubicBezTo>
                    <a:pt x="9698576" y="394121"/>
                    <a:pt x="9878141" y="505698"/>
                    <a:pt x="10011899" y="630380"/>
                  </a:cubicBezTo>
                  <a:cubicBezTo>
                    <a:pt x="10172062" y="779670"/>
                    <a:pt x="10266628" y="948311"/>
                    <a:pt x="10293014" y="1131604"/>
                  </a:cubicBezTo>
                  <a:lnTo>
                    <a:pt x="10288035" y="1132326"/>
                  </a:lnTo>
                  <a:cubicBezTo>
                    <a:pt x="10227454" y="711349"/>
                    <a:pt x="9813144" y="449179"/>
                    <a:pt x="9476232" y="303371"/>
                  </a:cubicBezTo>
                  <a:cubicBezTo>
                    <a:pt x="9075292" y="129858"/>
                    <a:pt x="8647982" y="56893"/>
                    <a:pt x="8478040" y="42557"/>
                  </a:cubicBezTo>
                  <a:cubicBezTo>
                    <a:pt x="8435946" y="39003"/>
                    <a:pt x="8394748" y="32653"/>
                    <a:pt x="8351142" y="25934"/>
                  </a:cubicBezTo>
                  <a:cubicBezTo>
                    <a:pt x="8287886" y="16188"/>
                    <a:pt x="8222485" y="6091"/>
                    <a:pt x="8153337" y="5071"/>
                  </a:cubicBezTo>
                  <a:cubicBezTo>
                    <a:pt x="7971820" y="2433"/>
                    <a:pt x="7792044" y="89013"/>
                    <a:pt x="7633413" y="165444"/>
                  </a:cubicBezTo>
                  <a:cubicBezTo>
                    <a:pt x="7601064" y="181029"/>
                    <a:pt x="7570492" y="195753"/>
                    <a:pt x="7540342" y="209561"/>
                  </a:cubicBezTo>
                  <a:cubicBezTo>
                    <a:pt x="7392177" y="277408"/>
                    <a:pt x="7246421" y="353276"/>
                    <a:pt x="7105451" y="426628"/>
                  </a:cubicBezTo>
                  <a:cubicBezTo>
                    <a:pt x="6908912" y="528917"/>
                    <a:pt x="6705671" y="634689"/>
                    <a:pt x="6496765" y="717928"/>
                  </a:cubicBezTo>
                  <a:cubicBezTo>
                    <a:pt x="6481954" y="723838"/>
                    <a:pt x="6466985" y="729837"/>
                    <a:pt x="6451892" y="735888"/>
                  </a:cubicBezTo>
                  <a:cubicBezTo>
                    <a:pt x="6294175" y="799178"/>
                    <a:pt x="6115420" y="870913"/>
                    <a:pt x="5930104" y="893587"/>
                  </a:cubicBezTo>
                  <a:cubicBezTo>
                    <a:pt x="5867957" y="901291"/>
                    <a:pt x="5806741" y="903156"/>
                    <a:pt x="5748182" y="899128"/>
                  </a:cubicBezTo>
                  <a:cubicBezTo>
                    <a:pt x="5618681" y="890209"/>
                    <a:pt x="5501827" y="861132"/>
                    <a:pt x="5398746" y="835485"/>
                  </a:cubicBezTo>
                  <a:cubicBezTo>
                    <a:pt x="5200255" y="786109"/>
                    <a:pt x="5023171" y="724612"/>
                    <a:pt x="4876114" y="670978"/>
                  </a:cubicBezTo>
                  <a:cubicBezTo>
                    <a:pt x="4711643" y="610995"/>
                    <a:pt x="4544779" y="543060"/>
                    <a:pt x="4350966" y="457166"/>
                  </a:cubicBezTo>
                  <a:cubicBezTo>
                    <a:pt x="4274975" y="423497"/>
                    <a:pt x="4199354" y="388650"/>
                    <a:pt x="4126212" y="354947"/>
                  </a:cubicBezTo>
                  <a:cubicBezTo>
                    <a:pt x="4041654" y="315984"/>
                    <a:pt x="3954212" y="275684"/>
                    <a:pt x="3868018" y="238093"/>
                  </a:cubicBezTo>
                  <a:cubicBezTo>
                    <a:pt x="3733626" y="179464"/>
                    <a:pt x="3631267" y="143298"/>
                    <a:pt x="3536102" y="120817"/>
                  </a:cubicBezTo>
                  <a:cubicBezTo>
                    <a:pt x="3208865" y="43506"/>
                    <a:pt x="2963302" y="8484"/>
                    <a:pt x="2716559" y="8484"/>
                  </a:cubicBezTo>
                  <a:cubicBezTo>
                    <a:pt x="2361090" y="8484"/>
                    <a:pt x="2003052" y="81115"/>
                    <a:pt x="1393804" y="204706"/>
                  </a:cubicBezTo>
                  <a:cubicBezTo>
                    <a:pt x="1325148" y="218638"/>
                    <a:pt x="1254170" y="233027"/>
                    <a:pt x="1179252" y="248137"/>
                  </a:cubicBezTo>
                  <a:cubicBezTo>
                    <a:pt x="982660" y="287751"/>
                    <a:pt x="804714" y="363777"/>
                    <a:pt x="635247" y="480526"/>
                  </a:cubicBezTo>
                  <a:cubicBezTo>
                    <a:pt x="325126" y="694233"/>
                    <a:pt x="153442" y="932884"/>
                    <a:pt x="4187" y="1159010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任意多边形: 形状 1387"/>
            <p:cNvSpPr/>
            <p:nvPr>
              <p:custDataLst>
                <p:tags r:id="rId7"/>
              </p:custDataLst>
            </p:nvPr>
          </p:nvSpPr>
          <p:spPr>
            <a:xfrm>
              <a:off x="1819529" y="3433015"/>
              <a:ext cx="10371889" cy="1213284"/>
            </a:xfrm>
            <a:custGeom>
              <a:avLst/>
              <a:gdLst>
                <a:gd name="connsiteX0" fmla="*/ 3800 w 10371889"/>
                <a:gd name="connsiteY0" fmla="*/ 1213284 h 1213284"/>
                <a:gd name="connsiteX1" fmla="*/ 0 w 10371889"/>
                <a:gd name="connsiteY1" fmla="*/ 1210100 h 1213284"/>
                <a:gd name="connsiteX2" fmla="*/ 280288 w 10371889"/>
                <a:gd name="connsiteY2" fmla="*/ 911184 h 1213284"/>
                <a:gd name="connsiteX3" fmla="*/ 685574 w 10371889"/>
                <a:gd name="connsiteY3" fmla="*/ 605285 h 1213284"/>
                <a:gd name="connsiteX4" fmla="*/ 1254838 w 10371889"/>
                <a:gd name="connsiteY4" fmla="*/ 378596 h 1213284"/>
                <a:gd name="connsiteX5" fmla="*/ 2103705 w 10371889"/>
                <a:gd name="connsiteY5" fmla="*/ 190746 h 1213284"/>
                <a:gd name="connsiteX6" fmla="*/ 3631373 w 10371889"/>
                <a:gd name="connsiteY6" fmla="*/ 109249 h 1213284"/>
                <a:gd name="connsiteX7" fmla="*/ 3973984 w 10371889"/>
                <a:gd name="connsiteY7" fmla="*/ 232946 h 1213284"/>
                <a:gd name="connsiteX8" fmla="*/ 4297069 w 10371889"/>
                <a:gd name="connsiteY8" fmla="*/ 394287 h 1213284"/>
                <a:gd name="connsiteX9" fmla="*/ 4460626 w 10371889"/>
                <a:gd name="connsiteY9" fmla="*/ 477842 h 1213284"/>
                <a:gd name="connsiteX10" fmla="*/ 4984401 w 10371889"/>
                <a:gd name="connsiteY10" fmla="*/ 724795 h 1213284"/>
                <a:gd name="connsiteX11" fmla="*/ 5506841 w 10371889"/>
                <a:gd name="connsiteY11" fmla="*/ 922372 h 1213284"/>
                <a:gd name="connsiteX12" fmla="*/ 5861448 w 10371889"/>
                <a:gd name="connsiteY12" fmla="*/ 1002163 h 1213284"/>
                <a:gd name="connsiteX13" fmla="*/ 6048330 w 10371889"/>
                <a:gd name="connsiteY13" fmla="*/ 996797 h 1213284"/>
                <a:gd name="connsiteX14" fmla="*/ 6564876 w 10371889"/>
                <a:gd name="connsiteY14" fmla="*/ 819995 h 1213284"/>
                <a:gd name="connsiteX15" fmla="*/ 6621376 w 10371889"/>
                <a:gd name="connsiteY15" fmla="*/ 794330 h 1213284"/>
                <a:gd name="connsiteX16" fmla="*/ 7214336 w 10371889"/>
                <a:gd name="connsiteY16" fmla="*/ 475502 h 1213284"/>
                <a:gd name="connsiteX17" fmla="*/ 7665480 w 10371889"/>
                <a:gd name="connsiteY17" fmla="*/ 224116 h 1213284"/>
                <a:gd name="connsiteX18" fmla="*/ 7758341 w 10371889"/>
                <a:gd name="connsiteY18" fmla="*/ 175196 h 1213284"/>
                <a:gd name="connsiteX19" fmla="*/ 8292337 w 10371889"/>
                <a:gd name="connsiteY19" fmla="*/ 839 h 1213284"/>
                <a:gd name="connsiteX20" fmla="*/ 8490547 w 10371889"/>
                <a:gd name="connsiteY20" fmla="*/ 34068 h 1213284"/>
                <a:gd name="connsiteX21" fmla="*/ 8619661 w 10371889"/>
                <a:gd name="connsiteY21" fmla="*/ 59521 h 1213284"/>
                <a:gd name="connsiteX22" fmla="*/ 9584062 w 10371889"/>
                <a:gd name="connsiteY22" fmla="*/ 329465 h 1213284"/>
                <a:gd name="connsiteX23" fmla="*/ 10099113 w 10371889"/>
                <a:gd name="connsiteY23" fmla="*/ 654327 h 1213284"/>
                <a:gd name="connsiteX24" fmla="*/ 10371890 w 10371889"/>
                <a:gd name="connsiteY24" fmla="*/ 1142394 h 1213284"/>
                <a:gd name="connsiteX25" fmla="*/ 10366982 w 10371889"/>
                <a:gd name="connsiteY25" fmla="*/ 1143115 h 1213284"/>
                <a:gd name="connsiteX26" fmla="*/ 9582057 w 10371889"/>
                <a:gd name="connsiteY26" fmla="*/ 334004 h 1213284"/>
                <a:gd name="connsiteX27" fmla="*/ 8618993 w 10371889"/>
                <a:gd name="connsiteY27" fmla="*/ 64446 h 1213284"/>
                <a:gd name="connsiteX28" fmla="*/ 8489439 w 10371889"/>
                <a:gd name="connsiteY28" fmla="*/ 38923 h 1213284"/>
                <a:gd name="connsiteX29" fmla="*/ 8292056 w 10371889"/>
                <a:gd name="connsiteY29" fmla="*/ 5817 h 1213284"/>
                <a:gd name="connsiteX30" fmla="*/ 7760699 w 10371889"/>
                <a:gd name="connsiteY30" fmla="*/ 179594 h 1213284"/>
                <a:gd name="connsiteX31" fmla="*/ 7667732 w 10371889"/>
                <a:gd name="connsiteY31" fmla="*/ 228566 h 1213284"/>
                <a:gd name="connsiteX32" fmla="*/ 7216851 w 10371889"/>
                <a:gd name="connsiteY32" fmla="*/ 479812 h 1213284"/>
                <a:gd name="connsiteX33" fmla="*/ 6623417 w 10371889"/>
                <a:gd name="connsiteY33" fmla="*/ 798886 h 1213284"/>
                <a:gd name="connsiteX34" fmla="*/ 6566934 w 10371889"/>
                <a:gd name="connsiteY34" fmla="*/ 824551 h 1213284"/>
                <a:gd name="connsiteX35" fmla="*/ 6048999 w 10371889"/>
                <a:gd name="connsiteY35" fmla="*/ 1001758 h 1213284"/>
                <a:gd name="connsiteX36" fmla="*/ 5860990 w 10371889"/>
                <a:gd name="connsiteY36" fmla="*/ 1007159 h 1213284"/>
                <a:gd name="connsiteX37" fmla="*/ 5505381 w 10371889"/>
                <a:gd name="connsiteY37" fmla="*/ 927174 h 1213284"/>
                <a:gd name="connsiteX38" fmla="*/ 4982414 w 10371889"/>
                <a:gd name="connsiteY38" fmla="*/ 729404 h 1213284"/>
                <a:gd name="connsiteX39" fmla="*/ 4458374 w 10371889"/>
                <a:gd name="connsiteY39" fmla="*/ 482327 h 1213284"/>
                <a:gd name="connsiteX40" fmla="*/ 4294782 w 10371889"/>
                <a:gd name="connsiteY40" fmla="*/ 398754 h 1213284"/>
                <a:gd name="connsiteX41" fmla="*/ 3971855 w 10371889"/>
                <a:gd name="connsiteY41" fmla="*/ 237502 h 1213284"/>
                <a:gd name="connsiteX42" fmla="*/ 3630317 w 10371889"/>
                <a:gd name="connsiteY42" fmla="*/ 114157 h 1213284"/>
                <a:gd name="connsiteX43" fmla="*/ 2104831 w 10371889"/>
                <a:gd name="connsiteY43" fmla="*/ 195637 h 1213284"/>
                <a:gd name="connsiteX44" fmla="*/ 1255788 w 10371889"/>
                <a:gd name="connsiteY44" fmla="*/ 383539 h 1213284"/>
                <a:gd name="connsiteX45" fmla="*/ 688177 w 10371889"/>
                <a:gd name="connsiteY45" fmla="*/ 609577 h 1213284"/>
                <a:gd name="connsiteX46" fmla="*/ 3800 w 10371889"/>
                <a:gd name="connsiteY46" fmla="*/ 1213284 h 1213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10371889" h="1213284">
                  <a:moveTo>
                    <a:pt x="3800" y="1213284"/>
                  </a:moveTo>
                  <a:lnTo>
                    <a:pt x="0" y="1210100"/>
                  </a:lnTo>
                  <a:cubicBezTo>
                    <a:pt x="73335" y="1122499"/>
                    <a:pt x="163997" y="1018487"/>
                    <a:pt x="280288" y="911184"/>
                  </a:cubicBezTo>
                  <a:cubicBezTo>
                    <a:pt x="401680" y="799185"/>
                    <a:pt x="534242" y="699130"/>
                    <a:pt x="685574" y="605285"/>
                  </a:cubicBezTo>
                  <a:cubicBezTo>
                    <a:pt x="867301" y="492600"/>
                    <a:pt x="1053497" y="418456"/>
                    <a:pt x="1254838" y="378596"/>
                  </a:cubicBezTo>
                  <a:cubicBezTo>
                    <a:pt x="1604890" y="309289"/>
                    <a:pt x="1881466" y="243553"/>
                    <a:pt x="2103705" y="190746"/>
                  </a:cubicBezTo>
                  <a:cubicBezTo>
                    <a:pt x="2724141" y="43285"/>
                    <a:pt x="3007313" y="-24034"/>
                    <a:pt x="3631373" y="109249"/>
                  </a:cubicBezTo>
                  <a:cubicBezTo>
                    <a:pt x="3730143" y="130340"/>
                    <a:pt x="3839011" y="169655"/>
                    <a:pt x="3973984" y="232946"/>
                  </a:cubicBezTo>
                  <a:cubicBezTo>
                    <a:pt x="4082798" y="283976"/>
                    <a:pt x="4191719" y="340055"/>
                    <a:pt x="4297069" y="394287"/>
                  </a:cubicBezTo>
                  <a:cubicBezTo>
                    <a:pt x="4350456" y="421763"/>
                    <a:pt x="4405673" y="450189"/>
                    <a:pt x="4460626" y="477842"/>
                  </a:cubicBezTo>
                  <a:cubicBezTo>
                    <a:pt x="4664412" y="580377"/>
                    <a:pt x="4825946" y="656544"/>
                    <a:pt x="4984401" y="724795"/>
                  </a:cubicBezTo>
                  <a:cubicBezTo>
                    <a:pt x="5142593" y="792941"/>
                    <a:pt x="5315385" y="864024"/>
                    <a:pt x="5506841" y="922372"/>
                  </a:cubicBezTo>
                  <a:cubicBezTo>
                    <a:pt x="5611557" y="954281"/>
                    <a:pt x="5730241" y="990448"/>
                    <a:pt x="5861448" y="1002163"/>
                  </a:cubicBezTo>
                  <a:cubicBezTo>
                    <a:pt x="5921678" y="1007545"/>
                    <a:pt x="5984547" y="1005734"/>
                    <a:pt x="6048330" y="996797"/>
                  </a:cubicBezTo>
                  <a:cubicBezTo>
                    <a:pt x="6233330" y="971238"/>
                    <a:pt x="6409481" y="890885"/>
                    <a:pt x="6564876" y="819995"/>
                  </a:cubicBezTo>
                  <a:cubicBezTo>
                    <a:pt x="6584384" y="811094"/>
                    <a:pt x="6602819" y="802686"/>
                    <a:pt x="6621376" y="794330"/>
                  </a:cubicBezTo>
                  <a:cubicBezTo>
                    <a:pt x="6825972" y="702174"/>
                    <a:pt x="7023409" y="586938"/>
                    <a:pt x="7214336" y="475502"/>
                  </a:cubicBezTo>
                  <a:cubicBezTo>
                    <a:pt x="7360091" y="390434"/>
                    <a:pt x="7510807" y="302464"/>
                    <a:pt x="7665480" y="224116"/>
                  </a:cubicBezTo>
                  <a:cubicBezTo>
                    <a:pt x="7695332" y="208988"/>
                    <a:pt x="7725939" y="192576"/>
                    <a:pt x="7758341" y="175196"/>
                  </a:cubicBezTo>
                  <a:cubicBezTo>
                    <a:pt x="7920244" y="88352"/>
                    <a:pt x="8103766" y="-10120"/>
                    <a:pt x="8292337" y="839"/>
                  </a:cubicBezTo>
                  <a:cubicBezTo>
                    <a:pt x="8362576" y="4902"/>
                    <a:pt x="8427625" y="19731"/>
                    <a:pt x="8490547" y="34068"/>
                  </a:cubicBezTo>
                  <a:cubicBezTo>
                    <a:pt x="8534928" y="44182"/>
                    <a:pt x="8576846" y="53734"/>
                    <a:pt x="8619661" y="59521"/>
                  </a:cubicBezTo>
                  <a:cubicBezTo>
                    <a:pt x="8704975" y="71060"/>
                    <a:pt x="9152373" y="138256"/>
                    <a:pt x="9584062" y="329465"/>
                  </a:cubicBezTo>
                  <a:cubicBezTo>
                    <a:pt x="9796943" y="423751"/>
                    <a:pt x="9970228" y="533058"/>
                    <a:pt x="10099113" y="654327"/>
                  </a:cubicBezTo>
                  <a:cubicBezTo>
                    <a:pt x="10253892" y="799960"/>
                    <a:pt x="10345662" y="964185"/>
                    <a:pt x="10371890" y="1142394"/>
                  </a:cubicBezTo>
                  <a:lnTo>
                    <a:pt x="10366982" y="1143115"/>
                  </a:lnTo>
                  <a:cubicBezTo>
                    <a:pt x="10318784" y="815562"/>
                    <a:pt x="10054697" y="543349"/>
                    <a:pt x="9582057" y="334004"/>
                  </a:cubicBezTo>
                  <a:cubicBezTo>
                    <a:pt x="9150984" y="143076"/>
                    <a:pt x="8704184" y="75968"/>
                    <a:pt x="8618993" y="64446"/>
                  </a:cubicBezTo>
                  <a:cubicBezTo>
                    <a:pt x="8575966" y="58624"/>
                    <a:pt x="8533942" y="49055"/>
                    <a:pt x="8489439" y="38923"/>
                  </a:cubicBezTo>
                  <a:cubicBezTo>
                    <a:pt x="8426729" y="24639"/>
                    <a:pt x="8361872" y="9863"/>
                    <a:pt x="8292056" y="5817"/>
                  </a:cubicBezTo>
                  <a:cubicBezTo>
                    <a:pt x="8104892" y="-5019"/>
                    <a:pt x="7922021" y="93049"/>
                    <a:pt x="7760699" y="179594"/>
                  </a:cubicBezTo>
                  <a:cubicBezTo>
                    <a:pt x="7728261" y="196991"/>
                    <a:pt x="7697636" y="213421"/>
                    <a:pt x="7667732" y="228566"/>
                  </a:cubicBezTo>
                  <a:cubicBezTo>
                    <a:pt x="7513199" y="306844"/>
                    <a:pt x="7362537" y="394779"/>
                    <a:pt x="7216851" y="479812"/>
                  </a:cubicBezTo>
                  <a:cubicBezTo>
                    <a:pt x="7025801" y="591318"/>
                    <a:pt x="6828259" y="706606"/>
                    <a:pt x="6623417" y="798886"/>
                  </a:cubicBezTo>
                  <a:cubicBezTo>
                    <a:pt x="6604860" y="807242"/>
                    <a:pt x="6586442" y="815650"/>
                    <a:pt x="6566934" y="824551"/>
                  </a:cubicBezTo>
                  <a:cubicBezTo>
                    <a:pt x="6411223" y="895582"/>
                    <a:pt x="6234720" y="976111"/>
                    <a:pt x="6048999" y="1001758"/>
                  </a:cubicBezTo>
                  <a:cubicBezTo>
                    <a:pt x="5984846" y="1010747"/>
                    <a:pt x="5921590" y="1012559"/>
                    <a:pt x="5860990" y="1007159"/>
                  </a:cubicBezTo>
                  <a:cubicBezTo>
                    <a:pt x="5729273" y="995408"/>
                    <a:pt x="5610325" y="959154"/>
                    <a:pt x="5505381" y="927174"/>
                  </a:cubicBezTo>
                  <a:cubicBezTo>
                    <a:pt x="5313679" y="868756"/>
                    <a:pt x="5140746" y="797602"/>
                    <a:pt x="4982414" y="729404"/>
                  </a:cubicBezTo>
                  <a:cubicBezTo>
                    <a:pt x="4823870" y="661117"/>
                    <a:pt x="4662249" y="584915"/>
                    <a:pt x="4458374" y="482327"/>
                  </a:cubicBezTo>
                  <a:cubicBezTo>
                    <a:pt x="4403404" y="454657"/>
                    <a:pt x="4348169" y="426231"/>
                    <a:pt x="4294782" y="398754"/>
                  </a:cubicBezTo>
                  <a:cubicBezTo>
                    <a:pt x="4189485" y="344541"/>
                    <a:pt x="4080582" y="288497"/>
                    <a:pt x="3971855" y="237502"/>
                  </a:cubicBezTo>
                  <a:cubicBezTo>
                    <a:pt x="3837235" y="174370"/>
                    <a:pt x="3728701" y="135178"/>
                    <a:pt x="3630317" y="114157"/>
                  </a:cubicBezTo>
                  <a:cubicBezTo>
                    <a:pt x="3007348" y="-18880"/>
                    <a:pt x="2724528" y="48333"/>
                    <a:pt x="2104831" y="195637"/>
                  </a:cubicBezTo>
                  <a:cubicBezTo>
                    <a:pt x="1882557" y="248461"/>
                    <a:pt x="1605928" y="314214"/>
                    <a:pt x="1255788" y="383539"/>
                  </a:cubicBezTo>
                  <a:cubicBezTo>
                    <a:pt x="1055063" y="423276"/>
                    <a:pt x="869395" y="497209"/>
                    <a:pt x="688177" y="609577"/>
                  </a:cubicBezTo>
                  <a:cubicBezTo>
                    <a:pt x="344898" y="822370"/>
                    <a:pt x="154920" y="1032770"/>
                    <a:pt x="3800" y="1213284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任意多边形: 形状 1388"/>
            <p:cNvSpPr/>
            <p:nvPr>
              <p:custDataLst>
                <p:tags r:id="rId8"/>
              </p:custDataLst>
            </p:nvPr>
          </p:nvSpPr>
          <p:spPr>
            <a:xfrm>
              <a:off x="1740618" y="3371535"/>
              <a:ext cx="10450800" cy="1268185"/>
            </a:xfrm>
            <a:custGeom>
              <a:avLst/>
              <a:gdLst>
                <a:gd name="connsiteX0" fmla="*/ 3342 w 10450800"/>
                <a:gd name="connsiteY0" fmla="*/ 1268186 h 1268185"/>
                <a:gd name="connsiteX1" fmla="*/ 0 w 10450800"/>
                <a:gd name="connsiteY1" fmla="*/ 1264597 h 1268185"/>
                <a:gd name="connsiteX2" fmla="*/ 738732 w 10450800"/>
                <a:gd name="connsiteY2" fmla="*/ 734770 h 1268185"/>
                <a:gd name="connsiteX3" fmla="*/ 1331393 w 10450800"/>
                <a:gd name="connsiteY3" fmla="*/ 514554 h 1268185"/>
                <a:gd name="connsiteX4" fmla="*/ 2479791 w 10450800"/>
                <a:gd name="connsiteY4" fmla="*/ 220669 h 1268185"/>
                <a:gd name="connsiteX5" fmla="*/ 3073981 w 10450800"/>
                <a:gd name="connsiteY5" fmla="*/ 71202 h 1268185"/>
                <a:gd name="connsiteX6" fmla="*/ 3725464 w 10450800"/>
                <a:gd name="connsiteY6" fmla="*/ 103129 h 1268185"/>
                <a:gd name="connsiteX7" fmla="*/ 4077926 w 10450800"/>
                <a:gd name="connsiteY7" fmla="*/ 232983 h 1268185"/>
                <a:gd name="connsiteX8" fmla="*/ 4448084 w 10450800"/>
                <a:gd name="connsiteY8" fmla="*/ 435414 h 1268185"/>
                <a:gd name="connsiteX9" fmla="*/ 4568227 w 10450800"/>
                <a:gd name="connsiteY9" fmla="*/ 503683 h 1268185"/>
                <a:gd name="connsiteX10" fmla="*/ 5090947 w 10450800"/>
                <a:gd name="connsiteY10" fmla="*/ 783918 h 1268185"/>
                <a:gd name="connsiteX11" fmla="*/ 5613721 w 10450800"/>
                <a:gd name="connsiteY11" fmla="*/ 1014741 h 1268185"/>
                <a:gd name="connsiteX12" fmla="*/ 5974379 w 10450800"/>
                <a:gd name="connsiteY12" fmla="*/ 1110821 h 1268185"/>
                <a:gd name="connsiteX13" fmla="*/ 6167171 w 10450800"/>
                <a:gd name="connsiteY13" fmla="*/ 1105597 h 1268185"/>
                <a:gd name="connsiteX14" fmla="*/ 6684861 w 10450800"/>
                <a:gd name="connsiteY14" fmla="*/ 908002 h 1268185"/>
                <a:gd name="connsiteX15" fmla="*/ 6747870 w 10450800"/>
                <a:gd name="connsiteY15" fmla="*/ 875970 h 1268185"/>
                <a:gd name="connsiteX16" fmla="*/ 7329308 w 10450800"/>
                <a:gd name="connsiteY16" fmla="*/ 528961 h 1268185"/>
                <a:gd name="connsiteX17" fmla="*/ 7792748 w 10450800"/>
                <a:gd name="connsiteY17" fmla="*/ 243801 h 1268185"/>
                <a:gd name="connsiteX18" fmla="*/ 7884342 w 10450800"/>
                <a:gd name="connsiteY18" fmla="*/ 190748 h 1268185"/>
                <a:gd name="connsiteX19" fmla="*/ 8144928 w 10450800"/>
                <a:gd name="connsiteY19" fmla="*/ 53629 h 1268185"/>
                <a:gd name="connsiteX20" fmla="*/ 8431302 w 10450800"/>
                <a:gd name="connsiteY20" fmla="*/ 2177 h 1268185"/>
                <a:gd name="connsiteX21" fmla="*/ 8630954 w 10450800"/>
                <a:gd name="connsiteY21" fmla="*/ 47825 h 1268185"/>
                <a:gd name="connsiteX22" fmla="*/ 8760896 w 10450800"/>
                <a:gd name="connsiteY22" fmla="*/ 82021 h 1268185"/>
                <a:gd name="connsiteX23" fmla="*/ 9151406 w 10450800"/>
                <a:gd name="connsiteY23" fmla="*/ 170677 h 1268185"/>
                <a:gd name="connsiteX24" fmla="*/ 9689799 w 10450800"/>
                <a:gd name="connsiteY24" fmla="*/ 360321 h 1268185"/>
                <a:gd name="connsiteX25" fmla="*/ 10186310 w 10450800"/>
                <a:gd name="connsiteY25" fmla="*/ 678639 h 1268185"/>
                <a:gd name="connsiteX26" fmla="*/ 10450801 w 10450800"/>
                <a:gd name="connsiteY26" fmla="*/ 1153689 h 1268185"/>
                <a:gd name="connsiteX27" fmla="*/ 10445963 w 10450800"/>
                <a:gd name="connsiteY27" fmla="*/ 1154410 h 1268185"/>
                <a:gd name="connsiteX28" fmla="*/ 9687776 w 10450800"/>
                <a:gd name="connsiteY28" fmla="*/ 364771 h 1268185"/>
                <a:gd name="connsiteX29" fmla="*/ 8759999 w 10450800"/>
                <a:gd name="connsiteY29" fmla="*/ 86823 h 1268185"/>
                <a:gd name="connsiteX30" fmla="*/ 8629547 w 10450800"/>
                <a:gd name="connsiteY30" fmla="*/ 52486 h 1268185"/>
                <a:gd name="connsiteX31" fmla="*/ 8430827 w 10450800"/>
                <a:gd name="connsiteY31" fmla="*/ 7014 h 1268185"/>
                <a:gd name="connsiteX32" fmla="*/ 7886858 w 10450800"/>
                <a:gd name="connsiteY32" fmla="*/ 194934 h 1268185"/>
                <a:gd name="connsiteX33" fmla="*/ 7795158 w 10450800"/>
                <a:gd name="connsiteY33" fmla="*/ 248058 h 1268185"/>
                <a:gd name="connsiteX34" fmla="*/ 7332017 w 10450800"/>
                <a:gd name="connsiteY34" fmla="*/ 533042 h 1268185"/>
                <a:gd name="connsiteX35" fmla="*/ 6750104 w 10450800"/>
                <a:gd name="connsiteY35" fmla="*/ 880314 h 1268185"/>
                <a:gd name="connsiteX36" fmla="*/ 6687130 w 10450800"/>
                <a:gd name="connsiteY36" fmla="*/ 912329 h 1268185"/>
                <a:gd name="connsiteX37" fmla="*/ 6167945 w 10450800"/>
                <a:gd name="connsiteY37" fmla="*/ 1110399 h 1268185"/>
                <a:gd name="connsiteX38" fmla="*/ 5973869 w 10450800"/>
                <a:gd name="connsiteY38" fmla="*/ 1115641 h 1268185"/>
                <a:gd name="connsiteX39" fmla="*/ 5612084 w 10450800"/>
                <a:gd name="connsiteY39" fmla="*/ 1019297 h 1268185"/>
                <a:gd name="connsiteX40" fmla="*/ 5088801 w 10450800"/>
                <a:gd name="connsiteY40" fmla="*/ 788245 h 1268185"/>
                <a:gd name="connsiteX41" fmla="*/ 4565870 w 10450800"/>
                <a:gd name="connsiteY41" fmla="*/ 507905 h 1268185"/>
                <a:gd name="connsiteX42" fmla="*/ 4445692 w 10450800"/>
                <a:gd name="connsiteY42" fmla="*/ 439619 h 1268185"/>
                <a:gd name="connsiteX43" fmla="*/ 4075780 w 10450800"/>
                <a:gd name="connsiteY43" fmla="*/ 237310 h 1268185"/>
                <a:gd name="connsiteX44" fmla="*/ 3724585 w 10450800"/>
                <a:gd name="connsiteY44" fmla="*/ 107896 h 1268185"/>
                <a:gd name="connsiteX45" fmla="*/ 2481268 w 10450800"/>
                <a:gd name="connsiteY45" fmla="*/ 225313 h 1268185"/>
                <a:gd name="connsiteX46" fmla="*/ 1332377 w 10450800"/>
                <a:gd name="connsiteY46" fmla="*/ 519339 h 1268185"/>
                <a:gd name="connsiteX47" fmla="*/ 741160 w 10450800"/>
                <a:gd name="connsiteY47" fmla="*/ 739027 h 1268185"/>
                <a:gd name="connsiteX48" fmla="*/ 3342 w 10450800"/>
                <a:gd name="connsiteY48" fmla="*/ 1268186 h 1268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10450800" h="1268185">
                  <a:moveTo>
                    <a:pt x="3342" y="1268186"/>
                  </a:moveTo>
                  <a:lnTo>
                    <a:pt x="0" y="1264597"/>
                  </a:lnTo>
                  <a:cubicBezTo>
                    <a:pt x="155923" y="1119669"/>
                    <a:pt x="365619" y="943394"/>
                    <a:pt x="738732" y="734770"/>
                  </a:cubicBezTo>
                  <a:cubicBezTo>
                    <a:pt x="932281" y="626553"/>
                    <a:pt x="1126146" y="554520"/>
                    <a:pt x="1331393" y="514554"/>
                  </a:cubicBezTo>
                  <a:cubicBezTo>
                    <a:pt x="1855942" y="412406"/>
                    <a:pt x="2201843" y="306089"/>
                    <a:pt x="2479791" y="220669"/>
                  </a:cubicBezTo>
                  <a:cubicBezTo>
                    <a:pt x="2706673" y="150923"/>
                    <a:pt x="2885886" y="95847"/>
                    <a:pt x="3073981" y="71202"/>
                  </a:cubicBezTo>
                  <a:cubicBezTo>
                    <a:pt x="3273352" y="45080"/>
                    <a:pt x="3474289" y="54914"/>
                    <a:pt x="3725464" y="103129"/>
                  </a:cubicBezTo>
                  <a:cubicBezTo>
                    <a:pt x="3828439" y="122901"/>
                    <a:pt x="3940438" y="164151"/>
                    <a:pt x="4077926" y="232983"/>
                  </a:cubicBezTo>
                  <a:cubicBezTo>
                    <a:pt x="4203892" y="296045"/>
                    <a:pt x="4328028" y="366899"/>
                    <a:pt x="4448084" y="435414"/>
                  </a:cubicBezTo>
                  <a:cubicBezTo>
                    <a:pt x="4487381" y="457842"/>
                    <a:pt x="4528015" y="481044"/>
                    <a:pt x="4568227" y="503683"/>
                  </a:cubicBezTo>
                  <a:cubicBezTo>
                    <a:pt x="4728529" y="593958"/>
                    <a:pt x="4902817" y="690389"/>
                    <a:pt x="5090947" y="783918"/>
                  </a:cubicBezTo>
                  <a:cubicBezTo>
                    <a:pt x="5241346" y="858678"/>
                    <a:pt x="5418166" y="944344"/>
                    <a:pt x="5613721" y="1014741"/>
                  </a:cubicBezTo>
                  <a:cubicBezTo>
                    <a:pt x="5719880" y="1052965"/>
                    <a:pt x="5840199" y="1096273"/>
                    <a:pt x="5974379" y="1110821"/>
                  </a:cubicBezTo>
                  <a:cubicBezTo>
                    <a:pt x="6036597" y="1117558"/>
                    <a:pt x="6101453" y="1115816"/>
                    <a:pt x="6167171" y="1105597"/>
                  </a:cubicBezTo>
                  <a:cubicBezTo>
                    <a:pt x="6354335" y="1076941"/>
                    <a:pt x="6529941" y="987195"/>
                    <a:pt x="6684861" y="908002"/>
                  </a:cubicBezTo>
                  <a:cubicBezTo>
                    <a:pt x="6706674" y="896850"/>
                    <a:pt x="6727272" y="886330"/>
                    <a:pt x="6747870" y="875970"/>
                  </a:cubicBezTo>
                  <a:cubicBezTo>
                    <a:pt x="6949616" y="774578"/>
                    <a:pt x="7142654" y="649720"/>
                    <a:pt x="7329308" y="528961"/>
                  </a:cubicBezTo>
                  <a:cubicBezTo>
                    <a:pt x="7478564" y="432407"/>
                    <a:pt x="7632903" y="332563"/>
                    <a:pt x="7792748" y="243801"/>
                  </a:cubicBezTo>
                  <a:cubicBezTo>
                    <a:pt x="7821984" y="227565"/>
                    <a:pt x="7852274" y="209675"/>
                    <a:pt x="7884342" y="190748"/>
                  </a:cubicBezTo>
                  <a:cubicBezTo>
                    <a:pt x="7963288" y="144133"/>
                    <a:pt x="8052771" y="91291"/>
                    <a:pt x="8144928" y="53629"/>
                  </a:cubicBezTo>
                  <a:cubicBezTo>
                    <a:pt x="8250718" y="10409"/>
                    <a:pt x="8344388" y="-6425"/>
                    <a:pt x="8431302" y="2177"/>
                  </a:cubicBezTo>
                  <a:cubicBezTo>
                    <a:pt x="8502948" y="9266"/>
                    <a:pt x="8568016" y="28862"/>
                    <a:pt x="8630954" y="47825"/>
                  </a:cubicBezTo>
                  <a:cubicBezTo>
                    <a:pt x="8675564" y="61264"/>
                    <a:pt x="8717711" y="73964"/>
                    <a:pt x="8760896" y="82021"/>
                  </a:cubicBezTo>
                  <a:cubicBezTo>
                    <a:pt x="8898612" y="107755"/>
                    <a:pt x="9026355" y="136762"/>
                    <a:pt x="9151406" y="170677"/>
                  </a:cubicBezTo>
                  <a:cubicBezTo>
                    <a:pt x="9350407" y="224662"/>
                    <a:pt x="9531554" y="288463"/>
                    <a:pt x="9689799" y="360321"/>
                  </a:cubicBezTo>
                  <a:cubicBezTo>
                    <a:pt x="9895222" y="453603"/>
                    <a:pt x="10062261" y="560694"/>
                    <a:pt x="10186310" y="678639"/>
                  </a:cubicBezTo>
                  <a:cubicBezTo>
                    <a:pt x="10335741" y="820718"/>
                    <a:pt x="10424732" y="980545"/>
                    <a:pt x="10450801" y="1153689"/>
                  </a:cubicBezTo>
                  <a:lnTo>
                    <a:pt x="10445963" y="1154410"/>
                  </a:lnTo>
                  <a:cubicBezTo>
                    <a:pt x="10398205" y="837218"/>
                    <a:pt x="10143124" y="571548"/>
                    <a:pt x="9687776" y="364771"/>
                  </a:cubicBezTo>
                  <a:cubicBezTo>
                    <a:pt x="9509267" y="283714"/>
                    <a:pt x="9203385" y="169674"/>
                    <a:pt x="8759999" y="86823"/>
                  </a:cubicBezTo>
                  <a:cubicBezTo>
                    <a:pt x="8716550" y="78696"/>
                    <a:pt x="8674297" y="65978"/>
                    <a:pt x="8629547" y="52486"/>
                  </a:cubicBezTo>
                  <a:cubicBezTo>
                    <a:pt x="8566837" y="33594"/>
                    <a:pt x="8501998" y="14051"/>
                    <a:pt x="8430827" y="7014"/>
                  </a:cubicBezTo>
                  <a:cubicBezTo>
                    <a:pt x="8237490" y="-12106"/>
                    <a:pt x="8051205" y="97887"/>
                    <a:pt x="7886858" y="194934"/>
                  </a:cubicBezTo>
                  <a:cubicBezTo>
                    <a:pt x="7854772" y="213879"/>
                    <a:pt x="7824446" y="231786"/>
                    <a:pt x="7795158" y="248058"/>
                  </a:cubicBezTo>
                  <a:cubicBezTo>
                    <a:pt x="7635471" y="336732"/>
                    <a:pt x="7481203" y="436540"/>
                    <a:pt x="7332017" y="533042"/>
                  </a:cubicBezTo>
                  <a:cubicBezTo>
                    <a:pt x="7145240" y="653871"/>
                    <a:pt x="6952097" y="778817"/>
                    <a:pt x="6750104" y="880314"/>
                  </a:cubicBezTo>
                  <a:cubicBezTo>
                    <a:pt x="6729523" y="890658"/>
                    <a:pt x="6708925" y="901177"/>
                    <a:pt x="6687130" y="912329"/>
                  </a:cubicBezTo>
                  <a:cubicBezTo>
                    <a:pt x="6531876" y="991680"/>
                    <a:pt x="6355900" y="1081620"/>
                    <a:pt x="6167945" y="1110399"/>
                  </a:cubicBezTo>
                  <a:cubicBezTo>
                    <a:pt x="6101805" y="1120671"/>
                    <a:pt x="6036527" y="1122430"/>
                    <a:pt x="5973869" y="1115641"/>
                  </a:cubicBezTo>
                  <a:cubicBezTo>
                    <a:pt x="5839108" y="1101023"/>
                    <a:pt x="5718507" y="1057610"/>
                    <a:pt x="5612084" y="1019297"/>
                  </a:cubicBezTo>
                  <a:cubicBezTo>
                    <a:pt x="5416285" y="948812"/>
                    <a:pt x="5239306" y="863076"/>
                    <a:pt x="5088801" y="788245"/>
                  </a:cubicBezTo>
                  <a:cubicBezTo>
                    <a:pt x="4900565" y="694664"/>
                    <a:pt x="4726225" y="598197"/>
                    <a:pt x="4565870" y="507905"/>
                  </a:cubicBezTo>
                  <a:cubicBezTo>
                    <a:pt x="4525640" y="485248"/>
                    <a:pt x="4485006" y="462047"/>
                    <a:pt x="4445692" y="439619"/>
                  </a:cubicBezTo>
                  <a:cubicBezTo>
                    <a:pt x="4325706" y="371139"/>
                    <a:pt x="4201623" y="300319"/>
                    <a:pt x="4075780" y="237310"/>
                  </a:cubicBezTo>
                  <a:cubicBezTo>
                    <a:pt x="3938714" y="168689"/>
                    <a:pt x="3827120" y="127562"/>
                    <a:pt x="3724585" y="107896"/>
                  </a:cubicBezTo>
                  <a:cubicBezTo>
                    <a:pt x="3194336" y="6135"/>
                    <a:pt x="2941067" y="83973"/>
                    <a:pt x="2481268" y="225313"/>
                  </a:cubicBezTo>
                  <a:cubicBezTo>
                    <a:pt x="2203215" y="310786"/>
                    <a:pt x="1857191" y="417138"/>
                    <a:pt x="1332377" y="519339"/>
                  </a:cubicBezTo>
                  <a:cubicBezTo>
                    <a:pt x="1127641" y="559199"/>
                    <a:pt x="934251" y="631056"/>
                    <a:pt x="741160" y="739027"/>
                  </a:cubicBezTo>
                  <a:cubicBezTo>
                    <a:pt x="368469" y="947405"/>
                    <a:pt x="159053" y="1123451"/>
                    <a:pt x="3342" y="1268186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任意多边形: 形状 1389"/>
            <p:cNvSpPr/>
            <p:nvPr>
              <p:custDataLst>
                <p:tags r:id="rId9"/>
              </p:custDataLst>
            </p:nvPr>
          </p:nvSpPr>
          <p:spPr>
            <a:xfrm>
              <a:off x="1661742" y="3309756"/>
              <a:ext cx="10529606" cy="1323368"/>
            </a:xfrm>
            <a:custGeom>
              <a:avLst/>
              <a:gdLst>
                <a:gd name="connsiteX0" fmla="*/ 2797 w 10529606"/>
                <a:gd name="connsiteY0" fmla="*/ 1323368 h 1323368"/>
                <a:gd name="connsiteX1" fmla="*/ 0 w 10529606"/>
                <a:gd name="connsiteY1" fmla="*/ 1319411 h 1323368"/>
                <a:gd name="connsiteX2" fmla="*/ 791838 w 10529606"/>
                <a:gd name="connsiteY2" fmla="*/ 864572 h 1323368"/>
                <a:gd name="connsiteX3" fmla="*/ 1407911 w 10529606"/>
                <a:gd name="connsiteY3" fmla="*/ 650829 h 1323368"/>
                <a:gd name="connsiteX4" fmla="*/ 2733886 w 10529606"/>
                <a:gd name="connsiteY4" fmla="*/ 257751 h 1323368"/>
                <a:gd name="connsiteX5" fmla="*/ 3237538 w 10529606"/>
                <a:gd name="connsiteY5" fmla="*/ 91380 h 1323368"/>
                <a:gd name="connsiteX6" fmla="*/ 3819539 w 10529606"/>
                <a:gd name="connsiteY6" fmla="*/ 97308 h 1323368"/>
                <a:gd name="connsiteX7" fmla="*/ 4181833 w 10529606"/>
                <a:gd name="connsiteY7" fmla="*/ 233300 h 1323368"/>
                <a:gd name="connsiteX8" fmla="*/ 4587612 w 10529606"/>
                <a:gd name="connsiteY8" fmla="*/ 474590 h 1323368"/>
                <a:gd name="connsiteX9" fmla="*/ 4675793 w 10529606"/>
                <a:gd name="connsiteY9" fmla="*/ 529824 h 1323368"/>
                <a:gd name="connsiteX10" fmla="*/ 5197441 w 10529606"/>
                <a:gd name="connsiteY10" fmla="*/ 843323 h 1323368"/>
                <a:gd name="connsiteX11" fmla="*/ 5720530 w 10529606"/>
                <a:gd name="connsiteY11" fmla="*/ 1107392 h 1323368"/>
                <a:gd name="connsiteX12" fmla="*/ 6087222 w 10529606"/>
                <a:gd name="connsiteY12" fmla="*/ 1219760 h 1323368"/>
                <a:gd name="connsiteX13" fmla="*/ 6285943 w 10529606"/>
                <a:gd name="connsiteY13" fmla="*/ 1214694 h 1323368"/>
                <a:gd name="connsiteX14" fmla="*/ 6807837 w 10529606"/>
                <a:gd name="connsiteY14" fmla="*/ 995305 h 1323368"/>
                <a:gd name="connsiteX15" fmla="*/ 6874293 w 10529606"/>
                <a:gd name="connsiteY15" fmla="*/ 957943 h 1323368"/>
                <a:gd name="connsiteX16" fmla="*/ 7446795 w 10529606"/>
                <a:gd name="connsiteY16" fmla="*/ 582437 h 1323368"/>
                <a:gd name="connsiteX17" fmla="*/ 7919928 w 10529606"/>
                <a:gd name="connsiteY17" fmla="*/ 263820 h 1323368"/>
                <a:gd name="connsiteX18" fmla="*/ 8009586 w 10529606"/>
                <a:gd name="connsiteY18" fmla="*/ 207214 h 1323368"/>
                <a:gd name="connsiteX19" fmla="*/ 8570144 w 10529606"/>
                <a:gd name="connsiteY19" fmla="*/ 3849 h 1323368"/>
                <a:gd name="connsiteX20" fmla="*/ 8772136 w 10529606"/>
                <a:gd name="connsiteY20" fmla="*/ 62109 h 1323368"/>
                <a:gd name="connsiteX21" fmla="*/ 8902007 w 10529606"/>
                <a:gd name="connsiteY21" fmla="*/ 104889 h 1323368"/>
                <a:gd name="connsiteX22" fmla="*/ 8941129 w 10529606"/>
                <a:gd name="connsiteY22" fmla="*/ 114177 h 1323368"/>
                <a:gd name="connsiteX23" fmla="*/ 9833901 w 10529606"/>
                <a:gd name="connsiteY23" fmla="*/ 409575 h 1323368"/>
                <a:gd name="connsiteX24" fmla="*/ 10529606 w 10529606"/>
                <a:gd name="connsiteY24" fmla="*/ 1165370 h 1323368"/>
                <a:gd name="connsiteX25" fmla="*/ 10524822 w 10529606"/>
                <a:gd name="connsiteY25" fmla="*/ 1166109 h 1323368"/>
                <a:gd name="connsiteX26" fmla="*/ 9831790 w 10529606"/>
                <a:gd name="connsiteY26" fmla="*/ 413920 h 1323368"/>
                <a:gd name="connsiteX27" fmla="*/ 8940021 w 10529606"/>
                <a:gd name="connsiteY27" fmla="*/ 118892 h 1323368"/>
                <a:gd name="connsiteX28" fmla="*/ 8900882 w 10529606"/>
                <a:gd name="connsiteY28" fmla="*/ 109604 h 1323368"/>
                <a:gd name="connsiteX29" fmla="*/ 8770447 w 10529606"/>
                <a:gd name="connsiteY29" fmla="*/ 66648 h 1323368"/>
                <a:gd name="connsiteX30" fmla="*/ 8569493 w 10529606"/>
                <a:gd name="connsiteY30" fmla="*/ 8652 h 1323368"/>
                <a:gd name="connsiteX31" fmla="*/ 8012225 w 10529606"/>
                <a:gd name="connsiteY31" fmla="*/ 211295 h 1323368"/>
                <a:gd name="connsiteX32" fmla="*/ 7922444 w 10529606"/>
                <a:gd name="connsiteY32" fmla="*/ 267971 h 1323368"/>
                <a:gd name="connsiteX33" fmla="*/ 7449609 w 10529606"/>
                <a:gd name="connsiteY33" fmla="*/ 586395 h 1323368"/>
                <a:gd name="connsiteX34" fmla="*/ 6876651 w 10529606"/>
                <a:gd name="connsiteY34" fmla="*/ 962182 h 1323368"/>
                <a:gd name="connsiteX35" fmla="*/ 6810229 w 10529606"/>
                <a:gd name="connsiteY35" fmla="*/ 999509 h 1323368"/>
                <a:gd name="connsiteX36" fmla="*/ 6286752 w 10529606"/>
                <a:gd name="connsiteY36" fmla="*/ 1219461 h 1323368"/>
                <a:gd name="connsiteX37" fmla="*/ 6086625 w 10529606"/>
                <a:gd name="connsiteY37" fmla="*/ 1224563 h 1323368"/>
                <a:gd name="connsiteX38" fmla="*/ 5718684 w 10529606"/>
                <a:gd name="connsiteY38" fmla="*/ 1111860 h 1323368"/>
                <a:gd name="connsiteX39" fmla="*/ 5195066 w 10529606"/>
                <a:gd name="connsiteY39" fmla="*/ 847544 h 1323368"/>
                <a:gd name="connsiteX40" fmla="*/ 4673225 w 10529606"/>
                <a:gd name="connsiteY40" fmla="*/ 533940 h 1323368"/>
                <a:gd name="connsiteX41" fmla="*/ 4585026 w 10529606"/>
                <a:gd name="connsiteY41" fmla="*/ 478706 h 1323368"/>
                <a:gd name="connsiteX42" fmla="*/ 4179546 w 10529606"/>
                <a:gd name="connsiteY42" fmla="*/ 237593 h 1323368"/>
                <a:gd name="connsiteX43" fmla="*/ 3818712 w 10529606"/>
                <a:gd name="connsiteY43" fmla="*/ 102093 h 1323368"/>
                <a:gd name="connsiteX44" fmla="*/ 2735663 w 10529606"/>
                <a:gd name="connsiteY44" fmla="*/ 262272 h 1323368"/>
                <a:gd name="connsiteX45" fmla="*/ 1408808 w 10529606"/>
                <a:gd name="connsiteY45" fmla="*/ 655597 h 1323368"/>
                <a:gd name="connsiteX46" fmla="*/ 794002 w 10529606"/>
                <a:gd name="connsiteY46" fmla="*/ 868899 h 1323368"/>
                <a:gd name="connsiteX47" fmla="*/ 2797 w 10529606"/>
                <a:gd name="connsiteY47" fmla="*/ 1323368 h 1323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0529606" h="1323368">
                  <a:moveTo>
                    <a:pt x="2797" y="1323368"/>
                  </a:moveTo>
                  <a:lnTo>
                    <a:pt x="0" y="1319411"/>
                  </a:lnTo>
                  <a:cubicBezTo>
                    <a:pt x="193865" y="1182380"/>
                    <a:pt x="423281" y="1050610"/>
                    <a:pt x="791838" y="864572"/>
                  </a:cubicBezTo>
                  <a:cubicBezTo>
                    <a:pt x="997383" y="760823"/>
                    <a:pt x="1198901" y="690901"/>
                    <a:pt x="1407911" y="650829"/>
                  </a:cubicBezTo>
                  <a:cubicBezTo>
                    <a:pt x="2059570" y="525884"/>
                    <a:pt x="2433457" y="377209"/>
                    <a:pt x="2733886" y="257751"/>
                  </a:cubicBezTo>
                  <a:cubicBezTo>
                    <a:pt x="2922949" y="182569"/>
                    <a:pt x="3072275" y="123201"/>
                    <a:pt x="3237538" y="91380"/>
                  </a:cubicBezTo>
                  <a:cubicBezTo>
                    <a:pt x="3415783" y="57078"/>
                    <a:pt x="3595277" y="58890"/>
                    <a:pt x="3819539" y="97308"/>
                  </a:cubicBezTo>
                  <a:cubicBezTo>
                    <a:pt x="3926507" y="115620"/>
                    <a:pt x="4041619" y="158840"/>
                    <a:pt x="4181833" y="233300"/>
                  </a:cubicBezTo>
                  <a:cubicBezTo>
                    <a:pt x="4321520" y="307480"/>
                    <a:pt x="4456791" y="392442"/>
                    <a:pt x="4587612" y="474590"/>
                  </a:cubicBezTo>
                  <a:cubicBezTo>
                    <a:pt x="4616478" y="492726"/>
                    <a:pt x="4646347" y="511477"/>
                    <a:pt x="4675793" y="529824"/>
                  </a:cubicBezTo>
                  <a:cubicBezTo>
                    <a:pt x="4848181" y="637232"/>
                    <a:pt x="5017806" y="742036"/>
                    <a:pt x="5197441" y="843323"/>
                  </a:cubicBezTo>
                  <a:cubicBezTo>
                    <a:pt x="5357356" y="933492"/>
                    <a:pt x="5529462" y="1028146"/>
                    <a:pt x="5720530" y="1107392"/>
                  </a:cubicBezTo>
                  <a:cubicBezTo>
                    <a:pt x="5827868" y="1151896"/>
                    <a:pt x="5949506" y="1202346"/>
                    <a:pt x="6087222" y="1219760"/>
                  </a:cubicBezTo>
                  <a:cubicBezTo>
                    <a:pt x="6151446" y="1227887"/>
                    <a:pt x="6218290" y="1226181"/>
                    <a:pt x="6285943" y="1214694"/>
                  </a:cubicBezTo>
                  <a:cubicBezTo>
                    <a:pt x="6476396" y="1182820"/>
                    <a:pt x="6652476" y="1083187"/>
                    <a:pt x="6807837" y="995305"/>
                  </a:cubicBezTo>
                  <a:cubicBezTo>
                    <a:pt x="6830898" y="982253"/>
                    <a:pt x="6852657" y="969939"/>
                    <a:pt x="6874293" y="957943"/>
                  </a:cubicBezTo>
                  <a:cubicBezTo>
                    <a:pt x="7074034" y="847175"/>
                    <a:pt x="7263537" y="712590"/>
                    <a:pt x="7446795" y="582437"/>
                  </a:cubicBezTo>
                  <a:cubicBezTo>
                    <a:pt x="7598707" y="474555"/>
                    <a:pt x="7755790" y="362995"/>
                    <a:pt x="7919928" y="263820"/>
                  </a:cubicBezTo>
                  <a:cubicBezTo>
                    <a:pt x="7948372" y="246634"/>
                    <a:pt x="7978099" y="227496"/>
                    <a:pt x="8009586" y="207214"/>
                  </a:cubicBezTo>
                  <a:cubicBezTo>
                    <a:pt x="8169502" y="104239"/>
                    <a:pt x="8368539" y="-23926"/>
                    <a:pt x="8570144" y="3849"/>
                  </a:cubicBezTo>
                  <a:cubicBezTo>
                    <a:pt x="8643550" y="13964"/>
                    <a:pt x="8708915" y="38433"/>
                    <a:pt x="8772136" y="62109"/>
                  </a:cubicBezTo>
                  <a:cubicBezTo>
                    <a:pt x="8816640" y="78768"/>
                    <a:pt x="8858681" y="94511"/>
                    <a:pt x="8902007" y="104889"/>
                  </a:cubicBezTo>
                  <a:cubicBezTo>
                    <a:pt x="8913916" y="107739"/>
                    <a:pt x="8927003" y="110835"/>
                    <a:pt x="8941129" y="114177"/>
                  </a:cubicBezTo>
                  <a:cubicBezTo>
                    <a:pt x="9121537" y="156834"/>
                    <a:pt x="9496954" y="245579"/>
                    <a:pt x="9833901" y="409575"/>
                  </a:cubicBezTo>
                  <a:cubicBezTo>
                    <a:pt x="10249389" y="611778"/>
                    <a:pt x="10483466" y="866067"/>
                    <a:pt x="10529606" y="1165370"/>
                  </a:cubicBezTo>
                  <a:lnTo>
                    <a:pt x="10524822" y="1166109"/>
                  </a:lnTo>
                  <a:cubicBezTo>
                    <a:pt x="10478928" y="868460"/>
                    <a:pt x="10245766" y="615385"/>
                    <a:pt x="9831790" y="413920"/>
                  </a:cubicBezTo>
                  <a:cubicBezTo>
                    <a:pt x="9495318" y="250170"/>
                    <a:pt x="9120253" y="161496"/>
                    <a:pt x="8940021" y="118892"/>
                  </a:cubicBezTo>
                  <a:cubicBezTo>
                    <a:pt x="8925878" y="115549"/>
                    <a:pt x="8912790" y="112453"/>
                    <a:pt x="8900882" y="109604"/>
                  </a:cubicBezTo>
                  <a:cubicBezTo>
                    <a:pt x="8857275" y="99155"/>
                    <a:pt x="8815093" y="83376"/>
                    <a:pt x="8770447" y="66648"/>
                  </a:cubicBezTo>
                  <a:cubicBezTo>
                    <a:pt x="8707473" y="43076"/>
                    <a:pt x="8642353" y="18696"/>
                    <a:pt x="8569493" y="8652"/>
                  </a:cubicBezTo>
                  <a:cubicBezTo>
                    <a:pt x="8369648" y="-18878"/>
                    <a:pt x="8171472" y="108742"/>
                    <a:pt x="8012225" y="211295"/>
                  </a:cubicBezTo>
                  <a:cubicBezTo>
                    <a:pt x="7980721" y="231594"/>
                    <a:pt x="7950958" y="250750"/>
                    <a:pt x="7922444" y="267971"/>
                  </a:cubicBezTo>
                  <a:cubicBezTo>
                    <a:pt x="7758446" y="367041"/>
                    <a:pt x="7601451" y="478548"/>
                    <a:pt x="7449609" y="586395"/>
                  </a:cubicBezTo>
                  <a:cubicBezTo>
                    <a:pt x="7266228" y="716618"/>
                    <a:pt x="7076620" y="851291"/>
                    <a:pt x="6876651" y="962182"/>
                  </a:cubicBezTo>
                  <a:cubicBezTo>
                    <a:pt x="6855049" y="974161"/>
                    <a:pt x="6833272" y="986474"/>
                    <a:pt x="6810229" y="999509"/>
                  </a:cubicBezTo>
                  <a:cubicBezTo>
                    <a:pt x="6654517" y="1087602"/>
                    <a:pt x="6478049" y="1187446"/>
                    <a:pt x="6286752" y="1219461"/>
                  </a:cubicBezTo>
                  <a:cubicBezTo>
                    <a:pt x="6218641" y="1231018"/>
                    <a:pt x="6151305" y="1232742"/>
                    <a:pt x="6086625" y="1224563"/>
                  </a:cubicBezTo>
                  <a:cubicBezTo>
                    <a:pt x="5948257" y="1207060"/>
                    <a:pt x="5826285" y="1156487"/>
                    <a:pt x="5718684" y="1111860"/>
                  </a:cubicBezTo>
                  <a:cubicBezTo>
                    <a:pt x="5527368" y="1032526"/>
                    <a:pt x="5355104" y="937784"/>
                    <a:pt x="5195066" y="847544"/>
                  </a:cubicBezTo>
                  <a:cubicBezTo>
                    <a:pt x="5015343" y="746205"/>
                    <a:pt x="4845665" y="641383"/>
                    <a:pt x="4673225" y="533940"/>
                  </a:cubicBezTo>
                  <a:cubicBezTo>
                    <a:pt x="4643779" y="515593"/>
                    <a:pt x="4613910" y="496842"/>
                    <a:pt x="4585026" y="478706"/>
                  </a:cubicBezTo>
                  <a:cubicBezTo>
                    <a:pt x="4454275" y="396593"/>
                    <a:pt x="4319075" y="311702"/>
                    <a:pt x="4179546" y="237593"/>
                  </a:cubicBezTo>
                  <a:cubicBezTo>
                    <a:pt x="4039807" y="163378"/>
                    <a:pt x="3925152" y="120316"/>
                    <a:pt x="3818712" y="102093"/>
                  </a:cubicBezTo>
                  <a:cubicBezTo>
                    <a:pt x="3343240" y="20666"/>
                    <a:pt x="3101528" y="116781"/>
                    <a:pt x="2735663" y="262272"/>
                  </a:cubicBezTo>
                  <a:cubicBezTo>
                    <a:pt x="2435040" y="381800"/>
                    <a:pt x="2060925" y="530580"/>
                    <a:pt x="1408808" y="655597"/>
                  </a:cubicBezTo>
                  <a:cubicBezTo>
                    <a:pt x="1200237" y="695580"/>
                    <a:pt x="999143" y="765362"/>
                    <a:pt x="794002" y="868899"/>
                  </a:cubicBezTo>
                  <a:cubicBezTo>
                    <a:pt x="425691" y="1054814"/>
                    <a:pt x="196451" y="1186479"/>
                    <a:pt x="2797" y="1323368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任意多边形: 形状 1390"/>
            <p:cNvSpPr/>
            <p:nvPr>
              <p:custDataLst>
                <p:tags r:id="rId10"/>
              </p:custDataLst>
            </p:nvPr>
          </p:nvSpPr>
          <p:spPr>
            <a:xfrm>
              <a:off x="1582901" y="3247659"/>
              <a:ext cx="10608447" cy="1378815"/>
            </a:xfrm>
            <a:custGeom>
              <a:avLst/>
              <a:gdLst>
                <a:gd name="connsiteX0" fmla="*/ 2199 w 10608447"/>
                <a:gd name="connsiteY0" fmla="*/ 1378816 h 1378815"/>
                <a:gd name="connsiteX1" fmla="*/ 0 w 10608447"/>
                <a:gd name="connsiteY1" fmla="*/ 1374576 h 1378815"/>
                <a:gd name="connsiteX2" fmla="*/ 428277 w 10608447"/>
                <a:gd name="connsiteY2" fmla="*/ 1178776 h 1378815"/>
                <a:gd name="connsiteX3" fmla="*/ 844891 w 10608447"/>
                <a:gd name="connsiteY3" fmla="*/ 994673 h 1378815"/>
                <a:gd name="connsiteX4" fmla="*/ 1484395 w 10608447"/>
                <a:gd name="connsiteY4" fmla="*/ 787387 h 1378815"/>
                <a:gd name="connsiteX5" fmla="*/ 2933574 w 10608447"/>
                <a:gd name="connsiteY5" fmla="*/ 295854 h 1378815"/>
                <a:gd name="connsiteX6" fmla="*/ 3378772 w 10608447"/>
                <a:gd name="connsiteY6" fmla="*/ 108181 h 1378815"/>
                <a:gd name="connsiteX7" fmla="*/ 3619675 w 10608447"/>
                <a:gd name="connsiteY7" fmla="*/ 72789 h 1378815"/>
                <a:gd name="connsiteX8" fmla="*/ 3913577 w 10608447"/>
                <a:gd name="connsiteY8" fmla="*/ 91804 h 1378815"/>
                <a:gd name="connsiteX9" fmla="*/ 4285705 w 10608447"/>
                <a:gd name="connsiteY9" fmla="*/ 233936 h 1378815"/>
                <a:gd name="connsiteX10" fmla="*/ 4719330 w 10608447"/>
                <a:gd name="connsiteY10" fmla="*/ 512446 h 1378815"/>
                <a:gd name="connsiteX11" fmla="*/ 4783307 w 10608447"/>
                <a:gd name="connsiteY11" fmla="*/ 556265 h 1378815"/>
                <a:gd name="connsiteX12" fmla="*/ 4813017 w 10608447"/>
                <a:gd name="connsiteY12" fmla="*/ 576564 h 1378815"/>
                <a:gd name="connsiteX13" fmla="*/ 5303899 w 10608447"/>
                <a:gd name="connsiteY13" fmla="*/ 903044 h 1378815"/>
                <a:gd name="connsiteX14" fmla="*/ 5827323 w 10608447"/>
                <a:gd name="connsiteY14" fmla="*/ 1200342 h 1378815"/>
                <a:gd name="connsiteX15" fmla="*/ 6200083 w 10608447"/>
                <a:gd name="connsiteY15" fmla="*/ 1328999 h 1378815"/>
                <a:gd name="connsiteX16" fmla="*/ 6404732 w 10608447"/>
                <a:gd name="connsiteY16" fmla="*/ 1324091 h 1378815"/>
                <a:gd name="connsiteX17" fmla="*/ 6932782 w 10608447"/>
                <a:gd name="connsiteY17" fmla="*/ 1082063 h 1378815"/>
                <a:gd name="connsiteX18" fmla="*/ 7000734 w 10608447"/>
                <a:gd name="connsiteY18" fmla="*/ 1040215 h 1378815"/>
                <a:gd name="connsiteX19" fmla="*/ 7566182 w 10608447"/>
                <a:gd name="connsiteY19" fmla="*/ 635950 h 1378815"/>
                <a:gd name="connsiteX20" fmla="*/ 8047160 w 10608447"/>
                <a:gd name="connsiteY20" fmla="*/ 284139 h 1378815"/>
                <a:gd name="connsiteX21" fmla="*/ 8134462 w 10608447"/>
                <a:gd name="connsiteY21" fmla="*/ 224507 h 1378815"/>
                <a:gd name="connsiteX22" fmla="*/ 8709021 w 10608447"/>
                <a:gd name="connsiteY22" fmla="*/ 5839 h 1378815"/>
                <a:gd name="connsiteX23" fmla="*/ 8913881 w 10608447"/>
                <a:gd name="connsiteY23" fmla="*/ 76922 h 1378815"/>
                <a:gd name="connsiteX24" fmla="*/ 9043153 w 10608447"/>
                <a:gd name="connsiteY24" fmla="*/ 128076 h 1378815"/>
                <a:gd name="connsiteX25" fmla="*/ 9139075 w 10608447"/>
                <a:gd name="connsiteY25" fmla="*/ 154919 h 1378815"/>
                <a:gd name="connsiteX26" fmla="*/ 9985953 w 10608447"/>
                <a:gd name="connsiteY26" fmla="*/ 464847 h 1378815"/>
                <a:gd name="connsiteX27" fmla="*/ 10392048 w 10608447"/>
                <a:gd name="connsiteY27" fmla="*/ 759980 h 1378815"/>
                <a:gd name="connsiteX28" fmla="*/ 10608447 w 10608447"/>
                <a:gd name="connsiteY28" fmla="*/ 1177369 h 1378815"/>
                <a:gd name="connsiteX29" fmla="*/ 10603733 w 10608447"/>
                <a:gd name="connsiteY29" fmla="*/ 1178107 h 1378815"/>
                <a:gd name="connsiteX30" fmla="*/ 9983702 w 10608447"/>
                <a:gd name="connsiteY30" fmla="*/ 469068 h 1378815"/>
                <a:gd name="connsiteX31" fmla="*/ 9137791 w 10608447"/>
                <a:gd name="connsiteY31" fmla="*/ 159527 h 1378815"/>
                <a:gd name="connsiteX32" fmla="*/ 9041799 w 10608447"/>
                <a:gd name="connsiteY32" fmla="*/ 132667 h 1378815"/>
                <a:gd name="connsiteX33" fmla="*/ 8911928 w 10608447"/>
                <a:gd name="connsiteY33" fmla="*/ 81302 h 1378815"/>
                <a:gd name="connsiteX34" fmla="*/ 8708194 w 10608447"/>
                <a:gd name="connsiteY34" fmla="*/ 10571 h 1378815"/>
                <a:gd name="connsiteX35" fmla="*/ 8137188 w 10608447"/>
                <a:gd name="connsiteY35" fmla="*/ 228447 h 1378815"/>
                <a:gd name="connsiteX36" fmla="*/ 8049763 w 10608447"/>
                <a:gd name="connsiteY36" fmla="*/ 288167 h 1378815"/>
                <a:gd name="connsiteX37" fmla="*/ 7569102 w 10608447"/>
                <a:gd name="connsiteY37" fmla="*/ 639767 h 1378815"/>
                <a:gd name="connsiteX38" fmla="*/ 7003215 w 10608447"/>
                <a:gd name="connsiteY38" fmla="*/ 1044331 h 1378815"/>
                <a:gd name="connsiteX39" fmla="*/ 6935298 w 10608447"/>
                <a:gd name="connsiteY39" fmla="*/ 1086144 h 1378815"/>
                <a:gd name="connsiteX40" fmla="*/ 6405593 w 10608447"/>
                <a:gd name="connsiteY40" fmla="*/ 1328823 h 1378815"/>
                <a:gd name="connsiteX41" fmla="*/ 6199415 w 10608447"/>
                <a:gd name="connsiteY41" fmla="*/ 1333766 h 1378815"/>
                <a:gd name="connsiteX42" fmla="*/ 5825317 w 10608447"/>
                <a:gd name="connsiteY42" fmla="*/ 1204705 h 1378815"/>
                <a:gd name="connsiteX43" fmla="*/ 5301383 w 10608447"/>
                <a:gd name="connsiteY43" fmla="*/ 907108 h 1378815"/>
                <a:gd name="connsiteX44" fmla="*/ 4810343 w 10608447"/>
                <a:gd name="connsiteY44" fmla="*/ 580522 h 1378815"/>
                <a:gd name="connsiteX45" fmla="*/ 4780633 w 10608447"/>
                <a:gd name="connsiteY45" fmla="*/ 560240 h 1378815"/>
                <a:gd name="connsiteX46" fmla="*/ 4716638 w 10608447"/>
                <a:gd name="connsiteY46" fmla="*/ 516404 h 1378815"/>
                <a:gd name="connsiteX47" fmla="*/ 4283383 w 10608447"/>
                <a:gd name="connsiteY47" fmla="*/ 238122 h 1378815"/>
                <a:gd name="connsiteX48" fmla="*/ 3912874 w 10608447"/>
                <a:gd name="connsiteY48" fmla="*/ 96536 h 1378815"/>
                <a:gd name="connsiteX49" fmla="*/ 2935737 w 10608447"/>
                <a:gd name="connsiteY49" fmla="*/ 300129 h 1378815"/>
                <a:gd name="connsiteX50" fmla="*/ 2380879 w 10608447"/>
                <a:gd name="connsiteY50" fmla="*/ 549351 h 1378815"/>
                <a:gd name="connsiteX51" fmla="*/ 1485292 w 10608447"/>
                <a:gd name="connsiteY51" fmla="*/ 792101 h 1378815"/>
                <a:gd name="connsiteX52" fmla="*/ 846896 w 10608447"/>
                <a:gd name="connsiteY52" fmla="*/ 999036 h 1378815"/>
                <a:gd name="connsiteX53" fmla="*/ 430194 w 10608447"/>
                <a:gd name="connsiteY53" fmla="*/ 1183174 h 1378815"/>
                <a:gd name="connsiteX54" fmla="*/ 2199 w 10608447"/>
                <a:gd name="connsiteY54" fmla="*/ 1378816 h 1378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0608447" h="1378815">
                  <a:moveTo>
                    <a:pt x="2199" y="1378816"/>
                  </a:moveTo>
                  <a:lnTo>
                    <a:pt x="0" y="1374576"/>
                  </a:lnTo>
                  <a:cubicBezTo>
                    <a:pt x="123063" y="1310951"/>
                    <a:pt x="257754" y="1252621"/>
                    <a:pt x="428277" y="1178776"/>
                  </a:cubicBezTo>
                  <a:cubicBezTo>
                    <a:pt x="548473" y="1126726"/>
                    <a:pt x="684694" y="1067745"/>
                    <a:pt x="844891" y="994673"/>
                  </a:cubicBezTo>
                  <a:cubicBezTo>
                    <a:pt x="1062662" y="895357"/>
                    <a:pt x="1271849" y="827563"/>
                    <a:pt x="1484395" y="787387"/>
                  </a:cubicBezTo>
                  <a:cubicBezTo>
                    <a:pt x="2239398" y="644710"/>
                    <a:pt x="2624297" y="451266"/>
                    <a:pt x="2933574" y="295854"/>
                  </a:cubicBezTo>
                  <a:cubicBezTo>
                    <a:pt x="3092152" y="216152"/>
                    <a:pt x="3229112" y="147337"/>
                    <a:pt x="3378772" y="108181"/>
                  </a:cubicBezTo>
                  <a:cubicBezTo>
                    <a:pt x="3457543" y="87565"/>
                    <a:pt x="3536349" y="75990"/>
                    <a:pt x="3619675" y="72789"/>
                  </a:cubicBezTo>
                  <a:cubicBezTo>
                    <a:pt x="3709932" y="69306"/>
                    <a:pt x="3806064" y="75533"/>
                    <a:pt x="3913577" y="91804"/>
                  </a:cubicBezTo>
                  <a:cubicBezTo>
                    <a:pt x="4024380" y="108585"/>
                    <a:pt x="4142624" y="153740"/>
                    <a:pt x="4285705" y="233936"/>
                  </a:cubicBezTo>
                  <a:cubicBezTo>
                    <a:pt x="4436756" y="318616"/>
                    <a:pt x="4580417" y="417159"/>
                    <a:pt x="4719330" y="512446"/>
                  </a:cubicBezTo>
                  <a:cubicBezTo>
                    <a:pt x="4740650" y="527082"/>
                    <a:pt x="4761969" y="541700"/>
                    <a:pt x="4783307" y="556265"/>
                  </a:cubicBezTo>
                  <a:lnTo>
                    <a:pt x="4813017" y="576564"/>
                  </a:lnTo>
                  <a:cubicBezTo>
                    <a:pt x="4970980" y="684464"/>
                    <a:pt x="5134326" y="796059"/>
                    <a:pt x="5303899" y="903044"/>
                  </a:cubicBezTo>
                  <a:cubicBezTo>
                    <a:pt x="5472662" y="1009537"/>
                    <a:pt x="5639685" y="1112389"/>
                    <a:pt x="5827323" y="1200342"/>
                  </a:cubicBezTo>
                  <a:cubicBezTo>
                    <a:pt x="5935662" y="1251126"/>
                    <a:pt x="6058462" y="1308700"/>
                    <a:pt x="6200083" y="1328999"/>
                  </a:cubicBezTo>
                  <a:cubicBezTo>
                    <a:pt x="6266294" y="1338498"/>
                    <a:pt x="6335161" y="1336844"/>
                    <a:pt x="6404732" y="1324091"/>
                  </a:cubicBezTo>
                  <a:cubicBezTo>
                    <a:pt x="6599230" y="1288910"/>
                    <a:pt x="6776438" y="1179005"/>
                    <a:pt x="6932782" y="1082063"/>
                  </a:cubicBezTo>
                  <a:cubicBezTo>
                    <a:pt x="6956407" y="1067410"/>
                    <a:pt x="6978711" y="1053584"/>
                    <a:pt x="7000734" y="1040215"/>
                  </a:cubicBezTo>
                  <a:cubicBezTo>
                    <a:pt x="7199032" y="919914"/>
                    <a:pt x="7385668" y="775566"/>
                    <a:pt x="7566182" y="635950"/>
                  </a:cubicBezTo>
                  <a:cubicBezTo>
                    <a:pt x="7720152" y="516862"/>
                    <a:pt x="7879346" y="393728"/>
                    <a:pt x="8047160" y="284139"/>
                  </a:cubicBezTo>
                  <a:cubicBezTo>
                    <a:pt x="8074690" y="266161"/>
                    <a:pt x="8103714" y="245932"/>
                    <a:pt x="8134462" y="224507"/>
                  </a:cubicBezTo>
                  <a:cubicBezTo>
                    <a:pt x="8297544" y="110855"/>
                    <a:pt x="8500503" y="-30591"/>
                    <a:pt x="8709021" y="5839"/>
                  </a:cubicBezTo>
                  <a:cubicBezTo>
                    <a:pt x="8784414" y="19014"/>
                    <a:pt x="8850238" y="48443"/>
                    <a:pt x="8913881" y="76922"/>
                  </a:cubicBezTo>
                  <a:cubicBezTo>
                    <a:pt x="8958086" y="96694"/>
                    <a:pt x="8999846" y="115375"/>
                    <a:pt x="9043153" y="128076"/>
                  </a:cubicBezTo>
                  <a:cubicBezTo>
                    <a:pt x="9069574" y="135815"/>
                    <a:pt x="9101783" y="144681"/>
                    <a:pt x="9139075" y="154919"/>
                  </a:cubicBezTo>
                  <a:cubicBezTo>
                    <a:pt x="9342069" y="210698"/>
                    <a:pt x="9681813" y="304069"/>
                    <a:pt x="9985953" y="464847"/>
                  </a:cubicBezTo>
                  <a:cubicBezTo>
                    <a:pt x="10154400" y="553907"/>
                    <a:pt x="10291044" y="653188"/>
                    <a:pt x="10392048" y="759980"/>
                  </a:cubicBezTo>
                  <a:cubicBezTo>
                    <a:pt x="10511910" y="886668"/>
                    <a:pt x="10584718" y="1027093"/>
                    <a:pt x="10608447" y="1177369"/>
                  </a:cubicBezTo>
                  <a:lnTo>
                    <a:pt x="10603733" y="1178107"/>
                  </a:lnTo>
                  <a:cubicBezTo>
                    <a:pt x="10560108" y="902059"/>
                    <a:pt x="10351502" y="663514"/>
                    <a:pt x="9983702" y="469068"/>
                  </a:cubicBezTo>
                  <a:cubicBezTo>
                    <a:pt x="9680019" y="308519"/>
                    <a:pt x="9340592" y="215254"/>
                    <a:pt x="9137791" y="159527"/>
                  </a:cubicBezTo>
                  <a:cubicBezTo>
                    <a:pt x="9100481" y="149272"/>
                    <a:pt x="9068255" y="140424"/>
                    <a:pt x="9041799" y="132667"/>
                  </a:cubicBezTo>
                  <a:cubicBezTo>
                    <a:pt x="8998174" y="119879"/>
                    <a:pt x="8956274" y="101145"/>
                    <a:pt x="8911928" y="81302"/>
                  </a:cubicBezTo>
                  <a:cubicBezTo>
                    <a:pt x="8848549" y="52946"/>
                    <a:pt x="8783007" y="23641"/>
                    <a:pt x="8708194" y="10571"/>
                  </a:cubicBezTo>
                  <a:cubicBezTo>
                    <a:pt x="8501629" y="-25507"/>
                    <a:pt x="8299549" y="115305"/>
                    <a:pt x="8137188" y="228447"/>
                  </a:cubicBezTo>
                  <a:cubicBezTo>
                    <a:pt x="8106422" y="249890"/>
                    <a:pt x="8077345" y="270154"/>
                    <a:pt x="8049763" y="288167"/>
                  </a:cubicBezTo>
                  <a:cubicBezTo>
                    <a:pt x="7882126" y="397668"/>
                    <a:pt x="7722984" y="520732"/>
                    <a:pt x="7569102" y="639767"/>
                  </a:cubicBezTo>
                  <a:cubicBezTo>
                    <a:pt x="7388500" y="779453"/>
                    <a:pt x="7201759" y="923889"/>
                    <a:pt x="7003215" y="1044331"/>
                  </a:cubicBezTo>
                  <a:cubicBezTo>
                    <a:pt x="6981209" y="1057683"/>
                    <a:pt x="6958921" y="1071509"/>
                    <a:pt x="6935298" y="1086144"/>
                  </a:cubicBezTo>
                  <a:cubicBezTo>
                    <a:pt x="6778583" y="1183332"/>
                    <a:pt x="6600972" y="1293466"/>
                    <a:pt x="6405593" y="1328823"/>
                  </a:cubicBezTo>
                  <a:cubicBezTo>
                    <a:pt x="6335513" y="1341664"/>
                    <a:pt x="6266136" y="1343336"/>
                    <a:pt x="6199415" y="1333766"/>
                  </a:cubicBezTo>
                  <a:cubicBezTo>
                    <a:pt x="6057108" y="1313361"/>
                    <a:pt x="5933957" y="1255629"/>
                    <a:pt x="5825317" y="1204705"/>
                  </a:cubicBezTo>
                  <a:cubicBezTo>
                    <a:pt x="5637432" y="1116629"/>
                    <a:pt x="5470270" y="1013689"/>
                    <a:pt x="5301383" y="907108"/>
                  </a:cubicBezTo>
                  <a:cubicBezTo>
                    <a:pt x="5131740" y="800069"/>
                    <a:pt x="4968359" y="688457"/>
                    <a:pt x="4810343" y="580522"/>
                  </a:cubicBezTo>
                  <a:lnTo>
                    <a:pt x="4780633" y="560240"/>
                  </a:lnTo>
                  <a:cubicBezTo>
                    <a:pt x="4759295" y="545675"/>
                    <a:pt x="4737976" y="531040"/>
                    <a:pt x="4716638" y="516404"/>
                  </a:cubicBezTo>
                  <a:cubicBezTo>
                    <a:pt x="4577796" y="421169"/>
                    <a:pt x="4434240" y="322697"/>
                    <a:pt x="4283383" y="238122"/>
                  </a:cubicBezTo>
                  <a:cubicBezTo>
                    <a:pt x="4140830" y="158208"/>
                    <a:pt x="4023096" y="113229"/>
                    <a:pt x="3912874" y="96536"/>
                  </a:cubicBezTo>
                  <a:cubicBezTo>
                    <a:pt x="3473304" y="29991"/>
                    <a:pt x="3259438" y="137451"/>
                    <a:pt x="2935737" y="300129"/>
                  </a:cubicBezTo>
                  <a:cubicBezTo>
                    <a:pt x="2783703" y="376542"/>
                    <a:pt x="2611385" y="463140"/>
                    <a:pt x="2380879" y="549351"/>
                  </a:cubicBezTo>
                  <a:cubicBezTo>
                    <a:pt x="2113644" y="649301"/>
                    <a:pt x="1820691" y="728705"/>
                    <a:pt x="1485292" y="792101"/>
                  </a:cubicBezTo>
                  <a:cubicBezTo>
                    <a:pt x="1273133" y="832190"/>
                    <a:pt x="1064315" y="899878"/>
                    <a:pt x="846896" y="999036"/>
                  </a:cubicBezTo>
                  <a:cubicBezTo>
                    <a:pt x="686647" y="1072107"/>
                    <a:pt x="550408" y="1131106"/>
                    <a:pt x="430194" y="1183174"/>
                  </a:cubicBezTo>
                  <a:cubicBezTo>
                    <a:pt x="259760" y="1256966"/>
                    <a:pt x="125121" y="1315261"/>
                    <a:pt x="2199" y="1378816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任意多边形: 形状 1391"/>
            <p:cNvSpPr/>
            <p:nvPr>
              <p:custDataLst>
                <p:tags r:id="rId11"/>
              </p:custDataLst>
            </p:nvPr>
          </p:nvSpPr>
          <p:spPr>
            <a:xfrm>
              <a:off x="1504096" y="3185348"/>
              <a:ext cx="10687217" cy="1450308"/>
            </a:xfrm>
            <a:custGeom>
              <a:avLst/>
              <a:gdLst>
                <a:gd name="connsiteX0" fmla="*/ 6403483 w 10687217"/>
                <a:gd name="connsiteY0" fmla="*/ 1450309 h 1450308"/>
                <a:gd name="connsiteX1" fmla="*/ 6312153 w 10687217"/>
                <a:gd name="connsiteY1" fmla="*/ 1443132 h 1450308"/>
                <a:gd name="connsiteX2" fmla="*/ 5931898 w 10687217"/>
                <a:gd name="connsiteY2" fmla="*/ 1297711 h 1450308"/>
                <a:gd name="connsiteX3" fmla="*/ 5407630 w 10687217"/>
                <a:gd name="connsiteY3" fmla="*/ 966850 h 1450308"/>
                <a:gd name="connsiteX4" fmla="*/ 4977031 w 10687217"/>
                <a:gd name="connsiteY4" fmla="*/ 652982 h 1450308"/>
                <a:gd name="connsiteX5" fmla="*/ 4887988 w 10687217"/>
                <a:gd name="connsiteY5" fmla="*/ 586719 h 1450308"/>
                <a:gd name="connsiteX6" fmla="*/ 4842780 w 10687217"/>
                <a:gd name="connsiteY6" fmla="*/ 553086 h 1450308"/>
                <a:gd name="connsiteX7" fmla="*/ 4387150 w 10687217"/>
                <a:gd name="connsiteY7" fmla="*/ 238848 h 1450308"/>
                <a:gd name="connsiteX8" fmla="*/ 4006983 w 10687217"/>
                <a:gd name="connsiteY8" fmla="*/ 91176 h 1450308"/>
                <a:gd name="connsiteX9" fmla="*/ 3107404 w 10687217"/>
                <a:gd name="connsiteY9" fmla="*/ 337408 h 1450308"/>
                <a:gd name="connsiteX10" fmla="*/ 2538666 w 10687217"/>
                <a:gd name="connsiteY10" fmla="*/ 644152 h 1450308"/>
                <a:gd name="connsiteX11" fmla="*/ 1561741 w 10687217"/>
                <a:gd name="connsiteY11" fmla="*/ 928820 h 1450308"/>
                <a:gd name="connsiteX12" fmla="*/ 899756 w 10687217"/>
                <a:gd name="connsiteY12" fmla="*/ 1129369 h 1450308"/>
                <a:gd name="connsiteX13" fmla="*/ 247745 w 10687217"/>
                <a:gd name="connsiteY13" fmla="*/ 1356058 h 1450308"/>
                <a:gd name="connsiteX14" fmla="*/ 1566 w 10687217"/>
                <a:gd name="connsiteY14" fmla="*/ 1434424 h 1450308"/>
                <a:gd name="connsiteX15" fmla="*/ 0 w 10687217"/>
                <a:gd name="connsiteY15" fmla="*/ 1429974 h 1450308"/>
                <a:gd name="connsiteX16" fmla="*/ 246373 w 10687217"/>
                <a:gd name="connsiteY16" fmla="*/ 1351538 h 1450308"/>
                <a:gd name="connsiteX17" fmla="*/ 897944 w 10687217"/>
                <a:gd name="connsiteY17" fmla="*/ 1124989 h 1450308"/>
                <a:gd name="connsiteX18" fmla="*/ 1560861 w 10687217"/>
                <a:gd name="connsiteY18" fmla="*/ 924158 h 1450308"/>
                <a:gd name="connsiteX19" fmla="*/ 3104905 w 10687217"/>
                <a:gd name="connsiteY19" fmla="*/ 333380 h 1450308"/>
                <a:gd name="connsiteX20" fmla="*/ 3507623 w 10687217"/>
                <a:gd name="connsiteY20" fmla="*/ 122786 h 1450308"/>
                <a:gd name="connsiteX21" fmla="*/ 4007582 w 10687217"/>
                <a:gd name="connsiteY21" fmla="*/ 86479 h 1450308"/>
                <a:gd name="connsiteX22" fmla="*/ 4389525 w 10687217"/>
                <a:gd name="connsiteY22" fmla="*/ 234767 h 1450308"/>
                <a:gd name="connsiteX23" fmla="*/ 4845577 w 10687217"/>
                <a:gd name="connsiteY23" fmla="*/ 549269 h 1450308"/>
                <a:gd name="connsiteX24" fmla="*/ 4890785 w 10687217"/>
                <a:gd name="connsiteY24" fmla="*/ 582902 h 1450308"/>
                <a:gd name="connsiteX25" fmla="*/ 4979828 w 10687217"/>
                <a:gd name="connsiteY25" fmla="*/ 649165 h 1450308"/>
                <a:gd name="connsiteX26" fmla="*/ 5410304 w 10687217"/>
                <a:gd name="connsiteY26" fmla="*/ 962945 h 1450308"/>
                <a:gd name="connsiteX27" fmla="*/ 5934062 w 10687217"/>
                <a:gd name="connsiteY27" fmla="*/ 1293489 h 1450308"/>
                <a:gd name="connsiteX28" fmla="*/ 6312874 w 10687217"/>
                <a:gd name="connsiteY28" fmla="*/ 1438435 h 1450308"/>
                <a:gd name="connsiteX29" fmla="*/ 6523468 w 10687217"/>
                <a:gd name="connsiteY29" fmla="*/ 1433668 h 1450308"/>
                <a:gd name="connsiteX30" fmla="*/ 7058959 w 10687217"/>
                <a:gd name="connsiteY30" fmla="*/ 1168262 h 1450308"/>
                <a:gd name="connsiteX31" fmla="*/ 7127123 w 10687217"/>
                <a:gd name="connsiteY31" fmla="*/ 1122650 h 1450308"/>
                <a:gd name="connsiteX32" fmla="*/ 7686871 w 10687217"/>
                <a:gd name="connsiteY32" fmla="*/ 689430 h 1450308"/>
                <a:gd name="connsiteX33" fmla="*/ 8174287 w 10687217"/>
                <a:gd name="connsiteY33" fmla="*/ 304619 h 1450308"/>
                <a:gd name="connsiteX34" fmla="*/ 8258968 w 10687217"/>
                <a:gd name="connsiteY34" fmla="*/ 242419 h 1450308"/>
                <a:gd name="connsiteX35" fmla="*/ 8533714 w 10687217"/>
                <a:gd name="connsiteY35" fmla="*/ 62345 h 1450308"/>
                <a:gd name="connsiteX36" fmla="*/ 8847793 w 10687217"/>
                <a:gd name="connsiteY36" fmla="*/ 7973 h 1450308"/>
                <a:gd name="connsiteX37" fmla="*/ 9055889 w 10687217"/>
                <a:gd name="connsiteY37" fmla="*/ 92090 h 1450308"/>
                <a:gd name="connsiteX38" fmla="*/ 9184212 w 10687217"/>
                <a:gd name="connsiteY38" fmla="*/ 151371 h 1450308"/>
                <a:gd name="connsiteX39" fmla="*/ 9322280 w 10687217"/>
                <a:gd name="connsiteY39" fmla="*/ 195365 h 1450308"/>
                <a:gd name="connsiteX40" fmla="*/ 10120891 w 10687217"/>
                <a:gd name="connsiteY40" fmla="*/ 513155 h 1450308"/>
                <a:gd name="connsiteX41" fmla="*/ 10489869 w 10687217"/>
                <a:gd name="connsiteY41" fmla="*/ 796979 h 1450308"/>
                <a:gd name="connsiteX42" fmla="*/ 10687217 w 10687217"/>
                <a:gd name="connsiteY42" fmla="*/ 1189441 h 1450308"/>
                <a:gd name="connsiteX43" fmla="*/ 10682574 w 10687217"/>
                <a:gd name="connsiteY43" fmla="*/ 1190197 h 1450308"/>
                <a:gd name="connsiteX44" fmla="*/ 10118586 w 10687217"/>
                <a:gd name="connsiteY44" fmla="*/ 517254 h 1450308"/>
                <a:gd name="connsiteX45" fmla="*/ 9320908 w 10687217"/>
                <a:gd name="connsiteY45" fmla="*/ 199868 h 1450308"/>
                <a:gd name="connsiteX46" fmla="*/ 9182681 w 10687217"/>
                <a:gd name="connsiteY46" fmla="*/ 155821 h 1450308"/>
                <a:gd name="connsiteX47" fmla="*/ 9053726 w 10687217"/>
                <a:gd name="connsiteY47" fmla="*/ 96259 h 1450308"/>
                <a:gd name="connsiteX48" fmla="*/ 8846843 w 10687217"/>
                <a:gd name="connsiteY48" fmla="*/ 12564 h 1450308"/>
                <a:gd name="connsiteX49" fmla="*/ 8261817 w 10687217"/>
                <a:gd name="connsiteY49" fmla="*/ 246166 h 1450308"/>
                <a:gd name="connsiteX50" fmla="*/ 8177013 w 10687217"/>
                <a:gd name="connsiteY50" fmla="*/ 308454 h 1450308"/>
                <a:gd name="connsiteX51" fmla="*/ 7689914 w 10687217"/>
                <a:gd name="connsiteY51" fmla="*/ 693018 h 1450308"/>
                <a:gd name="connsiteX52" fmla="*/ 7129726 w 10687217"/>
                <a:gd name="connsiteY52" fmla="*/ 1126555 h 1450308"/>
                <a:gd name="connsiteX53" fmla="*/ 7061598 w 10687217"/>
                <a:gd name="connsiteY53" fmla="*/ 1172149 h 1450308"/>
                <a:gd name="connsiteX54" fmla="*/ 6524382 w 10687217"/>
                <a:gd name="connsiteY54" fmla="*/ 1438259 h 1450308"/>
                <a:gd name="connsiteX55" fmla="*/ 6403483 w 10687217"/>
                <a:gd name="connsiteY55" fmla="*/ 1450309 h 14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0687217" h="1450308">
                  <a:moveTo>
                    <a:pt x="6403483" y="1450309"/>
                  </a:moveTo>
                  <a:cubicBezTo>
                    <a:pt x="6372647" y="1450309"/>
                    <a:pt x="6342145" y="1447917"/>
                    <a:pt x="6312153" y="1443132"/>
                  </a:cubicBezTo>
                  <a:cubicBezTo>
                    <a:pt x="6165624" y="1419772"/>
                    <a:pt x="6041452" y="1354933"/>
                    <a:pt x="5931898" y="1297711"/>
                  </a:cubicBezTo>
                  <a:cubicBezTo>
                    <a:pt x="5746529" y="1200910"/>
                    <a:pt x="5584802" y="1090600"/>
                    <a:pt x="5407630" y="966850"/>
                  </a:cubicBezTo>
                  <a:cubicBezTo>
                    <a:pt x="5259728" y="863541"/>
                    <a:pt x="5116014" y="756503"/>
                    <a:pt x="4977031" y="652982"/>
                  </a:cubicBezTo>
                  <a:cubicBezTo>
                    <a:pt x="4947338" y="630871"/>
                    <a:pt x="4917681" y="608777"/>
                    <a:pt x="4887988" y="586719"/>
                  </a:cubicBezTo>
                  <a:cubicBezTo>
                    <a:pt x="4872913" y="575531"/>
                    <a:pt x="4857855" y="564309"/>
                    <a:pt x="4842780" y="553086"/>
                  </a:cubicBezTo>
                  <a:cubicBezTo>
                    <a:pt x="4697728" y="445097"/>
                    <a:pt x="4547734" y="333433"/>
                    <a:pt x="4387150" y="238848"/>
                  </a:cubicBezTo>
                  <a:cubicBezTo>
                    <a:pt x="4241676" y="153182"/>
                    <a:pt x="4120882" y="106251"/>
                    <a:pt x="4006983" y="91176"/>
                  </a:cubicBezTo>
                  <a:cubicBezTo>
                    <a:pt x="3592920" y="36381"/>
                    <a:pt x="3389274" y="162646"/>
                    <a:pt x="3107404" y="337408"/>
                  </a:cubicBezTo>
                  <a:cubicBezTo>
                    <a:pt x="2954682" y="432098"/>
                    <a:pt x="2781592" y="539400"/>
                    <a:pt x="2538666" y="644152"/>
                  </a:cubicBezTo>
                  <a:cubicBezTo>
                    <a:pt x="2256760" y="765703"/>
                    <a:pt x="1937193" y="858827"/>
                    <a:pt x="1561741" y="928820"/>
                  </a:cubicBezTo>
                  <a:cubicBezTo>
                    <a:pt x="1346327" y="968979"/>
                    <a:pt x="1129787" y="1034574"/>
                    <a:pt x="899756" y="1129369"/>
                  </a:cubicBezTo>
                  <a:cubicBezTo>
                    <a:pt x="631430" y="1239943"/>
                    <a:pt x="427591" y="1301633"/>
                    <a:pt x="247745" y="1356058"/>
                  </a:cubicBezTo>
                  <a:cubicBezTo>
                    <a:pt x="160267" y="1382532"/>
                    <a:pt x="77645" y="1407546"/>
                    <a:pt x="1566" y="1434424"/>
                  </a:cubicBezTo>
                  <a:lnTo>
                    <a:pt x="0" y="1429974"/>
                  </a:lnTo>
                  <a:cubicBezTo>
                    <a:pt x="76167" y="1403061"/>
                    <a:pt x="158843" y="1378029"/>
                    <a:pt x="246373" y="1351538"/>
                  </a:cubicBezTo>
                  <a:cubicBezTo>
                    <a:pt x="426113" y="1297130"/>
                    <a:pt x="629829" y="1235476"/>
                    <a:pt x="897944" y="1124989"/>
                  </a:cubicBezTo>
                  <a:cubicBezTo>
                    <a:pt x="1128275" y="1030071"/>
                    <a:pt x="1345131" y="964388"/>
                    <a:pt x="1560861" y="924158"/>
                  </a:cubicBezTo>
                  <a:cubicBezTo>
                    <a:pt x="2406192" y="766565"/>
                    <a:pt x="2810035" y="516181"/>
                    <a:pt x="3104905" y="333380"/>
                  </a:cubicBezTo>
                  <a:cubicBezTo>
                    <a:pt x="3246984" y="245287"/>
                    <a:pt x="3369696" y="169208"/>
                    <a:pt x="3507623" y="122786"/>
                  </a:cubicBezTo>
                  <a:cubicBezTo>
                    <a:pt x="3656686" y="72618"/>
                    <a:pt x="3815563" y="61078"/>
                    <a:pt x="4007582" y="86479"/>
                  </a:cubicBezTo>
                  <a:cubicBezTo>
                    <a:pt x="4122131" y="101642"/>
                    <a:pt x="4243506" y="148750"/>
                    <a:pt x="4389525" y="234767"/>
                  </a:cubicBezTo>
                  <a:cubicBezTo>
                    <a:pt x="4550320" y="329475"/>
                    <a:pt x="4700420" y="441210"/>
                    <a:pt x="4845577" y="549269"/>
                  </a:cubicBezTo>
                  <a:cubicBezTo>
                    <a:pt x="4860652" y="560491"/>
                    <a:pt x="4875727" y="571714"/>
                    <a:pt x="4890785" y="582902"/>
                  </a:cubicBezTo>
                  <a:cubicBezTo>
                    <a:pt x="4920478" y="604943"/>
                    <a:pt x="4950135" y="627036"/>
                    <a:pt x="4979828" y="649165"/>
                  </a:cubicBezTo>
                  <a:cubicBezTo>
                    <a:pt x="5118776" y="752668"/>
                    <a:pt x="5262473" y="859689"/>
                    <a:pt x="5410304" y="962945"/>
                  </a:cubicBezTo>
                  <a:cubicBezTo>
                    <a:pt x="5587335" y="1086589"/>
                    <a:pt x="5748939" y="1196829"/>
                    <a:pt x="5934062" y="1293489"/>
                  </a:cubicBezTo>
                  <a:cubicBezTo>
                    <a:pt x="6043299" y="1350535"/>
                    <a:pt x="6167119" y="1415198"/>
                    <a:pt x="6312874" y="1438435"/>
                  </a:cubicBezTo>
                  <a:cubicBezTo>
                    <a:pt x="6381108" y="1449306"/>
                    <a:pt x="6451945" y="1447705"/>
                    <a:pt x="6523468" y="1433668"/>
                  </a:cubicBezTo>
                  <a:cubicBezTo>
                    <a:pt x="6722522" y="1395075"/>
                    <a:pt x="6909070" y="1269320"/>
                    <a:pt x="7058959" y="1168262"/>
                  </a:cubicBezTo>
                  <a:cubicBezTo>
                    <a:pt x="7082689" y="1152255"/>
                    <a:pt x="7105116" y="1137144"/>
                    <a:pt x="7127123" y="1122650"/>
                  </a:cubicBezTo>
                  <a:cubicBezTo>
                    <a:pt x="7324400" y="992691"/>
                    <a:pt x="7508678" y="838527"/>
                    <a:pt x="7686871" y="689430"/>
                  </a:cubicBezTo>
                  <a:cubicBezTo>
                    <a:pt x="7842442" y="559278"/>
                    <a:pt x="8003325" y="424675"/>
                    <a:pt x="8174287" y="304619"/>
                  </a:cubicBezTo>
                  <a:cubicBezTo>
                    <a:pt x="8200849" y="285974"/>
                    <a:pt x="8229081" y="264812"/>
                    <a:pt x="8258968" y="242419"/>
                  </a:cubicBezTo>
                  <a:cubicBezTo>
                    <a:pt x="8341028" y="180940"/>
                    <a:pt x="8434046" y="111247"/>
                    <a:pt x="8533714" y="62345"/>
                  </a:cubicBezTo>
                  <a:cubicBezTo>
                    <a:pt x="8649231" y="5668"/>
                    <a:pt x="8751978" y="-12116"/>
                    <a:pt x="8847793" y="7973"/>
                  </a:cubicBezTo>
                  <a:cubicBezTo>
                    <a:pt x="8925349" y="24244"/>
                    <a:pt x="8991719" y="58739"/>
                    <a:pt x="9055889" y="92090"/>
                  </a:cubicBezTo>
                  <a:cubicBezTo>
                    <a:pt x="9099654" y="114853"/>
                    <a:pt x="9141009" y="136331"/>
                    <a:pt x="9184212" y="151371"/>
                  </a:cubicBezTo>
                  <a:cubicBezTo>
                    <a:pt x="9219974" y="163825"/>
                    <a:pt x="9267380" y="178443"/>
                    <a:pt x="9322280" y="195365"/>
                  </a:cubicBezTo>
                  <a:cubicBezTo>
                    <a:pt x="9529655" y="259306"/>
                    <a:pt x="9843066" y="355949"/>
                    <a:pt x="10120891" y="513155"/>
                  </a:cubicBezTo>
                  <a:cubicBezTo>
                    <a:pt x="10273964" y="599771"/>
                    <a:pt x="10398117" y="695270"/>
                    <a:pt x="10489869" y="796979"/>
                  </a:cubicBezTo>
                  <a:cubicBezTo>
                    <a:pt x="10598051" y="916893"/>
                    <a:pt x="10664438" y="1048946"/>
                    <a:pt x="10687217" y="1189441"/>
                  </a:cubicBezTo>
                  <a:lnTo>
                    <a:pt x="10682574" y="1190197"/>
                  </a:lnTo>
                  <a:cubicBezTo>
                    <a:pt x="10640673" y="931722"/>
                    <a:pt x="10450924" y="705297"/>
                    <a:pt x="10118586" y="517254"/>
                  </a:cubicBezTo>
                  <a:cubicBezTo>
                    <a:pt x="9841201" y="360294"/>
                    <a:pt x="9528107" y="263757"/>
                    <a:pt x="9320908" y="199868"/>
                  </a:cubicBezTo>
                  <a:cubicBezTo>
                    <a:pt x="9265973" y="182928"/>
                    <a:pt x="9218513" y="168293"/>
                    <a:pt x="9182681" y="155821"/>
                  </a:cubicBezTo>
                  <a:cubicBezTo>
                    <a:pt x="9139145" y="140676"/>
                    <a:pt x="9097649" y="119092"/>
                    <a:pt x="9053726" y="96259"/>
                  </a:cubicBezTo>
                  <a:cubicBezTo>
                    <a:pt x="8989836" y="63048"/>
                    <a:pt x="8923766" y="28694"/>
                    <a:pt x="8846843" y="12564"/>
                  </a:cubicBezTo>
                  <a:cubicBezTo>
                    <a:pt x="8633400" y="-32204"/>
                    <a:pt x="8427362" y="122153"/>
                    <a:pt x="8261817" y="246166"/>
                  </a:cubicBezTo>
                  <a:cubicBezTo>
                    <a:pt x="8231896" y="268594"/>
                    <a:pt x="8203628" y="289755"/>
                    <a:pt x="8177013" y="308454"/>
                  </a:cubicBezTo>
                  <a:cubicBezTo>
                    <a:pt x="8006210" y="428404"/>
                    <a:pt x="7845414" y="562936"/>
                    <a:pt x="7689914" y="693018"/>
                  </a:cubicBezTo>
                  <a:cubicBezTo>
                    <a:pt x="7511616" y="842186"/>
                    <a:pt x="7327232" y="996438"/>
                    <a:pt x="7129726" y="1126555"/>
                  </a:cubicBezTo>
                  <a:cubicBezTo>
                    <a:pt x="7107738" y="1141050"/>
                    <a:pt x="7085327" y="1156142"/>
                    <a:pt x="7061598" y="1172149"/>
                  </a:cubicBezTo>
                  <a:cubicBezTo>
                    <a:pt x="6911357" y="1273436"/>
                    <a:pt x="6724369" y="1399490"/>
                    <a:pt x="6524382" y="1438259"/>
                  </a:cubicBezTo>
                  <a:cubicBezTo>
                    <a:pt x="6483749" y="1446316"/>
                    <a:pt x="6443325" y="1450309"/>
                    <a:pt x="6403483" y="1450309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任意多边形: 形状 1392"/>
            <p:cNvSpPr/>
            <p:nvPr>
              <p:custDataLst>
                <p:tags r:id="rId12"/>
              </p:custDataLst>
            </p:nvPr>
          </p:nvSpPr>
          <p:spPr>
            <a:xfrm>
              <a:off x="1425255" y="3123031"/>
              <a:ext cx="10766041" cy="1560771"/>
            </a:xfrm>
            <a:custGeom>
              <a:avLst/>
              <a:gdLst>
                <a:gd name="connsiteX0" fmla="*/ 6520653 w 10766041"/>
                <a:gd name="connsiteY0" fmla="*/ 1560771 h 1560771"/>
                <a:gd name="connsiteX1" fmla="*/ 6424908 w 10766041"/>
                <a:gd name="connsiteY1" fmla="*/ 1552539 h 1560771"/>
                <a:gd name="connsiteX2" fmla="*/ 6038515 w 10766041"/>
                <a:gd name="connsiteY2" fmla="*/ 1390759 h 1560771"/>
                <a:gd name="connsiteX3" fmla="*/ 5513930 w 10766041"/>
                <a:gd name="connsiteY3" fmla="*/ 1026634 h 1560771"/>
                <a:gd name="connsiteX4" fmla="*/ 5132760 w 10766041"/>
                <a:gd name="connsiteY4" fmla="*/ 724007 h 1560771"/>
                <a:gd name="connsiteX5" fmla="*/ 4995396 w 10766041"/>
                <a:gd name="connsiteY5" fmla="*/ 613257 h 1560771"/>
                <a:gd name="connsiteX6" fmla="*/ 4965052 w 10766041"/>
                <a:gd name="connsiteY6" fmla="*/ 588894 h 1560771"/>
                <a:gd name="connsiteX7" fmla="*/ 4490970 w 10766041"/>
                <a:gd name="connsiteY7" fmla="*/ 239634 h 1560771"/>
                <a:gd name="connsiteX8" fmla="*/ 4101128 w 10766041"/>
                <a:gd name="connsiteY8" fmla="*/ 85875 h 1560771"/>
                <a:gd name="connsiteX9" fmla="*/ 3262517 w 10766041"/>
                <a:gd name="connsiteY9" fmla="*/ 373533 h 1560771"/>
                <a:gd name="connsiteX10" fmla="*/ 2686673 w 10766041"/>
                <a:gd name="connsiteY10" fmla="*/ 739434 h 1560771"/>
                <a:gd name="connsiteX11" fmla="*/ 1638224 w 10766041"/>
                <a:gd name="connsiteY11" fmla="*/ 1065580 h 1560771"/>
                <a:gd name="connsiteX12" fmla="*/ 952651 w 10766041"/>
                <a:gd name="connsiteY12" fmla="*/ 1259744 h 1560771"/>
                <a:gd name="connsiteX13" fmla="*/ 189995 w 10766041"/>
                <a:gd name="connsiteY13" fmla="*/ 1455087 h 1560771"/>
                <a:gd name="connsiteX14" fmla="*/ 967 w 10766041"/>
                <a:gd name="connsiteY14" fmla="*/ 1490039 h 1560771"/>
                <a:gd name="connsiteX15" fmla="*/ 0 w 10766041"/>
                <a:gd name="connsiteY15" fmla="*/ 1485484 h 1560771"/>
                <a:gd name="connsiteX16" fmla="*/ 189186 w 10766041"/>
                <a:gd name="connsiteY16" fmla="*/ 1450496 h 1560771"/>
                <a:gd name="connsiteX17" fmla="*/ 951015 w 10766041"/>
                <a:gd name="connsiteY17" fmla="*/ 1255364 h 1560771"/>
                <a:gd name="connsiteX18" fmla="*/ 1637362 w 10766041"/>
                <a:gd name="connsiteY18" fmla="*/ 1060989 h 1560771"/>
                <a:gd name="connsiteX19" fmla="*/ 3259702 w 10766041"/>
                <a:gd name="connsiteY19" fmla="*/ 369804 h 1560771"/>
                <a:gd name="connsiteX20" fmla="*/ 4101638 w 10766041"/>
                <a:gd name="connsiteY20" fmla="*/ 81249 h 1560771"/>
                <a:gd name="connsiteX21" fmla="*/ 4493397 w 10766041"/>
                <a:gd name="connsiteY21" fmla="*/ 235659 h 1560771"/>
                <a:gd name="connsiteX22" fmla="*/ 4967954 w 10766041"/>
                <a:gd name="connsiteY22" fmla="*/ 585253 h 1560771"/>
                <a:gd name="connsiteX23" fmla="*/ 4998298 w 10766041"/>
                <a:gd name="connsiteY23" fmla="*/ 609616 h 1560771"/>
                <a:gd name="connsiteX24" fmla="*/ 5135663 w 10766041"/>
                <a:gd name="connsiteY24" fmla="*/ 720383 h 1560771"/>
                <a:gd name="connsiteX25" fmla="*/ 5516744 w 10766041"/>
                <a:gd name="connsiteY25" fmla="*/ 1022940 h 1560771"/>
                <a:gd name="connsiteX26" fmla="*/ 6040819 w 10766041"/>
                <a:gd name="connsiteY26" fmla="*/ 1386730 h 1560771"/>
                <a:gd name="connsiteX27" fmla="*/ 6425700 w 10766041"/>
                <a:gd name="connsiteY27" fmla="*/ 1547948 h 1560771"/>
                <a:gd name="connsiteX28" fmla="*/ 6642239 w 10766041"/>
                <a:gd name="connsiteY28" fmla="*/ 1543339 h 1560771"/>
                <a:gd name="connsiteX29" fmla="*/ 7186086 w 10766041"/>
                <a:gd name="connsiteY29" fmla="*/ 1253940 h 1560771"/>
                <a:gd name="connsiteX30" fmla="*/ 7253563 w 10766041"/>
                <a:gd name="connsiteY30" fmla="*/ 1205196 h 1560771"/>
                <a:gd name="connsiteX31" fmla="*/ 7808703 w 10766041"/>
                <a:gd name="connsiteY31" fmla="*/ 742846 h 1560771"/>
                <a:gd name="connsiteX32" fmla="*/ 8301502 w 10766041"/>
                <a:gd name="connsiteY32" fmla="*/ 325212 h 1560771"/>
                <a:gd name="connsiteX33" fmla="*/ 8383368 w 10766041"/>
                <a:gd name="connsiteY33" fmla="*/ 260901 h 1560771"/>
                <a:gd name="connsiteX34" fmla="*/ 8662952 w 10766041"/>
                <a:gd name="connsiteY34" fmla="*/ 65945 h 1560771"/>
                <a:gd name="connsiteX35" fmla="*/ 8986635 w 10766041"/>
                <a:gd name="connsiteY35" fmla="*/ 10236 h 1560771"/>
                <a:gd name="connsiteX36" fmla="*/ 9198231 w 10766041"/>
                <a:gd name="connsiteY36" fmla="*/ 107652 h 1560771"/>
                <a:gd name="connsiteX37" fmla="*/ 9325323 w 10766041"/>
                <a:gd name="connsiteY37" fmla="*/ 174830 h 1560771"/>
                <a:gd name="connsiteX38" fmla="*/ 9495125 w 10766041"/>
                <a:gd name="connsiteY38" fmla="*/ 235272 h 1560771"/>
                <a:gd name="connsiteX39" fmla="*/ 10246187 w 10766041"/>
                <a:gd name="connsiteY39" fmla="*/ 557337 h 1560771"/>
                <a:gd name="connsiteX40" fmla="*/ 10584190 w 10766041"/>
                <a:gd name="connsiteY40" fmla="*/ 830781 h 1560771"/>
                <a:gd name="connsiteX41" fmla="*/ 10766041 w 10766041"/>
                <a:gd name="connsiteY41" fmla="*/ 1201696 h 1560771"/>
                <a:gd name="connsiteX42" fmla="*/ 10761450 w 10766041"/>
                <a:gd name="connsiteY42" fmla="*/ 1202470 h 1560771"/>
                <a:gd name="connsiteX43" fmla="*/ 10243795 w 10766041"/>
                <a:gd name="connsiteY43" fmla="*/ 561330 h 1560771"/>
                <a:gd name="connsiteX44" fmla="*/ 9493629 w 10766041"/>
                <a:gd name="connsiteY44" fmla="*/ 239669 h 1560771"/>
                <a:gd name="connsiteX45" fmla="*/ 9323582 w 10766041"/>
                <a:gd name="connsiteY45" fmla="*/ 179140 h 1560771"/>
                <a:gd name="connsiteX46" fmla="*/ 9195857 w 10766041"/>
                <a:gd name="connsiteY46" fmla="*/ 111645 h 1560771"/>
                <a:gd name="connsiteX47" fmla="*/ 8985527 w 10766041"/>
                <a:gd name="connsiteY47" fmla="*/ 14739 h 1560771"/>
                <a:gd name="connsiteX48" fmla="*/ 8386270 w 10766041"/>
                <a:gd name="connsiteY48" fmla="*/ 264507 h 1560771"/>
                <a:gd name="connsiteX49" fmla="*/ 8304281 w 10766041"/>
                <a:gd name="connsiteY49" fmla="*/ 328906 h 1560771"/>
                <a:gd name="connsiteX50" fmla="*/ 7811798 w 10766041"/>
                <a:gd name="connsiteY50" fmla="*/ 746277 h 1560771"/>
                <a:gd name="connsiteX51" fmla="*/ 7256255 w 10766041"/>
                <a:gd name="connsiteY51" fmla="*/ 1208960 h 1560771"/>
                <a:gd name="connsiteX52" fmla="*/ 7188830 w 10766041"/>
                <a:gd name="connsiteY52" fmla="*/ 1257669 h 1560771"/>
                <a:gd name="connsiteX53" fmla="*/ 6643206 w 10766041"/>
                <a:gd name="connsiteY53" fmla="*/ 1547860 h 1560771"/>
                <a:gd name="connsiteX54" fmla="*/ 6520653 w 10766041"/>
                <a:gd name="connsiteY54" fmla="*/ 1560771 h 156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0766041" h="1560771">
                  <a:moveTo>
                    <a:pt x="6520653" y="1560771"/>
                  </a:moveTo>
                  <a:cubicBezTo>
                    <a:pt x="6488339" y="1560771"/>
                    <a:pt x="6456360" y="1558027"/>
                    <a:pt x="6424908" y="1552539"/>
                  </a:cubicBezTo>
                  <a:cubicBezTo>
                    <a:pt x="6274016" y="1526206"/>
                    <a:pt x="6143425" y="1451112"/>
                    <a:pt x="6038515" y="1390759"/>
                  </a:cubicBezTo>
                  <a:cubicBezTo>
                    <a:pt x="5840428" y="1276842"/>
                    <a:pt x="5666967" y="1143911"/>
                    <a:pt x="5513930" y="1026634"/>
                  </a:cubicBezTo>
                  <a:cubicBezTo>
                    <a:pt x="5383601" y="926756"/>
                    <a:pt x="5256087" y="823692"/>
                    <a:pt x="5132760" y="724007"/>
                  </a:cubicBezTo>
                  <a:cubicBezTo>
                    <a:pt x="5087781" y="687647"/>
                    <a:pt x="5041254" y="650039"/>
                    <a:pt x="4995396" y="613257"/>
                  </a:cubicBezTo>
                  <a:cubicBezTo>
                    <a:pt x="4985281" y="605148"/>
                    <a:pt x="4975184" y="597021"/>
                    <a:pt x="4965052" y="588894"/>
                  </a:cubicBezTo>
                  <a:cubicBezTo>
                    <a:pt x="4815128" y="468452"/>
                    <a:pt x="4660085" y="343893"/>
                    <a:pt x="4490970" y="239634"/>
                  </a:cubicBezTo>
                  <a:cubicBezTo>
                    <a:pt x="4342523" y="148128"/>
                    <a:pt x="4218650" y="99261"/>
                    <a:pt x="4101128" y="85875"/>
                  </a:cubicBezTo>
                  <a:cubicBezTo>
                    <a:pt x="3706326" y="40896"/>
                    <a:pt x="3520165" y="180424"/>
                    <a:pt x="3262517" y="373533"/>
                  </a:cubicBezTo>
                  <a:cubicBezTo>
                    <a:pt x="3111010" y="487080"/>
                    <a:pt x="2939291" y="615772"/>
                    <a:pt x="2686673" y="739434"/>
                  </a:cubicBezTo>
                  <a:cubicBezTo>
                    <a:pt x="2393280" y="883043"/>
                    <a:pt x="2050318" y="989730"/>
                    <a:pt x="1638224" y="1065580"/>
                  </a:cubicBezTo>
                  <a:cubicBezTo>
                    <a:pt x="1420031" y="1105739"/>
                    <a:pt x="1195770" y="1169259"/>
                    <a:pt x="952651" y="1259744"/>
                  </a:cubicBezTo>
                  <a:cubicBezTo>
                    <a:pt x="634121" y="1378305"/>
                    <a:pt x="387871" y="1420874"/>
                    <a:pt x="189995" y="1455087"/>
                  </a:cubicBezTo>
                  <a:cubicBezTo>
                    <a:pt x="123503" y="1466592"/>
                    <a:pt x="60705" y="1477445"/>
                    <a:pt x="967" y="1490039"/>
                  </a:cubicBezTo>
                  <a:lnTo>
                    <a:pt x="0" y="1485484"/>
                  </a:lnTo>
                  <a:cubicBezTo>
                    <a:pt x="59825" y="1472872"/>
                    <a:pt x="122659" y="1462000"/>
                    <a:pt x="189186" y="1450496"/>
                  </a:cubicBezTo>
                  <a:cubicBezTo>
                    <a:pt x="386869" y="1416318"/>
                    <a:pt x="632890" y="1373784"/>
                    <a:pt x="951015" y="1255364"/>
                  </a:cubicBezTo>
                  <a:cubicBezTo>
                    <a:pt x="1194397" y="1164773"/>
                    <a:pt x="1418905" y="1101201"/>
                    <a:pt x="1637362" y="1060989"/>
                  </a:cubicBezTo>
                  <a:cubicBezTo>
                    <a:pt x="2565369" y="890185"/>
                    <a:pt x="2966679" y="589404"/>
                    <a:pt x="3259702" y="369804"/>
                  </a:cubicBezTo>
                  <a:cubicBezTo>
                    <a:pt x="3518213" y="176062"/>
                    <a:pt x="3705007" y="36059"/>
                    <a:pt x="4101638" y="81249"/>
                  </a:cubicBezTo>
                  <a:cubicBezTo>
                    <a:pt x="4219864" y="94723"/>
                    <a:pt x="4344335" y="143783"/>
                    <a:pt x="4493397" y="235659"/>
                  </a:cubicBezTo>
                  <a:cubicBezTo>
                    <a:pt x="4662776" y="340076"/>
                    <a:pt x="4817925" y="464705"/>
                    <a:pt x="4967954" y="585253"/>
                  </a:cubicBezTo>
                  <a:cubicBezTo>
                    <a:pt x="4978069" y="593380"/>
                    <a:pt x="4988183" y="601506"/>
                    <a:pt x="4998298" y="609616"/>
                  </a:cubicBezTo>
                  <a:cubicBezTo>
                    <a:pt x="5044157" y="646415"/>
                    <a:pt x="5090684" y="684024"/>
                    <a:pt x="5135663" y="720383"/>
                  </a:cubicBezTo>
                  <a:cubicBezTo>
                    <a:pt x="5258972" y="820051"/>
                    <a:pt x="5386468" y="923097"/>
                    <a:pt x="5516744" y="1022940"/>
                  </a:cubicBezTo>
                  <a:cubicBezTo>
                    <a:pt x="5669676" y="1140129"/>
                    <a:pt x="5842996" y="1272972"/>
                    <a:pt x="6040819" y="1386730"/>
                  </a:cubicBezTo>
                  <a:cubicBezTo>
                    <a:pt x="6145429" y="1446890"/>
                    <a:pt x="6275617" y="1521755"/>
                    <a:pt x="6425700" y="1547948"/>
                  </a:cubicBezTo>
                  <a:cubicBezTo>
                    <a:pt x="6495939" y="1560208"/>
                    <a:pt x="6568781" y="1558643"/>
                    <a:pt x="6642239" y="1543339"/>
                  </a:cubicBezTo>
                  <a:cubicBezTo>
                    <a:pt x="6846271" y="1501280"/>
                    <a:pt x="7034684" y="1364127"/>
                    <a:pt x="7186086" y="1253940"/>
                  </a:cubicBezTo>
                  <a:cubicBezTo>
                    <a:pt x="7209622" y="1236806"/>
                    <a:pt x="7231839" y="1220641"/>
                    <a:pt x="7253563" y="1205196"/>
                  </a:cubicBezTo>
                  <a:cubicBezTo>
                    <a:pt x="7450120" y="1065457"/>
                    <a:pt x="7632410" y="901460"/>
                    <a:pt x="7808703" y="742846"/>
                  </a:cubicBezTo>
                  <a:cubicBezTo>
                    <a:pt x="7965575" y="601718"/>
                    <a:pt x="8127777" y="455769"/>
                    <a:pt x="8301502" y="325212"/>
                  </a:cubicBezTo>
                  <a:cubicBezTo>
                    <a:pt x="8327043" y="306021"/>
                    <a:pt x="8354396" y="284103"/>
                    <a:pt x="8383368" y="260901"/>
                  </a:cubicBezTo>
                  <a:cubicBezTo>
                    <a:pt x="8466483" y="194321"/>
                    <a:pt x="8560680" y="118875"/>
                    <a:pt x="8662952" y="65945"/>
                  </a:cubicBezTo>
                  <a:cubicBezTo>
                    <a:pt x="8781829" y="4413"/>
                    <a:pt x="8887706" y="-13811"/>
                    <a:pt x="8986635" y="10236"/>
                  </a:cubicBezTo>
                  <a:cubicBezTo>
                    <a:pt x="9066514" y="29656"/>
                    <a:pt x="9133480" y="69305"/>
                    <a:pt x="9198231" y="107652"/>
                  </a:cubicBezTo>
                  <a:cubicBezTo>
                    <a:pt x="9241469" y="133264"/>
                    <a:pt x="9282315" y="157433"/>
                    <a:pt x="9325323" y="174830"/>
                  </a:cubicBezTo>
                  <a:cubicBezTo>
                    <a:pt x="9367453" y="191858"/>
                    <a:pt x="9426609" y="211981"/>
                    <a:pt x="9495125" y="235272"/>
                  </a:cubicBezTo>
                  <a:cubicBezTo>
                    <a:pt x="9692508" y="302397"/>
                    <a:pt x="9990791" y="403824"/>
                    <a:pt x="10246187" y="557337"/>
                  </a:cubicBezTo>
                  <a:cubicBezTo>
                    <a:pt x="10386366" y="641595"/>
                    <a:pt x="10500090" y="733594"/>
                    <a:pt x="10584190" y="830781"/>
                  </a:cubicBezTo>
                  <a:cubicBezTo>
                    <a:pt x="10682873" y="944803"/>
                    <a:pt x="10744053" y="1069591"/>
                    <a:pt x="10766041" y="1201696"/>
                  </a:cubicBezTo>
                  <a:lnTo>
                    <a:pt x="10761450" y="1202470"/>
                  </a:lnTo>
                  <a:cubicBezTo>
                    <a:pt x="10720957" y="959175"/>
                    <a:pt x="10546792" y="743462"/>
                    <a:pt x="10243795" y="561330"/>
                  </a:cubicBezTo>
                  <a:cubicBezTo>
                    <a:pt x="9988820" y="408063"/>
                    <a:pt x="9690820" y="306724"/>
                    <a:pt x="9493629" y="239669"/>
                  </a:cubicBezTo>
                  <a:cubicBezTo>
                    <a:pt x="9425062" y="216344"/>
                    <a:pt x="9365834" y="196203"/>
                    <a:pt x="9323582" y="179140"/>
                  </a:cubicBezTo>
                  <a:cubicBezTo>
                    <a:pt x="9280239" y="161620"/>
                    <a:pt x="9239253" y="137345"/>
                    <a:pt x="9195857" y="111645"/>
                  </a:cubicBezTo>
                  <a:cubicBezTo>
                    <a:pt x="9131387" y="73474"/>
                    <a:pt x="9064737" y="34001"/>
                    <a:pt x="8985527" y="14739"/>
                  </a:cubicBezTo>
                  <a:cubicBezTo>
                    <a:pt x="8765029" y="-38877"/>
                    <a:pt x="8546115" y="136483"/>
                    <a:pt x="8386270" y="264507"/>
                  </a:cubicBezTo>
                  <a:cubicBezTo>
                    <a:pt x="8357281" y="287726"/>
                    <a:pt x="8329893" y="309662"/>
                    <a:pt x="8304281" y="328906"/>
                  </a:cubicBezTo>
                  <a:cubicBezTo>
                    <a:pt x="8130715" y="459357"/>
                    <a:pt x="7968583" y="605218"/>
                    <a:pt x="7811798" y="746277"/>
                  </a:cubicBezTo>
                  <a:cubicBezTo>
                    <a:pt x="7635418" y="904961"/>
                    <a:pt x="7453022" y="1069063"/>
                    <a:pt x="7256255" y="1208960"/>
                  </a:cubicBezTo>
                  <a:cubicBezTo>
                    <a:pt x="7234565" y="1224387"/>
                    <a:pt x="7212349" y="1240553"/>
                    <a:pt x="7188830" y="1257669"/>
                  </a:cubicBezTo>
                  <a:cubicBezTo>
                    <a:pt x="7037076" y="1368137"/>
                    <a:pt x="6848206" y="1505607"/>
                    <a:pt x="6643206" y="1547860"/>
                  </a:cubicBezTo>
                  <a:cubicBezTo>
                    <a:pt x="6602045" y="1556479"/>
                    <a:pt x="6561094" y="1560771"/>
                    <a:pt x="6520653" y="156077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任意多边形: 形状 1393"/>
            <p:cNvSpPr/>
            <p:nvPr>
              <p:custDataLst>
                <p:tags r:id="rId13"/>
              </p:custDataLst>
            </p:nvPr>
          </p:nvSpPr>
          <p:spPr>
            <a:xfrm>
              <a:off x="1346397" y="3060537"/>
              <a:ext cx="10844846" cy="1671410"/>
            </a:xfrm>
            <a:custGeom>
              <a:avLst/>
              <a:gdLst>
                <a:gd name="connsiteX0" fmla="*/ 6637630 w 10844846"/>
                <a:gd name="connsiteY0" fmla="*/ 1671410 h 1671410"/>
                <a:gd name="connsiteX1" fmla="*/ 6537698 w 10844846"/>
                <a:gd name="connsiteY1" fmla="*/ 1662105 h 1671410"/>
                <a:gd name="connsiteX2" fmla="*/ 6145166 w 10844846"/>
                <a:gd name="connsiteY2" fmla="*/ 1483966 h 1671410"/>
                <a:gd name="connsiteX3" fmla="*/ 5620247 w 10844846"/>
                <a:gd name="connsiteY3" fmla="*/ 1086560 h 1671410"/>
                <a:gd name="connsiteX4" fmla="*/ 5279430 w 10844846"/>
                <a:gd name="connsiteY4" fmla="*/ 793484 h 1671410"/>
                <a:gd name="connsiteX5" fmla="*/ 5102804 w 10844846"/>
                <a:gd name="connsiteY5" fmla="*/ 639919 h 1671410"/>
                <a:gd name="connsiteX6" fmla="*/ 5084492 w 10844846"/>
                <a:gd name="connsiteY6" fmla="*/ 624123 h 1671410"/>
                <a:gd name="connsiteX7" fmla="*/ 4594789 w 10844846"/>
                <a:gd name="connsiteY7" fmla="*/ 240543 h 1671410"/>
                <a:gd name="connsiteX8" fmla="*/ 4195255 w 10844846"/>
                <a:gd name="connsiteY8" fmla="*/ 80698 h 1671410"/>
                <a:gd name="connsiteX9" fmla="*/ 3407005 w 10844846"/>
                <a:gd name="connsiteY9" fmla="*/ 408533 h 1671410"/>
                <a:gd name="connsiteX10" fmla="*/ 2828453 w 10844846"/>
                <a:gd name="connsiteY10" fmla="*/ 834928 h 1671410"/>
                <a:gd name="connsiteX11" fmla="*/ 1714673 w 10844846"/>
                <a:gd name="connsiteY11" fmla="*/ 1202482 h 1671410"/>
                <a:gd name="connsiteX12" fmla="*/ 1005528 w 10844846"/>
                <a:gd name="connsiteY12" fmla="*/ 1390261 h 1671410"/>
                <a:gd name="connsiteX13" fmla="*/ 535896 w 10844846"/>
                <a:gd name="connsiteY13" fmla="*/ 1502647 h 1671410"/>
                <a:gd name="connsiteX14" fmla="*/ 162976 w 10844846"/>
                <a:gd name="connsiteY14" fmla="*/ 1535313 h 1671410"/>
                <a:gd name="connsiteX15" fmla="*/ 387 w 10844846"/>
                <a:gd name="connsiteY15" fmla="*/ 1545761 h 1671410"/>
                <a:gd name="connsiteX16" fmla="*/ 0 w 10844846"/>
                <a:gd name="connsiteY16" fmla="*/ 1541188 h 1671410"/>
                <a:gd name="connsiteX17" fmla="*/ 162730 w 10844846"/>
                <a:gd name="connsiteY17" fmla="*/ 1530721 h 1671410"/>
                <a:gd name="connsiteX18" fmla="*/ 1004085 w 10844846"/>
                <a:gd name="connsiteY18" fmla="*/ 1385916 h 1671410"/>
                <a:gd name="connsiteX19" fmla="*/ 1713881 w 10844846"/>
                <a:gd name="connsiteY19" fmla="*/ 1197979 h 1671410"/>
                <a:gd name="connsiteX20" fmla="*/ 3403980 w 10844846"/>
                <a:gd name="connsiteY20" fmla="*/ 405120 h 1671410"/>
                <a:gd name="connsiteX21" fmla="*/ 3745535 w 10844846"/>
                <a:gd name="connsiteY21" fmla="*/ 147718 h 1671410"/>
                <a:gd name="connsiteX22" fmla="*/ 4195713 w 10844846"/>
                <a:gd name="connsiteY22" fmla="*/ 76142 h 1671410"/>
                <a:gd name="connsiteX23" fmla="*/ 4597287 w 10844846"/>
                <a:gd name="connsiteY23" fmla="*/ 236691 h 1671410"/>
                <a:gd name="connsiteX24" fmla="*/ 5087500 w 10844846"/>
                <a:gd name="connsiteY24" fmla="*/ 620657 h 1671410"/>
                <a:gd name="connsiteX25" fmla="*/ 5105811 w 10844846"/>
                <a:gd name="connsiteY25" fmla="*/ 636454 h 1671410"/>
                <a:gd name="connsiteX26" fmla="*/ 5282455 w 10844846"/>
                <a:gd name="connsiteY26" fmla="*/ 790037 h 1671410"/>
                <a:gd name="connsiteX27" fmla="*/ 5623185 w 10844846"/>
                <a:gd name="connsiteY27" fmla="*/ 1083060 h 1671410"/>
                <a:gd name="connsiteX28" fmla="*/ 6147594 w 10844846"/>
                <a:gd name="connsiteY28" fmla="*/ 1480096 h 1671410"/>
                <a:gd name="connsiteX29" fmla="*/ 6538543 w 10844846"/>
                <a:gd name="connsiteY29" fmla="*/ 1657602 h 1671410"/>
                <a:gd name="connsiteX30" fmla="*/ 6761028 w 10844846"/>
                <a:gd name="connsiteY30" fmla="*/ 1653134 h 1671410"/>
                <a:gd name="connsiteX31" fmla="*/ 7313881 w 10844846"/>
                <a:gd name="connsiteY31" fmla="*/ 1339125 h 1671410"/>
                <a:gd name="connsiteX32" fmla="*/ 7380004 w 10844846"/>
                <a:gd name="connsiteY32" fmla="*/ 1287849 h 1671410"/>
                <a:gd name="connsiteX33" fmla="*/ 7931362 w 10844846"/>
                <a:gd name="connsiteY33" fmla="*/ 796193 h 1671410"/>
                <a:gd name="connsiteX34" fmla="*/ 8428699 w 10844846"/>
                <a:gd name="connsiteY34" fmla="*/ 345911 h 1671410"/>
                <a:gd name="connsiteX35" fmla="*/ 8507609 w 10844846"/>
                <a:gd name="connsiteY35" fmla="*/ 279911 h 1671410"/>
                <a:gd name="connsiteX36" fmla="*/ 8792014 w 10844846"/>
                <a:gd name="connsiteY36" fmla="*/ 69810 h 1671410"/>
                <a:gd name="connsiteX37" fmla="*/ 9125442 w 10844846"/>
                <a:gd name="connsiteY37" fmla="*/ 12605 h 1671410"/>
                <a:gd name="connsiteX38" fmla="*/ 9340820 w 10844846"/>
                <a:gd name="connsiteY38" fmla="*/ 123619 h 1671410"/>
                <a:gd name="connsiteX39" fmla="*/ 9466417 w 10844846"/>
                <a:gd name="connsiteY39" fmla="*/ 198414 h 1671410"/>
                <a:gd name="connsiteX40" fmla="*/ 9660088 w 10844846"/>
                <a:gd name="connsiteY40" fmla="*/ 274563 h 1671410"/>
                <a:gd name="connsiteX41" fmla="*/ 10365118 w 10844846"/>
                <a:gd name="connsiteY41" fmla="*/ 598722 h 1671410"/>
                <a:gd name="connsiteX42" fmla="*/ 10676206 w 10844846"/>
                <a:gd name="connsiteY42" fmla="*/ 862457 h 1671410"/>
                <a:gd name="connsiteX43" fmla="*/ 10844846 w 10844846"/>
                <a:gd name="connsiteY43" fmla="*/ 1214074 h 1671410"/>
                <a:gd name="connsiteX44" fmla="*/ 10840326 w 10844846"/>
                <a:gd name="connsiteY44" fmla="*/ 1214848 h 1671410"/>
                <a:gd name="connsiteX45" fmla="*/ 10362672 w 10844846"/>
                <a:gd name="connsiteY45" fmla="*/ 602592 h 1671410"/>
                <a:gd name="connsiteX46" fmla="*/ 9658505 w 10844846"/>
                <a:gd name="connsiteY46" fmla="*/ 278873 h 1671410"/>
                <a:gd name="connsiteX47" fmla="*/ 9464499 w 10844846"/>
                <a:gd name="connsiteY47" fmla="*/ 202601 h 1671410"/>
                <a:gd name="connsiteX48" fmla="*/ 9338287 w 10844846"/>
                <a:gd name="connsiteY48" fmla="*/ 127471 h 1671410"/>
                <a:gd name="connsiteX49" fmla="*/ 9124228 w 10844846"/>
                <a:gd name="connsiteY49" fmla="*/ 17056 h 1671410"/>
                <a:gd name="connsiteX50" fmla="*/ 8510582 w 10844846"/>
                <a:gd name="connsiteY50" fmla="*/ 283429 h 1671410"/>
                <a:gd name="connsiteX51" fmla="*/ 8431566 w 10844846"/>
                <a:gd name="connsiteY51" fmla="*/ 349534 h 1671410"/>
                <a:gd name="connsiteX52" fmla="*/ 7934546 w 10844846"/>
                <a:gd name="connsiteY52" fmla="*/ 799553 h 1671410"/>
                <a:gd name="connsiteX53" fmla="*/ 7382783 w 10844846"/>
                <a:gd name="connsiteY53" fmla="*/ 1291543 h 1671410"/>
                <a:gd name="connsiteX54" fmla="*/ 7316713 w 10844846"/>
                <a:gd name="connsiteY54" fmla="*/ 1342784 h 1671410"/>
                <a:gd name="connsiteX55" fmla="*/ 6762013 w 10844846"/>
                <a:gd name="connsiteY55" fmla="*/ 1657654 h 1671410"/>
                <a:gd name="connsiteX56" fmla="*/ 6637630 w 10844846"/>
                <a:gd name="connsiteY56" fmla="*/ 1671410 h 167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10844846" h="1671410">
                  <a:moveTo>
                    <a:pt x="6637630" y="1671410"/>
                  </a:moveTo>
                  <a:cubicBezTo>
                    <a:pt x="6603909" y="1671410"/>
                    <a:pt x="6570540" y="1668314"/>
                    <a:pt x="6537698" y="1662105"/>
                  </a:cubicBezTo>
                  <a:cubicBezTo>
                    <a:pt x="6382304" y="1632764"/>
                    <a:pt x="6250814" y="1550265"/>
                    <a:pt x="6145166" y="1483966"/>
                  </a:cubicBezTo>
                  <a:cubicBezTo>
                    <a:pt x="5948732" y="1360727"/>
                    <a:pt x="5774217" y="1215077"/>
                    <a:pt x="5620247" y="1086560"/>
                  </a:cubicBezTo>
                  <a:cubicBezTo>
                    <a:pt x="5504149" y="989672"/>
                    <a:pt x="5389916" y="889933"/>
                    <a:pt x="5279430" y="793484"/>
                  </a:cubicBezTo>
                  <a:cubicBezTo>
                    <a:pt x="5221645" y="743035"/>
                    <a:pt x="5161890" y="690861"/>
                    <a:pt x="5102804" y="639919"/>
                  </a:cubicBezTo>
                  <a:lnTo>
                    <a:pt x="5084492" y="624123"/>
                  </a:lnTo>
                  <a:cubicBezTo>
                    <a:pt x="4930662" y="491437"/>
                    <a:pt x="4771591" y="354231"/>
                    <a:pt x="4594789" y="240543"/>
                  </a:cubicBezTo>
                  <a:cubicBezTo>
                    <a:pt x="4443299" y="143127"/>
                    <a:pt x="4316331" y="92343"/>
                    <a:pt x="4195255" y="80698"/>
                  </a:cubicBezTo>
                  <a:cubicBezTo>
                    <a:pt x="3815686" y="44215"/>
                    <a:pt x="3644266" y="197024"/>
                    <a:pt x="3407005" y="408533"/>
                  </a:cubicBezTo>
                  <a:cubicBezTo>
                    <a:pt x="3257961" y="541412"/>
                    <a:pt x="3089021" y="692005"/>
                    <a:pt x="2828453" y="834928"/>
                  </a:cubicBezTo>
                  <a:cubicBezTo>
                    <a:pt x="2525596" y="1001053"/>
                    <a:pt x="2161279" y="1121266"/>
                    <a:pt x="1714673" y="1202482"/>
                  </a:cubicBezTo>
                  <a:cubicBezTo>
                    <a:pt x="1491343" y="1243098"/>
                    <a:pt x="1266009" y="1302748"/>
                    <a:pt x="1005528" y="1390261"/>
                  </a:cubicBezTo>
                  <a:cubicBezTo>
                    <a:pt x="848462" y="1443015"/>
                    <a:pt x="694844" y="1479779"/>
                    <a:pt x="535896" y="1502647"/>
                  </a:cubicBezTo>
                  <a:cubicBezTo>
                    <a:pt x="397300" y="1522577"/>
                    <a:pt x="272812" y="1529349"/>
                    <a:pt x="162976" y="1535313"/>
                  </a:cubicBezTo>
                  <a:cubicBezTo>
                    <a:pt x="106071" y="1538409"/>
                    <a:pt x="52314" y="1541328"/>
                    <a:pt x="387" y="1545761"/>
                  </a:cubicBezTo>
                  <a:lnTo>
                    <a:pt x="0" y="1541188"/>
                  </a:lnTo>
                  <a:cubicBezTo>
                    <a:pt x="51998" y="1536737"/>
                    <a:pt x="105790" y="1533817"/>
                    <a:pt x="162730" y="1530721"/>
                  </a:cubicBezTo>
                  <a:cubicBezTo>
                    <a:pt x="380747" y="1518883"/>
                    <a:pt x="652081" y="1504142"/>
                    <a:pt x="1004085" y="1385916"/>
                  </a:cubicBezTo>
                  <a:cubicBezTo>
                    <a:pt x="1264795" y="1298350"/>
                    <a:pt x="1490323" y="1238631"/>
                    <a:pt x="1713881" y="1197979"/>
                  </a:cubicBezTo>
                  <a:cubicBezTo>
                    <a:pt x="2719743" y="1015072"/>
                    <a:pt x="3115214" y="662540"/>
                    <a:pt x="3403980" y="405120"/>
                  </a:cubicBezTo>
                  <a:cubicBezTo>
                    <a:pt x="3522540" y="299437"/>
                    <a:pt x="3624934" y="208159"/>
                    <a:pt x="3745535" y="147718"/>
                  </a:cubicBezTo>
                  <a:cubicBezTo>
                    <a:pt x="3876743" y="81982"/>
                    <a:pt x="4019789" y="59238"/>
                    <a:pt x="4195713" y="76142"/>
                  </a:cubicBezTo>
                  <a:cubicBezTo>
                    <a:pt x="4317544" y="87857"/>
                    <a:pt x="4445146" y="138870"/>
                    <a:pt x="4597287" y="236691"/>
                  </a:cubicBezTo>
                  <a:cubicBezTo>
                    <a:pt x="4774371" y="350555"/>
                    <a:pt x="4933565" y="487866"/>
                    <a:pt x="5087500" y="620657"/>
                  </a:cubicBezTo>
                  <a:lnTo>
                    <a:pt x="5105811" y="636454"/>
                  </a:lnTo>
                  <a:cubicBezTo>
                    <a:pt x="5164916" y="687413"/>
                    <a:pt x="5224671" y="739587"/>
                    <a:pt x="5282455" y="790037"/>
                  </a:cubicBezTo>
                  <a:cubicBezTo>
                    <a:pt x="5392907" y="886468"/>
                    <a:pt x="5507139" y="986189"/>
                    <a:pt x="5623185" y="1083060"/>
                  </a:cubicBezTo>
                  <a:cubicBezTo>
                    <a:pt x="5777049" y="1211471"/>
                    <a:pt x="5951424" y="1357015"/>
                    <a:pt x="6147594" y="1480096"/>
                  </a:cubicBezTo>
                  <a:cubicBezTo>
                    <a:pt x="6252926" y="1546183"/>
                    <a:pt x="6384010" y="1628419"/>
                    <a:pt x="6538543" y="1657602"/>
                  </a:cubicBezTo>
                  <a:cubicBezTo>
                    <a:pt x="6610787" y="1671235"/>
                    <a:pt x="6685635" y="1669739"/>
                    <a:pt x="6761028" y="1653134"/>
                  </a:cubicBezTo>
                  <a:cubicBezTo>
                    <a:pt x="6970356" y="1607521"/>
                    <a:pt x="7160826" y="1458706"/>
                    <a:pt x="7313881" y="1339125"/>
                  </a:cubicBezTo>
                  <a:cubicBezTo>
                    <a:pt x="7336960" y="1321095"/>
                    <a:pt x="7358772" y="1304050"/>
                    <a:pt x="7380004" y="1287849"/>
                  </a:cubicBezTo>
                  <a:cubicBezTo>
                    <a:pt x="7576050" y="1138224"/>
                    <a:pt x="7756688" y="964359"/>
                    <a:pt x="7931362" y="796193"/>
                  </a:cubicBezTo>
                  <a:cubicBezTo>
                    <a:pt x="8089272" y="644193"/>
                    <a:pt x="8252547" y="487004"/>
                    <a:pt x="8428699" y="345911"/>
                  </a:cubicBezTo>
                  <a:cubicBezTo>
                    <a:pt x="8453220" y="326280"/>
                    <a:pt x="8479641" y="303746"/>
                    <a:pt x="8507609" y="279911"/>
                  </a:cubicBezTo>
                  <a:cubicBezTo>
                    <a:pt x="8591763" y="208194"/>
                    <a:pt x="8687139" y="126891"/>
                    <a:pt x="8792014" y="69810"/>
                  </a:cubicBezTo>
                  <a:cubicBezTo>
                    <a:pt x="8914303" y="3247"/>
                    <a:pt x="9023364" y="-15469"/>
                    <a:pt x="9125442" y="12605"/>
                  </a:cubicBezTo>
                  <a:cubicBezTo>
                    <a:pt x="9207783" y="35244"/>
                    <a:pt x="9275419" y="80170"/>
                    <a:pt x="9340820" y="123619"/>
                  </a:cubicBezTo>
                  <a:cubicBezTo>
                    <a:pt x="9383442" y="151922"/>
                    <a:pt x="9423690" y="178660"/>
                    <a:pt x="9466417" y="198414"/>
                  </a:cubicBezTo>
                  <a:cubicBezTo>
                    <a:pt x="9512962" y="219927"/>
                    <a:pt x="9581142" y="245240"/>
                    <a:pt x="9660088" y="274563"/>
                  </a:cubicBezTo>
                  <a:cubicBezTo>
                    <a:pt x="9858193" y="348127"/>
                    <a:pt x="10129492" y="448886"/>
                    <a:pt x="10365118" y="598722"/>
                  </a:cubicBezTo>
                  <a:cubicBezTo>
                    <a:pt x="10494039" y="680711"/>
                    <a:pt x="10598702" y="769438"/>
                    <a:pt x="10676206" y="862457"/>
                  </a:cubicBezTo>
                  <a:cubicBezTo>
                    <a:pt x="10766780" y="971166"/>
                    <a:pt x="10823527" y="1089463"/>
                    <a:pt x="10844846" y="1214074"/>
                  </a:cubicBezTo>
                  <a:lnTo>
                    <a:pt x="10840326" y="1214848"/>
                  </a:lnTo>
                  <a:cubicBezTo>
                    <a:pt x="10801029" y="985151"/>
                    <a:pt x="10640321" y="779166"/>
                    <a:pt x="10362672" y="602592"/>
                  </a:cubicBezTo>
                  <a:cubicBezTo>
                    <a:pt x="10127469" y="453002"/>
                    <a:pt x="9856417" y="352349"/>
                    <a:pt x="9658505" y="278873"/>
                  </a:cubicBezTo>
                  <a:cubicBezTo>
                    <a:pt x="9579472" y="249515"/>
                    <a:pt x="9511203" y="224167"/>
                    <a:pt x="9464499" y="202601"/>
                  </a:cubicBezTo>
                  <a:cubicBezTo>
                    <a:pt x="9421456" y="182706"/>
                    <a:pt x="9381050" y="155880"/>
                    <a:pt x="9338287" y="127471"/>
                  </a:cubicBezTo>
                  <a:cubicBezTo>
                    <a:pt x="9273185" y="84234"/>
                    <a:pt x="9205866" y="39501"/>
                    <a:pt x="9124228" y="17056"/>
                  </a:cubicBezTo>
                  <a:cubicBezTo>
                    <a:pt x="8896554" y="-45567"/>
                    <a:pt x="8673471" y="144587"/>
                    <a:pt x="8510582" y="283429"/>
                  </a:cubicBezTo>
                  <a:cubicBezTo>
                    <a:pt x="8482578" y="307299"/>
                    <a:pt x="8456122" y="329851"/>
                    <a:pt x="8431566" y="349534"/>
                  </a:cubicBezTo>
                  <a:cubicBezTo>
                    <a:pt x="8255590" y="490505"/>
                    <a:pt x="8092385" y="647606"/>
                    <a:pt x="7934546" y="799553"/>
                  </a:cubicBezTo>
                  <a:cubicBezTo>
                    <a:pt x="7759766" y="967789"/>
                    <a:pt x="7579058" y="1141759"/>
                    <a:pt x="7382783" y="1291543"/>
                  </a:cubicBezTo>
                  <a:cubicBezTo>
                    <a:pt x="7361586" y="1307726"/>
                    <a:pt x="7339774" y="1324754"/>
                    <a:pt x="7316713" y="1342784"/>
                  </a:cubicBezTo>
                  <a:cubicBezTo>
                    <a:pt x="7163288" y="1462646"/>
                    <a:pt x="6972361" y="1611831"/>
                    <a:pt x="6762013" y="1657654"/>
                  </a:cubicBezTo>
                  <a:cubicBezTo>
                    <a:pt x="6720288" y="1666820"/>
                    <a:pt x="6678704" y="1671410"/>
                    <a:pt x="6637630" y="1671410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任意多边形: 形状 1394"/>
            <p:cNvSpPr/>
            <p:nvPr>
              <p:custDataLst>
                <p:tags r:id="rId14"/>
              </p:custDataLst>
            </p:nvPr>
          </p:nvSpPr>
          <p:spPr>
            <a:xfrm>
              <a:off x="1267380" y="2998087"/>
              <a:ext cx="10923775" cy="1782023"/>
            </a:xfrm>
            <a:custGeom>
              <a:avLst/>
              <a:gdLst>
                <a:gd name="connsiteX0" fmla="*/ 6754607 w 10923775"/>
                <a:gd name="connsiteY0" fmla="*/ 1782023 h 1782023"/>
                <a:gd name="connsiteX1" fmla="*/ 6650665 w 10923775"/>
                <a:gd name="connsiteY1" fmla="*/ 1771645 h 1782023"/>
                <a:gd name="connsiteX2" fmla="*/ 6251993 w 10923775"/>
                <a:gd name="connsiteY2" fmla="*/ 1577164 h 1782023"/>
                <a:gd name="connsiteX3" fmla="*/ 5726757 w 10923775"/>
                <a:gd name="connsiteY3" fmla="*/ 1146495 h 1782023"/>
                <a:gd name="connsiteX4" fmla="*/ 5419345 w 10923775"/>
                <a:gd name="connsiteY4" fmla="*/ 861581 h 1782023"/>
                <a:gd name="connsiteX5" fmla="*/ 5210405 w 10923775"/>
                <a:gd name="connsiteY5" fmla="*/ 666590 h 1782023"/>
                <a:gd name="connsiteX6" fmla="*/ 5201908 w 10923775"/>
                <a:gd name="connsiteY6" fmla="*/ 658762 h 1782023"/>
                <a:gd name="connsiteX7" fmla="*/ 4698784 w 10923775"/>
                <a:gd name="connsiteY7" fmla="*/ 241462 h 1782023"/>
                <a:gd name="connsiteX8" fmla="*/ 4289576 w 10923775"/>
                <a:gd name="connsiteY8" fmla="*/ 75530 h 1782023"/>
                <a:gd name="connsiteX9" fmla="*/ 3544458 w 10923775"/>
                <a:gd name="connsiteY9" fmla="*/ 442293 h 1782023"/>
                <a:gd name="connsiteX10" fmla="*/ 2966239 w 10923775"/>
                <a:gd name="connsiteY10" fmla="*/ 930307 h 1782023"/>
                <a:gd name="connsiteX11" fmla="*/ 1791315 w 10923775"/>
                <a:gd name="connsiteY11" fmla="*/ 1339375 h 1782023"/>
                <a:gd name="connsiteX12" fmla="*/ 1058599 w 10923775"/>
                <a:gd name="connsiteY12" fmla="*/ 1520751 h 1782023"/>
                <a:gd name="connsiteX13" fmla="*/ 551657 w 10923775"/>
                <a:gd name="connsiteY13" fmla="*/ 1612239 h 1782023"/>
                <a:gd name="connsiteX14" fmla="*/ 148148 w 10923775"/>
                <a:gd name="connsiteY14" fmla="*/ 1607912 h 1782023"/>
                <a:gd name="connsiteX15" fmla="*/ 0 w 10923775"/>
                <a:gd name="connsiteY15" fmla="*/ 1601403 h 1782023"/>
                <a:gd name="connsiteX16" fmla="*/ 123 w 10923775"/>
                <a:gd name="connsiteY16" fmla="*/ 1596883 h 1782023"/>
                <a:gd name="connsiteX17" fmla="*/ 148394 w 10923775"/>
                <a:gd name="connsiteY17" fmla="*/ 1603391 h 1782023"/>
                <a:gd name="connsiteX18" fmla="*/ 1057297 w 10923775"/>
                <a:gd name="connsiteY18" fmla="*/ 1516424 h 1782023"/>
                <a:gd name="connsiteX19" fmla="*/ 1790523 w 10923775"/>
                <a:gd name="connsiteY19" fmla="*/ 1334925 h 1782023"/>
                <a:gd name="connsiteX20" fmla="*/ 3541186 w 10923775"/>
                <a:gd name="connsiteY20" fmla="*/ 439161 h 1782023"/>
                <a:gd name="connsiteX21" fmla="*/ 3858801 w 10923775"/>
                <a:gd name="connsiteY21" fmla="*/ 158592 h 1782023"/>
                <a:gd name="connsiteX22" fmla="*/ 4289927 w 10923775"/>
                <a:gd name="connsiteY22" fmla="*/ 71009 h 1782023"/>
                <a:gd name="connsiteX23" fmla="*/ 4701300 w 10923775"/>
                <a:gd name="connsiteY23" fmla="*/ 237697 h 1782023"/>
                <a:gd name="connsiteX24" fmla="*/ 5204969 w 10923775"/>
                <a:gd name="connsiteY24" fmla="*/ 655437 h 1782023"/>
                <a:gd name="connsiteX25" fmla="*/ 5213466 w 10923775"/>
                <a:gd name="connsiteY25" fmla="*/ 663265 h 1782023"/>
                <a:gd name="connsiteX26" fmla="*/ 5422441 w 10923775"/>
                <a:gd name="connsiteY26" fmla="*/ 858274 h 1782023"/>
                <a:gd name="connsiteX27" fmla="*/ 5729783 w 10923775"/>
                <a:gd name="connsiteY27" fmla="*/ 1143135 h 1782023"/>
                <a:gd name="connsiteX28" fmla="*/ 6254526 w 10923775"/>
                <a:gd name="connsiteY28" fmla="*/ 1573417 h 1782023"/>
                <a:gd name="connsiteX29" fmla="*/ 6651562 w 10923775"/>
                <a:gd name="connsiteY29" fmla="*/ 1767212 h 1782023"/>
                <a:gd name="connsiteX30" fmla="*/ 6879993 w 10923775"/>
                <a:gd name="connsiteY30" fmla="*/ 1762902 h 1782023"/>
                <a:gd name="connsiteX31" fmla="*/ 7442345 w 10923775"/>
                <a:gd name="connsiteY31" fmla="*/ 1423739 h 1782023"/>
                <a:gd name="connsiteX32" fmla="*/ 7506621 w 10923775"/>
                <a:gd name="connsiteY32" fmla="*/ 1370493 h 1782023"/>
                <a:gd name="connsiteX33" fmla="*/ 8054865 w 10923775"/>
                <a:gd name="connsiteY33" fmla="*/ 849408 h 1782023"/>
                <a:gd name="connsiteX34" fmla="*/ 8556071 w 10923775"/>
                <a:gd name="connsiteY34" fmla="*/ 366618 h 1782023"/>
                <a:gd name="connsiteX35" fmla="*/ 8631922 w 10923775"/>
                <a:gd name="connsiteY35" fmla="*/ 299334 h 1782023"/>
                <a:gd name="connsiteX36" fmla="*/ 9264407 w 10923775"/>
                <a:gd name="connsiteY36" fmla="*/ 14983 h 1782023"/>
                <a:gd name="connsiteX37" fmla="*/ 9483867 w 10923775"/>
                <a:gd name="connsiteY37" fmla="*/ 139929 h 1782023"/>
                <a:gd name="connsiteX38" fmla="*/ 9607651 w 10923775"/>
                <a:gd name="connsiteY38" fmla="*/ 221971 h 1782023"/>
                <a:gd name="connsiteX39" fmla="*/ 9819002 w 10923775"/>
                <a:gd name="connsiteY39" fmla="*/ 313073 h 1782023"/>
                <a:gd name="connsiteX40" fmla="*/ 10923775 w 10923775"/>
                <a:gd name="connsiteY40" fmla="*/ 1226408 h 1782023"/>
                <a:gd name="connsiteX41" fmla="*/ 10919325 w 10923775"/>
                <a:gd name="connsiteY41" fmla="*/ 1227200 h 1782023"/>
                <a:gd name="connsiteX42" fmla="*/ 9817313 w 10923775"/>
                <a:gd name="connsiteY42" fmla="*/ 317259 h 1782023"/>
                <a:gd name="connsiteX43" fmla="*/ 9605558 w 10923775"/>
                <a:gd name="connsiteY43" fmla="*/ 225964 h 1782023"/>
                <a:gd name="connsiteX44" fmla="*/ 9481175 w 10923775"/>
                <a:gd name="connsiteY44" fmla="*/ 143553 h 1782023"/>
                <a:gd name="connsiteX45" fmla="*/ 9263071 w 10923775"/>
                <a:gd name="connsiteY45" fmla="*/ 19293 h 1782023"/>
                <a:gd name="connsiteX46" fmla="*/ 8634930 w 10923775"/>
                <a:gd name="connsiteY46" fmla="*/ 302677 h 1782023"/>
                <a:gd name="connsiteX47" fmla="*/ 8558974 w 10923775"/>
                <a:gd name="connsiteY47" fmla="*/ 370048 h 1782023"/>
                <a:gd name="connsiteX48" fmla="*/ 8058084 w 10923775"/>
                <a:gd name="connsiteY48" fmla="*/ 852557 h 1782023"/>
                <a:gd name="connsiteX49" fmla="*/ 7509453 w 10923775"/>
                <a:gd name="connsiteY49" fmla="*/ 1373993 h 1782023"/>
                <a:gd name="connsiteX50" fmla="*/ 7445212 w 10923775"/>
                <a:gd name="connsiteY50" fmla="*/ 1427204 h 1782023"/>
                <a:gd name="connsiteX51" fmla="*/ 6880978 w 10923775"/>
                <a:gd name="connsiteY51" fmla="*/ 1767300 h 1782023"/>
                <a:gd name="connsiteX52" fmla="*/ 6754607 w 10923775"/>
                <a:gd name="connsiteY52" fmla="*/ 1782023 h 178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0923775" h="1782023">
                  <a:moveTo>
                    <a:pt x="6754607" y="1782023"/>
                  </a:moveTo>
                  <a:cubicBezTo>
                    <a:pt x="6719550" y="1782023"/>
                    <a:pt x="6684844" y="1778575"/>
                    <a:pt x="6650665" y="1771645"/>
                  </a:cubicBezTo>
                  <a:cubicBezTo>
                    <a:pt x="6490679" y="1739261"/>
                    <a:pt x="6358328" y="1649373"/>
                    <a:pt x="6251993" y="1577164"/>
                  </a:cubicBezTo>
                  <a:cubicBezTo>
                    <a:pt x="6056738" y="1444549"/>
                    <a:pt x="5888995" y="1293024"/>
                    <a:pt x="5726757" y="1146495"/>
                  </a:cubicBezTo>
                  <a:cubicBezTo>
                    <a:pt x="5622340" y="1052174"/>
                    <a:pt x="5519154" y="955286"/>
                    <a:pt x="5419345" y="861581"/>
                  </a:cubicBezTo>
                  <a:cubicBezTo>
                    <a:pt x="5351076" y="797481"/>
                    <a:pt x="5280485" y="731200"/>
                    <a:pt x="5210405" y="666590"/>
                  </a:cubicBezTo>
                  <a:lnTo>
                    <a:pt x="5201908" y="658762"/>
                  </a:lnTo>
                  <a:cubicBezTo>
                    <a:pt x="5044931" y="514027"/>
                    <a:pt x="4882605" y="364384"/>
                    <a:pt x="4698784" y="241462"/>
                  </a:cubicBezTo>
                  <a:cubicBezTo>
                    <a:pt x="4544199" y="138082"/>
                    <a:pt x="4414169" y="85363"/>
                    <a:pt x="4289576" y="75530"/>
                  </a:cubicBezTo>
                  <a:cubicBezTo>
                    <a:pt x="3922461" y="46558"/>
                    <a:pt x="3763917" y="212560"/>
                    <a:pt x="3544458" y="442293"/>
                  </a:cubicBezTo>
                  <a:cubicBezTo>
                    <a:pt x="3398720" y="594855"/>
                    <a:pt x="3233545" y="767770"/>
                    <a:pt x="2966239" y="930307"/>
                  </a:cubicBezTo>
                  <a:cubicBezTo>
                    <a:pt x="2655327" y="1119353"/>
                    <a:pt x="2271009" y="1253164"/>
                    <a:pt x="1791315" y="1339375"/>
                  </a:cubicBezTo>
                  <a:cubicBezTo>
                    <a:pt x="1567070" y="1379675"/>
                    <a:pt x="1334242" y="1437319"/>
                    <a:pt x="1058599" y="1520751"/>
                  </a:cubicBezTo>
                  <a:cubicBezTo>
                    <a:pt x="889307" y="1571992"/>
                    <a:pt x="723499" y="1601914"/>
                    <a:pt x="551657" y="1612239"/>
                  </a:cubicBezTo>
                  <a:cubicBezTo>
                    <a:pt x="401838" y="1621246"/>
                    <a:pt x="267060" y="1614157"/>
                    <a:pt x="148148" y="1607912"/>
                  </a:cubicBezTo>
                  <a:cubicBezTo>
                    <a:pt x="96449" y="1605203"/>
                    <a:pt x="47600" y="1602635"/>
                    <a:pt x="0" y="1601403"/>
                  </a:cubicBezTo>
                  <a:lnTo>
                    <a:pt x="123" y="1596883"/>
                  </a:lnTo>
                  <a:cubicBezTo>
                    <a:pt x="47793" y="1598097"/>
                    <a:pt x="96660" y="1600665"/>
                    <a:pt x="148394" y="1603391"/>
                  </a:cubicBezTo>
                  <a:cubicBezTo>
                    <a:pt x="384371" y="1615793"/>
                    <a:pt x="678027" y="1631220"/>
                    <a:pt x="1057297" y="1516424"/>
                  </a:cubicBezTo>
                  <a:cubicBezTo>
                    <a:pt x="1333116" y="1432939"/>
                    <a:pt x="1566103" y="1375277"/>
                    <a:pt x="1790523" y="1334925"/>
                  </a:cubicBezTo>
                  <a:cubicBezTo>
                    <a:pt x="2871074" y="1140690"/>
                    <a:pt x="3258383" y="735228"/>
                    <a:pt x="3541186" y="439161"/>
                  </a:cubicBezTo>
                  <a:cubicBezTo>
                    <a:pt x="3650582" y="324630"/>
                    <a:pt x="3745060" y="225736"/>
                    <a:pt x="3858801" y="158592"/>
                  </a:cubicBezTo>
                  <a:cubicBezTo>
                    <a:pt x="3982779" y="85416"/>
                    <a:pt x="4119774" y="57588"/>
                    <a:pt x="4289927" y="71009"/>
                  </a:cubicBezTo>
                  <a:cubicBezTo>
                    <a:pt x="4415330" y="80895"/>
                    <a:pt x="4546046" y="133860"/>
                    <a:pt x="4701300" y="237697"/>
                  </a:cubicBezTo>
                  <a:cubicBezTo>
                    <a:pt x="4885402" y="360813"/>
                    <a:pt x="5047868" y="510597"/>
                    <a:pt x="5204969" y="655437"/>
                  </a:cubicBezTo>
                  <a:lnTo>
                    <a:pt x="5213466" y="663265"/>
                  </a:lnTo>
                  <a:cubicBezTo>
                    <a:pt x="5283564" y="727875"/>
                    <a:pt x="5354155" y="794174"/>
                    <a:pt x="5422441" y="858274"/>
                  </a:cubicBezTo>
                  <a:cubicBezTo>
                    <a:pt x="5522215" y="951961"/>
                    <a:pt x="5625401" y="1048850"/>
                    <a:pt x="5729783" y="1143135"/>
                  </a:cubicBezTo>
                  <a:cubicBezTo>
                    <a:pt x="5891897" y="1289576"/>
                    <a:pt x="6059535" y="1440995"/>
                    <a:pt x="6254526" y="1573417"/>
                  </a:cubicBezTo>
                  <a:cubicBezTo>
                    <a:pt x="6360527" y="1645415"/>
                    <a:pt x="6492456" y="1735004"/>
                    <a:pt x="6651562" y="1767212"/>
                  </a:cubicBezTo>
                  <a:cubicBezTo>
                    <a:pt x="6725829" y="1782234"/>
                    <a:pt x="6802682" y="1780792"/>
                    <a:pt x="6879993" y="1762902"/>
                  </a:cubicBezTo>
                  <a:cubicBezTo>
                    <a:pt x="7094861" y="1713684"/>
                    <a:pt x="7287530" y="1552907"/>
                    <a:pt x="7442345" y="1423739"/>
                  </a:cubicBezTo>
                  <a:cubicBezTo>
                    <a:pt x="7464825" y="1404988"/>
                    <a:pt x="7486039" y="1387274"/>
                    <a:pt x="7506621" y="1370493"/>
                  </a:cubicBezTo>
                  <a:cubicBezTo>
                    <a:pt x="7702333" y="1210894"/>
                    <a:pt x="7881563" y="1027125"/>
                    <a:pt x="8054865" y="849408"/>
                  </a:cubicBezTo>
                  <a:cubicBezTo>
                    <a:pt x="8213619" y="686608"/>
                    <a:pt x="8377792" y="518266"/>
                    <a:pt x="8556071" y="366618"/>
                  </a:cubicBezTo>
                  <a:cubicBezTo>
                    <a:pt x="8579538" y="346653"/>
                    <a:pt x="8604991" y="323662"/>
                    <a:pt x="8631922" y="299334"/>
                  </a:cubicBezTo>
                  <a:cubicBezTo>
                    <a:pt x="8798662" y="148724"/>
                    <a:pt x="9027005" y="-57525"/>
                    <a:pt x="9264407" y="14983"/>
                  </a:cubicBezTo>
                  <a:cubicBezTo>
                    <a:pt x="9349352" y="40930"/>
                    <a:pt x="9417744" y="91256"/>
                    <a:pt x="9483867" y="139929"/>
                  </a:cubicBezTo>
                  <a:cubicBezTo>
                    <a:pt x="9525767" y="170765"/>
                    <a:pt x="9565363" y="199895"/>
                    <a:pt x="9607651" y="221971"/>
                  </a:cubicBezTo>
                  <a:cubicBezTo>
                    <a:pt x="9657221" y="247847"/>
                    <a:pt x="9732193" y="278067"/>
                    <a:pt x="9819002" y="313073"/>
                  </a:cubicBezTo>
                  <a:cubicBezTo>
                    <a:pt x="10199045" y="466321"/>
                    <a:pt x="10835136" y="722809"/>
                    <a:pt x="10923775" y="1226408"/>
                  </a:cubicBezTo>
                  <a:lnTo>
                    <a:pt x="10919325" y="1227200"/>
                  </a:lnTo>
                  <a:cubicBezTo>
                    <a:pt x="10831108" y="726063"/>
                    <a:pt x="10196494" y="470156"/>
                    <a:pt x="9817313" y="317259"/>
                  </a:cubicBezTo>
                  <a:cubicBezTo>
                    <a:pt x="9730398" y="282201"/>
                    <a:pt x="9655322" y="251946"/>
                    <a:pt x="9605558" y="225964"/>
                  </a:cubicBezTo>
                  <a:cubicBezTo>
                    <a:pt x="9562954" y="203730"/>
                    <a:pt x="9523235" y="174494"/>
                    <a:pt x="9481175" y="143553"/>
                  </a:cubicBezTo>
                  <a:cubicBezTo>
                    <a:pt x="9415352" y="95108"/>
                    <a:pt x="9347276" y="45010"/>
                    <a:pt x="9263071" y="19293"/>
                  </a:cubicBezTo>
                  <a:cubicBezTo>
                    <a:pt x="9028113" y="-52476"/>
                    <a:pt x="8800861" y="152805"/>
                    <a:pt x="8634930" y="302677"/>
                  </a:cubicBezTo>
                  <a:cubicBezTo>
                    <a:pt x="8607963" y="327039"/>
                    <a:pt x="8582492" y="350048"/>
                    <a:pt x="8558974" y="370048"/>
                  </a:cubicBezTo>
                  <a:cubicBezTo>
                    <a:pt x="8380852" y="521573"/>
                    <a:pt x="8216768" y="689844"/>
                    <a:pt x="8058084" y="852557"/>
                  </a:cubicBezTo>
                  <a:cubicBezTo>
                    <a:pt x="7884676" y="1030362"/>
                    <a:pt x="7705376" y="1214236"/>
                    <a:pt x="7509453" y="1373993"/>
                  </a:cubicBezTo>
                  <a:cubicBezTo>
                    <a:pt x="7488889" y="1390757"/>
                    <a:pt x="7467675" y="1408471"/>
                    <a:pt x="7445212" y="1427204"/>
                  </a:cubicBezTo>
                  <a:cubicBezTo>
                    <a:pt x="7290028" y="1556688"/>
                    <a:pt x="7096884" y="1717836"/>
                    <a:pt x="6880978" y="1767300"/>
                  </a:cubicBezTo>
                  <a:cubicBezTo>
                    <a:pt x="6838637" y="1777116"/>
                    <a:pt x="6796385" y="1782023"/>
                    <a:pt x="6754607" y="1782023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任意多边形: 形状 1395"/>
            <p:cNvSpPr/>
            <p:nvPr>
              <p:custDataLst>
                <p:tags r:id="rId15"/>
              </p:custDataLst>
            </p:nvPr>
          </p:nvSpPr>
          <p:spPr>
            <a:xfrm>
              <a:off x="1188029" y="2935363"/>
              <a:ext cx="11003126" cy="1892928"/>
            </a:xfrm>
            <a:custGeom>
              <a:avLst/>
              <a:gdLst>
                <a:gd name="connsiteX0" fmla="*/ 6871796 w 11003126"/>
                <a:gd name="connsiteY0" fmla="*/ 1892928 h 1892928"/>
                <a:gd name="connsiteX1" fmla="*/ 6763948 w 11003126"/>
                <a:gd name="connsiteY1" fmla="*/ 1881477 h 1892928"/>
                <a:gd name="connsiteX2" fmla="*/ 6359155 w 11003126"/>
                <a:gd name="connsiteY2" fmla="*/ 1670637 h 1892928"/>
                <a:gd name="connsiteX3" fmla="*/ 5835625 w 11003126"/>
                <a:gd name="connsiteY3" fmla="*/ 1208656 h 1892928"/>
                <a:gd name="connsiteX4" fmla="*/ 5833602 w 11003126"/>
                <a:gd name="connsiteY4" fmla="*/ 1206686 h 1892928"/>
                <a:gd name="connsiteX5" fmla="*/ 5553983 w 11003126"/>
                <a:gd name="connsiteY5" fmla="*/ 928597 h 1892928"/>
                <a:gd name="connsiteX6" fmla="*/ 5318358 w 11003126"/>
                <a:gd name="connsiteY6" fmla="*/ 693518 h 1892928"/>
                <a:gd name="connsiteX7" fmla="*/ 5318006 w 11003126"/>
                <a:gd name="connsiteY7" fmla="*/ 693166 h 1892928"/>
                <a:gd name="connsiteX8" fmla="*/ 4803131 w 11003126"/>
                <a:gd name="connsiteY8" fmla="*/ 242619 h 1892928"/>
                <a:gd name="connsiteX9" fmla="*/ 4384230 w 11003126"/>
                <a:gd name="connsiteY9" fmla="*/ 70584 h 1892928"/>
                <a:gd name="connsiteX10" fmla="*/ 3677055 w 11003126"/>
                <a:gd name="connsiteY10" fmla="*/ 475113 h 1892928"/>
                <a:gd name="connsiteX11" fmla="*/ 3101440 w 11003126"/>
                <a:gd name="connsiteY11" fmla="*/ 1025697 h 1892928"/>
                <a:gd name="connsiteX12" fmla="*/ 1868308 w 11003126"/>
                <a:gd name="connsiteY12" fmla="*/ 1476508 h 1892928"/>
                <a:gd name="connsiteX13" fmla="*/ 1112021 w 11003126"/>
                <a:gd name="connsiteY13" fmla="*/ 1651481 h 1892928"/>
                <a:gd name="connsiteX14" fmla="*/ 571534 w 11003126"/>
                <a:gd name="connsiteY14" fmla="*/ 1719943 h 1892928"/>
                <a:gd name="connsiteX15" fmla="*/ 139581 w 11003126"/>
                <a:gd name="connsiteY15" fmla="*/ 1676952 h 1892928"/>
                <a:gd name="connsiteX16" fmla="*/ 0 w 11003126"/>
                <a:gd name="connsiteY16" fmla="*/ 1657268 h 1892928"/>
                <a:gd name="connsiteX17" fmla="*/ 545 w 11003126"/>
                <a:gd name="connsiteY17" fmla="*/ 1652835 h 1892928"/>
                <a:gd name="connsiteX18" fmla="*/ 140232 w 11003126"/>
                <a:gd name="connsiteY18" fmla="*/ 1672519 h 1892928"/>
                <a:gd name="connsiteX19" fmla="*/ 1110842 w 11003126"/>
                <a:gd name="connsiteY19" fmla="*/ 1647153 h 1892928"/>
                <a:gd name="connsiteX20" fmla="*/ 1867517 w 11003126"/>
                <a:gd name="connsiteY20" fmla="*/ 1472092 h 1892928"/>
                <a:gd name="connsiteX21" fmla="*/ 3673590 w 11003126"/>
                <a:gd name="connsiteY21" fmla="*/ 472264 h 1892928"/>
                <a:gd name="connsiteX22" fmla="*/ 3969938 w 11003126"/>
                <a:gd name="connsiteY22" fmla="*/ 168880 h 1892928"/>
                <a:gd name="connsiteX23" fmla="*/ 4384476 w 11003126"/>
                <a:gd name="connsiteY23" fmla="*/ 66116 h 1892928"/>
                <a:gd name="connsiteX24" fmla="*/ 4805647 w 11003126"/>
                <a:gd name="connsiteY24" fmla="*/ 238925 h 1892928"/>
                <a:gd name="connsiteX25" fmla="*/ 5321102 w 11003126"/>
                <a:gd name="connsiteY25" fmla="*/ 689964 h 1892928"/>
                <a:gd name="connsiteX26" fmla="*/ 5321454 w 11003126"/>
                <a:gd name="connsiteY26" fmla="*/ 690299 h 1892928"/>
                <a:gd name="connsiteX27" fmla="*/ 5557114 w 11003126"/>
                <a:gd name="connsiteY27" fmla="*/ 925413 h 1892928"/>
                <a:gd name="connsiteX28" fmla="*/ 5836681 w 11003126"/>
                <a:gd name="connsiteY28" fmla="*/ 1203450 h 1892928"/>
                <a:gd name="connsiteX29" fmla="*/ 5838704 w 11003126"/>
                <a:gd name="connsiteY29" fmla="*/ 1205420 h 1892928"/>
                <a:gd name="connsiteX30" fmla="*/ 6361758 w 11003126"/>
                <a:gd name="connsiteY30" fmla="*/ 1666995 h 1892928"/>
                <a:gd name="connsiteX31" fmla="*/ 6764863 w 11003126"/>
                <a:gd name="connsiteY31" fmla="*/ 1877079 h 1892928"/>
                <a:gd name="connsiteX32" fmla="*/ 6999257 w 11003126"/>
                <a:gd name="connsiteY32" fmla="*/ 1872910 h 1892928"/>
                <a:gd name="connsiteX33" fmla="*/ 7571495 w 11003126"/>
                <a:gd name="connsiteY33" fmla="*/ 1508047 h 1892928"/>
                <a:gd name="connsiteX34" fmla="*/ 7633572 w 11003126"/>
                <a:gd name="connsiteY34" fmla="*/ 1453358 h 1892928"/>
                <a:gd name="connsiteX35" fmla="*/ 8179248 w 11003126"/>
                <a:gd name="connsiteY35" fmla="*/ 902704 h 1892928"/>
                <a:gd name="connsiteX36" fmla="*/ 8683779 w 11003126"/>
                <a:gd name="connsiteY36" fmla="*/ 387513 h 1892928"/>
                <a:gd name="connsiteX37" fmla="*/ 8756498 w 11003126"/>
                <a:gd name="connsiteY37" fmla="*/ 319349 h 1892928"/>
                <a:gd name="connsiteX38" fmla="*/ 9050489 w 11003126"/>
                <a:gd name="connsiteY38" fmla="*/ 78271 h 1892928"/>
                <a:gd name="connsiteX39" fmla="*/ 9403707 w 11003126"/>
                <a:gd name="connsiteY39" fmla="*/ 17548 h 1892928"/>
                <a:gd name="connsiteX40" fmla="*/ 9627617 w 11003126"/>
                <a:gd name="connsiteY40" fmla="*/ 156848 h 1892928"/>
                <a:gd name="connsiteX41" fmla="*/ 9749255 w 11003126"/>
                <a:gd name="connsiteY41" fmla="*/ 245733 h 1892928"/>
                <a:gd name="connsiteX42" fmla="*/ 9973323 w 11003126"/>
                <a:gd name="connsiteY42" fmla="*/ 351135 h 1892928"/>
                <a:gd name="connsiteX43" fmla="*/ 10591191 w 11003126"/>
                <a:gd name="connsiteY43" fmla="*/ 675522 h 1892928"/>
                <a:gd name="connsiteX44" fmla="*/ 10856474 w 11003126"/>
                <a:gd name="connsiteY44" fmla="*/ 921368 h 1892928"/>
                <a:gd name="connsiteX45" fmla="*/ 11003126 w 11003126"/>
                <a:gd name="connsiteY45" fmla="*/ 1238947 h 1892928"/>
                <a:gd name="connsiteX46" fmla="*/ 10998746 w 11003126"/>
                <a:gd name="connsiteY46" fmla="*/ 1239739 h 1892928"/>
                <a:gd name="connsiteX47" fmla="*/ 10588622 w 11003126"/>
                <a:gd name="connsiteY47" fmla="*/ 679146 h 1892928"/>
                <a:gd name="connsiteX48" fmla="*/ 9971564 w 11003126"/>
                <a:gd name="connsiteY48" fmla="*/ 355199 h 1892928"/>
                <a:gd name="connsiteX49" fmla="*/ 9747021 w 11003126"/>
                <a:gd name="connsiteY49" fmla="*/ 249568 h 1892928"/>
                <a:gd name="connsiteX50" fmla="*/ 9624820 w 11003126"/>
                <a:gd name="connsiteY50" fmla="*/ 160296 h 1892928"/>
                <a:gd name="connsiteX51" fmla="*/ 9402300 w 11003126"/>
                <a:gd name="connsiteY51" fmla="*/ 21752 h 1892928"/>
                <a:gd name="connsiteX52" fmla="*/ 9052776 w 11003126"/>
                <a:gd name="connsiteY52" fmla="*/ 82070 h 1892928"/>
                <a:gd name="connsiteX53" fmla="*/ 8759576 w 11003126"/>
                <a:gd name="connsiteY53" fmla="*/ 322551 h 1892928"/>
                <a:gd name="connsiteX54" fmla="*/ 8686752 w 11003126"/>
                <a:gd name="connsiteY54" fmla="*/ 390802 h 1892928"/>
                <a:gd name="connsiteX55" fmla="*/ 8182519 w 11003126"/>
                <a:gd name="connsiteY55" fmla="*/ 905695 h 1892928"/>
                <a:gd name="connsiteX56" fmla="*/ 7636491 w 11003126"/>
                <a:gd name="connsiteY56" fmla="*/ 1456701 h 1892928"/>
                <a:gd name="connsiteX57" fmla="*/ 7574449 w 11003126"/>
                <a:gd name="connsiteY57" fmla="*/ 1511354 h 1892928"/>
                <a:gd name="connsiteX58" fmla="*/ 7000312 w 11003126"/>
                <a:gd name="connsiteY58" fmla="*/ 1877220 h 1892928"/>
                <a:gd name="connsiteX59" fmla="*/ 6871796 w 11003126"/>
                <a:gd name="connsiteY59" fmla="*/ 1892928 h 1892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11003126" h="1892928">
                  <a:moveTo>
                    <a:pt x="6871796" y="1892928"/>
                  </a:moveTo>
                  <a:cubicBezTo>
                    <a:pt x="6835436" y="1892928"/>
                    <a:pt x="6799428" y="1889111"/>
                    <a:pt x="6763948" y="1881477"/>
                  </a:cubicBezTo>
                  <a:cubicBezTo>
                    <a:pt x="6599301" y="1846032"/>
                    <a:pt x="6460493" y="1744658"/>
                    <a:pt x="6359155" y="1670637"/>
                  </a:cubicBezTo>
                  <a:cubicBezTo>
                    <a:pt x="6164621" y="1528558"/>
                    <a:pt x="5997370" y="1365933"/>
                    <a:pt x="5835625" y="1208656"/>
                  </a:cubicBezTo>
                  <a:lnTo>
                    <a:pt x="5833602" y="1206686"/>
                  </a:lnTo>
                  <a:cubicBezTo>
                    <a:pt x="5738842" y="1114547"/>
                    <a:pt x="5644856" y="1020015"/>
                    <a:pt x="5553983" y="928597"/>
                  </a:cubicBezTo>
                  <a:cubicBezTo>
                    <a:pt x="5477113" y="851270"/>
                    <a:pt x="5397621" y="771320"/>
                    <a:pt x="5318358" y="693518"/>
                  </a:cubicBezTo>
                  <a:lnTo>
                    <a:pt x="5318006" y="693166"/>
                  </a:lnTo>
                  <a:cubicBezTo>
                    <a:pt x="5158442" y="536557"/>
                    <a:pt x="4993443" y="374619"/>
                    <a:pt x="4803131" y="242619"/>
                  </a:cubicBezTo>
                  <a:cubicBezTo>
                    <a:pt x="4645414" y="133224"/>
                    <a:pt x="4512289" y="78552"/>
                    <a:pt x="4384230" y="70584"/>
                  </a:cubicBezTo>
                  <a:cubicBezTo>
                    <a:pt x="4027599" y="48402"/>
                    <a:pt x="3880560" y="227386"/>
                    <a:pt x="3677055" y="475113"/>
                  </a:cubicBezTo>
                  <a:cubicBezTo>
                    <a:pt x="3535293" y="647676"/>
                    <a:pt x="3374621" y="843248"/>
                    <a:pt x="3101440" y="1025697"/>
                  </a:cubicBezTo>
                  <a:cubicBezTo>
                    <a:pt x="2783456" y="1238050"/>
                    <a:pt x="2380105" y="1385529"/>
                    <a:pt x="1868308" y="1476508"/>
                  </a:cubicBezTo>
                  <a:cubicBezTo>
                    <a:pt x="1645120" y="1516192"/>
                    <a:pt x="1404798" y="1571795"/>
                    <a:pt x="1112021" y="1651481"/>
                  </a:cubicBezTo>
                  <a:cubicBezTo>
                    <a:pt x="931982" y="1700488"/>
                    <a:pt x="755197" y="1722898"/>
                    <a:pt x="571534" y="1719943"/>
                  </a:cubicBezTo>
                  <a:cubicBezTo>
                    <a:pt x="411390" y="1717392"/>
                    <a:pt x="266989" y="1695914"/>
                    <a:pt x="139581" y="1676952"/>
                  </a:cubicBezTo>
                  <a:cubicBezTo>
                    <a:pt x="90961" y="1669722"/>
                    <a:pt x="45032" y="1662897"/>
                    <a:pt x="0" y="1657268"/>
                  </a:cubicBezTo>
                  <a:lnTo>
                    <a:pt x="545" y="1652835"/>
                  </a:lnTo>
                  <a:cubicBezTo>
                    <a:pt x="45630" y="1658464"/>
                    <a:pt x="91576" y="1665289"/>
                    <a:pt x="140232" y="1672519"/>
                  </a:cubicBezTo>
                  <a:cubicBezTo>
                    <a:pt x="393008" y="1710110"/>
                    <a:pt x="707597" y="1756900"/>
                    <a:pt x="1110842" y="1647153"/>
                  </a:cubicBezTo>
                  <a:cubicBezTo>
                    <a:pt x="1403760" y="1567433"/>
                    <a:pt x="1644187" y="1511794"/>
                    <a:pt x="1867517" y="1472092"/>
                  </a:cubicBezTo>
                  <a:cubicBezTo>
                    <a:pt x="3020629" y="1267092"/>
                    <a:pt x="3398017" y="807698"/>
                    <a:pt x="3673590" y="472264"/>
                  </a:cubicBezTo>
                  <a:cubicBezTo>
                    <a:pt x="3774859" y="348989"/>
                    <a:pt x="3862319" y="242531"/>
                    <a:pt x="3969938" y="168880"/>
                  </a:cubicBezTo>
                  <a:cubicBezTo>
                    <a:pt x="4087407" y="88491"/>
                    <a:pt x="4219143" y="55825"/>
                    <a:pt x="4384476" y="66116"/>
                  </a:cubicBezTo>
                  <a:cubicBezTo>
                    <a:pt x="4513397" y="74137"/>
                    <a:pt x="4647226" y="129055"/>
                    <a:pt x="4805647" y="238925"/>
                  </a:cubicBezTo>
                  <a:cubicBezTo>
                    <a:pt x="4996275" y="371136"/>
                    <a:pt x="5161398" y="533215"/>
                    <a:pt x="5321102" y="689964"/>
                  </a:cubicBezTo>
                  <a:lnTo>
                    <a:pt x="5321454" y="690299"/>
                  </a:lnTo>
                  <a:cubicBezTo>
                    <a:pt x="5400734" y="768119"/>
                    <a:pt x="5480244" y="848086"/>
                    <a:pt x="5557114" y="925413"/>
                  </a:cubicBezTo>
                  <a:cubicBezTo>
                    <a:pt x="5647987" y="1016814"/>
                    <a:pt x="5741956" y="1111328"/>
                    <a:pt x="5836681" y="1203450"/>
                  </a:cubicBezTo>
                  <a:lnTo>
                    <a:pt x="5838704" y="1205420"/>
                  </a:lnTo>
                  <a:cubicBezTo>
                    <a:pt x="6000343" y="1362591"/>
                    <a:pt x="6167470" y="1525093"/>
                    <a:pt x="6361758" y="1666995"/>
                  </a:cubicBezTo>
                  <a:cubicBezTo>
                    <a:pt x="6462781" y="1740770"/>
                    <a:pt x="6601147" y="1841828"/>
                    <a:pt x="6764863" y="1877079"/>
                  </a:cubicBezTo>
                  <a:cubicBezTo>
                    <a:pt x="6841135" y="1893509"/>
                    <a:pt x="6919994" y="1892102"/>
                    <a:pt x="6999257" y="1872910"/>
                  </a:cubicBezTo>
                  <a:cubicBezTo>
                    <a:pt x="7219894" y="1819998"/>
                    <a:pt x="7414833" y="1647030"/>
                    <a:pt x="7571495" y="1508047"/>
                  </a:cubicBezTo>
                  <a:cubicBezTo>
                    <a:pt x="7593218" y="1488768"/>
                    <a:pt x="7613729" y="1470579"/>
                    <a:pt x="7633572" y="1453358"/>
                  </a:cubicBezTo>
                  <a:cubicBezTo>
                    <a:pt x="7829072" y="1283698"/>
                    <a:pt x="8007089" y="1090008"/>
                    <a:pt x="8179248" y="902704"/>
                  </a:cubicBezTo>
                  <a:cubicBezTo>
                    <a:pt x="8338723" y="729191"/>
                    <a:pt x="8503617" y="549785"/>
                    <a:pt x="8683779" y="387513"/>
                  </a:cubicBezTo>
                  <a:cubicBezTo>
                    <a:pt x="8706207" y="367318"/>
                    <a:pt x="8730640" y="344011"/>
                    <a:pt x="8756498" y="319349"/>
                  </a:cubicBezTo>
                  <a:cubicBezTo>
                    <a:pt x="8838399" y="241247"/>
                    <a:pt x="8940319" y="144042"/>
                    <a:pt x="9050489" y="78271"/>
                  </a:cubicBezTo>
                  <a:cubicBezTo>
                    <a:pt x="9179691" y="1136"/>
                    <a:pt x="9295243" y="-18741"/>
                    <a:pt x="9403707" y="17548"/>
                  </a:cubicBezTo>
                  <a:cubicBezTo>
                    <a:pt x="9491448" y="46889"/>
                    <a:pt x="9560667" y="102792"/>
                    <a:pt x="9627617" y="156848"/>
                  </a:cubicBezTo>
                  <a:cubicBezTo>
                    <a:pt x="9668708" y="190041"/>
                    <a:pt x="9707531" y="221387"/>
                    <a:pt x="9749255" y="245733"/>
                  </a:cubicBezTo>
                  <a:cubicBezTo>
                    <a:pt x="9800848" y="275848"/>
                    <a:pt x="9880780" y="310747"/>
                    <a:pt x="9973323" y="351135"/>
                  </a:cubicBezTo>
                  <a:cubicBezTo>
                    <a:pt x="10158886" y="432122"/>
                    <a:pt x="10389814" y="532916"/>
                    <a:pt x="10591191" y="675522"/>
                  </a:cubicBezTo>
                  <a:cubicBezTo>
                    <a:pt x="10700851" y="753167"/>
                    <a:pt x="10790105" y="835895"/>
                    <a:pt x="10856474" y="921368"/>
                  </a:cubicBezTo>
                  <a:cubicBezTo>
                    <a:pt x="10933573" y="1020649"/>
                    <a:pt x="10982914" y="1127511"/>
                    <a:pt x="11003126" y="1238947"/>
                  </a:cubicBezTo>
                  <a:lnTo>
                    <a:pt x="10998746" y="1239739"/>
                  </a:lnTo>
                  <a:cubicBezTo>
                    <a:pt x="10960926" y="1031168"/>
                    <a:pt x="10826781" y="847786"/>
                    <a:pt x="10588622" y="679146"/>
                  </a:cubicBezTo>
                  <a:cubicBezTo>
                    <a:pt x="10387615" y="536803"/>
                    <a:pt x="10156934" y="436115"/>
                    <a:pt x="9971564" y="355199"/>
                  </a:cubicBezTo>
                  <a:cubicBezTo>
                    <a:pt x="9878880" y="314741"/>
                    <a:pt x="9798843" y="279806"/>
                    <a:pt x="9747021" y="249568"/>
                  </a:cubicBezTo>
                  <a:cubicBezTo>
                    <a:pt x="9704997" y="225046"/>
                    <a:pt x="9666052" y="193595"/>
                    <a:pt x="9624820" y="160296"/>
                  </a:cubicBezTo>
                  <a:cubicBezTo>
                    <a:pt x="9558186" y="106486"/>
                    <a:pt x="9489284" y="50847"/>
                    <a:pt x="9402300" y="21752"/>
                  </a:cubicBezTo>
                  <a:cubicBezTo>
                    <a:pt x="9295138" y="-14097"/>
                    <a:pt x="9180799" y="5639"/>
                    <a:pt x="9052776" y="82070"/>
                  </a:cubicBezTo>
                  <a:cubicBezTo>
                    <a:pt x="8943028" y="147595"/>
                    <a:pt x="8841302" y="244607"/>
                    <a:pt x="8759576" y="322551"/>
                  </a:cubicBezTo>
                  <a:cubicBezTo>
                    <a:pt x="8733683" y="347248"/>
                    <a:pt x="8709233" y="370573"/>
                    <a:pt x="8686752" y="390802"/>
                  </a:cubicBezTo>
                  <a:cubicBezTo>
                    <a:pt x="8506747" y="552916"/>
                    <a:pt x="8341907" y="732252"/>
                    <a:pt x="8182519" y="905695"/>
                  </a:cubicBezTo>
                  <a:cubicBezTo>
                    <a:pt x="8010273" y="1093104"/>
                    <a:pt x="7832169" y="1286881"/>
                    <a:pt x="7636491" y="1456701"/>
                  </a:cubicBezTo>
                  <a:cubicBezTo>
                    <a:pt x="7616667" y="1473904"/>
                    <a:pt x="7596157" y="1492093"/>
                    <a:pt x="7574449" y="1511354"/>
                  </a:cubicBezTo>
                  <a:cubicBezTo>
                    <a:pt x="7417437" y="1650671"/>
                    <a:pt x="7222023" y="1824044"/>
                    <a:pt x="7000312" y="1877220"/>
                  </a:cubicBezTo>
                  <a:cubicBezTo>
                    <a:pt x="6957268" y="1887704"/>
                    <a:pt x="6914294" y="1892928"/>
                    <a:pt x="6871796" y="1892928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任意多边形: 形状 1396"/>
            <p:cNvSpPr/>
            <p:nvPr>
              <p:custDataLst>
                <p:tags r:id="rId16"/>
              </p:custDataLst>
            </p:nvPr>
          </p:nvSpPr>
          <p:spPr>
            <a:xfrm>
              <a:off x="1108713" y="2872705"/>
              <a:ext cx="11082389" cy="2003749"/>
            </a:xfrm>
            <a:custGeom>
              <a:avLst/>
              <a:gdLst>
                <a:gd name="connsiteX0" fmla="*/ 6988861 w 11082389"/>
                <a:gd name="connsiteY0" fmla="*/ 2003749 h 2003749"/>
                <a:gd name="connsiteX1" fmla="*/ 6877213 w 11082389"/>
                <a:gd name="connsiteY1" fmla="*/ 1991207 h 2003749"/>
                <a:gd name="connsiteX2" fmla="*/ 6466281 w 11082389"/>
                <a:gd name="connsiteY2" fmla="*/ 1764008 h 2003749"/>
                <a:gd name="connsiteX3" fmla="*/ 5945250 w 11082389"/>
                <a:gd name="connsiteY3" fmla="*/ 1271842 h 2003749"/>
                <a:gd name="connsiteX4" fmla="*/ 5940412 w 11082389"/>
                <a:gd name="connsiteY4" fmla="*/ 1266794 h 2003749"/>
                <a:gd name="connsiteX5" fmla="*/ 5684153 w 11082389"/>
                <a:gd name="connsiteY5" fmla="*/ 994439 h 2003749"/>
                <a:gd name="connsiteX6" fmla="*/ 5426241 w 11082389"/>
                <a:gd name="connsiteY6" fmla="*/ 720379 h 2003749"/>
                <a:gd name="connsiteX7" fmla="*/ 4907408 w 11082389"/>
                <a:gd name="connsiteY7" fmla="*/ 243728 h 2003749"/>
                <a:gd name="connsiteX8" fmla="*/ 4478814 w 11082389"/>
                <a:gd name="connsiteY8" fmla="*/ 65606 h 2003749"/>
                <a:gd name="connsiteX9" fmla="*/ 3805660 w 11082389"/>
                <a:gd name="connsiteY9" fmla="*/ 506794 h 2003749"/>
                <a:gd name="connsiteX10" fmla="*/ 1945249 w 11082389"/>
                <a:gd name="connsiteY10" fmla="*/ 1613591 h 2003749"/>
                <a:gd name="connsiteX11" fmla="*/ 1165408 w 11082389"/>
                <a:gd name="connsiteY11" fmla="*/ 1782161 h 2003749"/>
                <a:gd name="connsiteX12" fmla="*/ 593522 w 11082389"/>
                <a:gd name="connsiteY12" fmla="*/ 1826384 h 2003749"/>
                <a:gd name="connsiteX13" fmla="*/ 134339 w 11082389"/>
                <a:gd name="connsiteY13" fmla="*/ 1743779 h 2003749"/>
                <a:gd name="connsiteX14" fmla="*/ 0 w 11082389"/>
                <a:gd name="connsiteY14" fmla="*/ 1713083 h 2003749"/>
                <a:gd name="connsiteX15" fmla="*/ 915 w 11082389"/>
                <a:gd name="connsiteY15" fmla="*/ 1708773 h 2003749"/>
                <a:gd name="connsiteX16" fmla="*/ 135342 w 11082389"/>
                <a:gd name="connsiteY16" fmla="*/ 1739486 h 2003749"/>
                <a:gd name="connsiteX17" fmla="*/ 1164353 w 11082389"/>
                <a:gd name="connsiteY17" fmla="*/ 1777869 h 2003749"/>
                <a:gd name="connsiteX18" fmla="*/ 1944475 w 11082389"/>
                <a:gd name="connsiteY18" fmla="*/ 1609246 h 2003749"/>
                <a:gd name="connsiteX19" fmla="*/ 3802071 w 11082389"/>
                <a:gd name="connsiteY19" fmla="*/ 504226 h 2003749"/>
                <a:gd name="connsiteX20" fmla="*/ 4079193 w 11082389"/>
                <a:gd name="connsiteY20" fmla="*/ 178432 h 2003749"/>
                <a:gd name="connsiteX21" fmla="*/ 4479008 w 11082389"/>
                <a:gd name="connsiteY21" fmla="*/ 61191 h 2003749"/>
                <a:gd name="connsiteX22" fmla="*/ 4909976 w 11082389"/>
                <a:gd name="connsiteY22" fmla="*/ 240139 h 2003749"/>
                <a:gd name="connsiteX23" fmla="*/ 5429407 w 11082389"/>
                <a:gd name="connsiteY23" fmla="*/ 717318 h 2003749"/>
                <a:gd name="connsiteX24" fmla="*/ 5687372 w 11082389"/>
                <a:gd name="connsiteY24" fmla="*/ 991431 h 2003749"/>
                <a:gd name="connsiteX25" fmla="*/ 5943578 w 11082389"/>
                <a:gd name="connsiteY25" fmla="*/ 1263733 h 2003749"/>
                <a:gd name="connsiteX26" fmla="*/ 5948416 w 11082389"/>
                <a:gd name="connsiteY26" fmla="*/ 1268781 h 2003749"/>
                <a:gd name="connsiteX27" fmla="*/ 6468990 w 11082389"/>
                <a:gd name="connsiteY27" fmla="*/ 1760525 h 2003749"/>
                <a:gd name="connsiteX28" fmla="*/ 6878181 w 11082389"/>
                <a:gd name="connsiteY28" fmla="*/ 1986897 h 2003749"/>
                <a:gd name="connsiteX29" fmla="*/ 7118521 w 11082389"/>
                <a:gd name="connsiteY29" fmla="*/ 1982887 h 2003749"/>
                <a:gd name="connsiteX30" fmla="*/ 7700890 w 11082389"/>
                <a:gd name="connsiteY30" fmla="*/ 1591849 h 2003749"/>
                <a:gd name="connsiteX31" fmla="*/ 7760505 w 11082389"/>
                <a:gd name="connsiteY31" fmla="*/ 1536193 h 2003749"/>
                <a:gd name="connsiteX32" fmla="*/ 8304069 w 11082389"/>
                <a:gd name="connsiteY32" fmla="*/ 955828 h 2003749"/>
                <a:gd name="connsiteX33" fmla="*/ 8811469 w 11082389"/>
                <a:gd name="connsiteY33" fmla="*/ 408411 h 2003749"/>
                <a:gd name="connsiteX34" fmla="*/ 8880986 w 11082389"/>
                <a:gd name="connsiteY34" fmla="*/ 339755 h 2003749"/>
                <a:gd name="connsiteX35" fmla="*/ 9179727 w 11082389"/>
                <a:gd name="connsiteY35" fmla="*/ 82845 h 2003749"/>
                <a:gd name="connsiteX36" fmla="*/ 9542988 w 11082389"/>
                <a:gd name="connsiteY36" fmla="*/ 20099 h 2003749"/>
                <a:gd name="connsiteX37" fmla="*/ 9771719 w 11082389"/>
                <a:gd name="connsiteY37" fmla="*/ 174280 h 2003749"/>
                <a:gd name="connsiteX38" fmla="*/ 9890806 w 11082389"/>
                <a:gd name="connsiteY38" fmla="*/ 269516 h 2003749"/>
                <a:gd name="connsiteX39" fmla="*/ 10123511 w 11082389"/>
                <a:gd name="connsiteY39" fmla="*/ 388639 h 2003749"/>
                <a:gd name="connsiteX40" fmla="*/ 10700041 w 11082389"/>
                <a:gd name="connsiteY40" fmla="*/ 711865 h 2003749"/>
                <a:gd name="connsiteX41" fmla="*/ 10945218 w 11082389"/>
                <a:gd name="connsiteY41" fmla="*/ 949337 h 2003749"/>
                <a:gd name="connsiteX42" fmla="*/ 11082389 w 11082389"/>
                <a:gd name="connsiteY42" fmla="*/ 1251507 h 2003749"/>
                <a:gd name="connsiteX43" fmla="*/ 11078061 w 11082389"/>
                <a:gd name="connsiteY43" fmla="*/ 1252317 h 2003749"/>
                <a:gd name="connsiteX44" fmla="*/ 10121629 w 11082389"/>
                <a:gd name="connsiteY44" fmla="*/ 392614 h 2003749"/>
                <a:gd name="connsiteX45" fmla="*/ 9888397 w 11082389"/>
                <a:gd name="connsiteY45" fmla="*/ 273192 h 2003749"/>
                <a:gd name="connsiteX46" fmla="*/ 9768798 w 11082389"/>
                <a:gd name="connsiteY46" fmla="*/ 177570 h 2003749"/>
                <a:gd name="connsiteX47" fmla="*/ 9541476 w 11082389"/>
                <a:gd name="connsiteY47" fmla="*/ 24233 h 2003749"/>
                <a:gd name="connsiteX48" fmla="*/ 9182031 w 11082389"/>
                <a:gd name="connsiteY48" fmla="*/ 86574 h 2003749"/>
                <a:gd name="connsiteX49" fmla="*/ 8884082 w 11082389"/>
                <a:gd name="connsiteY49" fmla="*/ 342851 h 2003749"/>
                <a:gd name="connsiteX50" fmla="*/ 8814476 w 11082389"/>
                <a:gd name="connsiteY50" fmla="*/ 411594 h 2003749"/>
                <a:gd name="connsiteX51" fmla="*/ 8307359 w 11082389"/>
                <a:gd name="connsiteY51" fmla="*/ 958713 h 2003749"/>
                <a:gd name="connsiteX52" fmla="*/ 7763442 w 11082389"/>
                <a:gd name="connsiteY52" fmla="*/ 1539429 h 2003749"/>
                <a:gd name="connsiteX53" fmla="*/ 7703863 w 11082389"/>
                <a:gd name="connsiteY53" fmla="*/ 1595051 h 2003749"/>
                <a:gd name="connsiteX54" fmla="*/ 7438984 w 11082389"/>
                <a:gd name="connsiteY54" fmla="*/ 1824396 h 2003749"/>
                <a:gd name="connsiteX55" fmla="*/ 7119558 w 11082389"/>
                <a:gd name="connsiteY55" fmla="*/ 1987161 h 2003749"/>
                <a:gd name="connsiteX56" fmla="*/ 6988861 w 11082389"/>
                <a:gd name="connsiteY56" fmla="*/ 2003749 h 2003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11082389" h="2003749">
                  <a:moveTo>
                    <a:pt x="6988861" y="2003749"/>
                  </a:moveTo>
                  <a:cubicBezTo>
                    <a:pt x="6951234" y="2003749"/>
                    <a:pt x="6913960" y="1999580"/>
                    <a:pt x="6877213" y="1991207"/>
                  </a:cubicBezTo>
                  <a:cubicBezTo>
                    <a:pt x="6707852" y="1952666"/>
                    <a:pt x="6568236" y="1843623"/>
                    <a:pt x="6466281" y="1764008"/>
                  </a:cubicBezTo>
                  <a:cubicBezTo>
                    <a:pt x="6272011" y="1612289"/>
                    <a:pt x="6105886" y="1439216"/>
                    <a:pt x="5945250" y="1271842"/>
                  </a:cubicBezTo>
                  <a:lnTo>
                    <a:pt x="5940412" y="1266794"/>
                  </a:lnTo>
                  <a:cubicBezTo>
                    <a:pt x="5853726" y="1176484"/>
                    <a:pt x="5767532" y="1083940"/>
                    <a:pt x="5684153" y="994439"/>
                  </a:cubicBezTo>
                  <a:cubicBezTo>
                    <a:pt x="5600141" y="904235"/>
                    <a:pt x="5513261" y="810988"/>
                    <a:pt x="5426241" y="720379"/>
                  </a:cubicBezTo>
                  <a:cubicBezTo>
                    <a:pt x="5275068" y="562996"/>
                    <a:pt x="5103736" y="384628"/>
                    <a:pt x="4907408" y="243728"/>
                  </a:cubicBezTo>
                  <a:cubicBezTo>
                    <a:pt x="4746507" y="128246"/>
                    <a:pt x="4610321" y="71640"/>
                    <a:pt x="4478814" y="65606"/>
                  </a:cubicBezTo>
                  <a:cubicBezTo>
                    <a:pt x="4131208" y="49634"/>
                    <a:pt x="3994635" y="241388"/>
                    <a:pt x="3805660" y="506794"/>
                  </a:cubicBezTo>
                  <a:cubicBezTo>
                    <a:pt x="3537897" y="882863"/>
                    <a:pt x="3171169" y="1397896"/>
                    <a:pt x="1945249" y="1613591"/>
                  </a:cubicBezTo>
                  <a:cubicBezTo>
                    <a:pt x="1661989" y="1663425"/>
                    <a:pt x="1379696" y="1729847"/>
                    <a:pt x="1165408" y="1782161"/>
                  </a:cubicBezTo>
                  <a:cubicBezTo>
                    <a:pt x="975483" y="1828512"/>
                    <a:pt x="788408" y="1842989"/>
                    <a:pt x="593522" y="1826384"/>
                  </a:cubicBezTo>
                  <a:cubicBezTo>
                    <a:pt x="423598" y="1811907"/>
                    <a:pt x="269909" y="1775723"/>
                    <a:pt x="134339" y="1743779"/>
                  </a:cubicBezTo>
                  <a:cubicBezTo>
                    <a:pt x="87601" y="1732767"/>
                    <a:pt x="43449" y="1722371"/>
                    <a:pt x="0" y="1713083"/>
                  </a:cubicBezTo>
                  <a:lnTo>
                    <a:pt x="915" y="1708773"/>
                  </a:lnTo>
                  <a:cubicBezTo>
                    <a:pt x="44416" y="1718061"/>
                    <a:pt x="88586" y="1728475"/>
                    <a:pt x="135342" y="1739486"/>
                  </a:cubicBezTo>
                  <a:cubicBezTo>
                    <a:pt x="404301" y="1802847"/>
                    <a:pt x="739031" y="1881688"/>
                    <a:pt x="1164353" y="1777869"/>
                  </a:cubicBezTo>
                  <a:cubicBezTo>
                    <a:pt x="1378711" y="1725555"/>
                    <a:pt x="1661092" y="1659098"/>
                    <a:pt x="1944475" y="1609246"/>
                  </a:cubicBezTo>
                  <a:cubicBezTo>
                    <a:pt x="3168619" y="1393868"/>
                    <a:pt x="3534748" y="879679"/>
                    <a:pt x="3802071" y="504226"/>
                  </a:cubicBezTo>
                  <a:cubicBezTo>
                    <a:pt x="3895987" y="372315"/>
                    <a:pt x="3977115" y="258398"/>
                    <a:pt x="4079193" y="178432"/>
                  </a:cubicBezTo>
                  <a:cubicBezTo>
                    <a:pt x="4190752" y="91042"/>
                    <a:pt x="4317790" y="53803"/>
                    <a:pt x="4479008" y="61191"/>
                  </a:cubicBezTo>
                  <a:cubicBezTo>
                    <a:pt x="4611394" y="67277"/>
                    <a:pt x="4748336" y="124130"/>
                    <a:pt x="4909976" y="240139"/>
                  </a:cubicBezTo>
                  <a:cubicBezTo>
                    <a:pt x="5106638" y="381286"/>
                    <a:pt x="5278111" y="559812"/>
                    <a:pt x="5429407" y="717318"/>
                  </a:cubicBezTo>
                  <a:cubicBezTo>
                    <a:pt x="5516463" y="807944"/>
                    <a:pt x="5603342" y="901227"/>
                    <a:pt x="5687372" y="991431"/>
                  </a:cubicBezTo>
                  <a:cubicBezTo>
                    <a:pt x="5770733" y="1080914"/>
                    <a:pt x="5856927" y="1173458"/>
                    <a:pt x="5943578" y="1263733"/>
                  </a:cubicBezTo>
                  <a:lnTo>
                    <a:pt x="5948416" y="1268781"/>
                  </a:lnTo>
                  <a:cubicBezTo>
                    <a:pt x="6108965" y="1436050"/>
                    <a:pt x="6274966" y="1609000"/>
                    <a:pt x="6468990" y="1760525"/>
                  </a:cubicBezTo>
                  <a:cubicBezTo>
                    <a:pt x="6570611" y="1839893"/>
                    <a:pt x="6709787" y="1948568"/>
                    <a:pt x="6878181" y="1986897"/>
                  </a:cubicBezTo>
                  <a:cubicBezTo>
                    <a:pt x="6956476" y="2004716"/>
                    <a:pt x="7037341" y="2003362"/>
                    <a:pt x="7118521" y="1982887"/>
                  </a:cubicBezTo>
                  <a:cubicBezTo>
                    <a:pt x="7345104" y="1926228"/>
                    <a:pt x="7542382" y="1740823"/>
                    <a:pt x="7700890" y="1591849"/>
                  </a:cubicBezTo>
                  <a:cubicBezTo>
                    <a:pt x="7721770" y="1572236"/>
                    <a:pt x="7741472" y="1553713"/>
                    <a:pt x="7760505" y="1536193"/>
                  </a:cubicBezTo>
                  <a:cubicBezTo>
                    <a:pt x="7955883" y="1356400"/>
                    <a:pt x="8132897" y="1152754"/>
                    <a:pt x="8304069" y="955828"/>
                  </a:cubicBezTo>
                  <a:cubicBezTo>
                    <a:pt x="8464143" y="771690"/>
                    <a:pt x="8629653" y="581273"/>
                    <a:pt x="8811469" y="408411"/>
                  </a:cubicBezTo>
                  <a:cubicBezTo>
                    <a:pt x="8832841" y="388093"/>
                    <a:pt x="8856237" y="364610"/>
                    <a:pt x="8880986" y="339755"/>
                  </a:cubicBezTo>
                  <a:cubicBezTo>
                    <a:pt x="8963803" y="256622"/>
                    <a:pt x="9066865" y="153172"/>
                    <a:pt x="9179727" y="82845"/>
                  </a:cubicBezTo>
                  <a:cubicBezTo>
                    <a:pt x="9312447" y="152"/>
                    <a:pt x="9431271" y="-20376"/>
                    <a:pt x="9542988" y="20099"/>
                  </a:cubicBezTo>
                  <a:cubicBezTo>
                    <a:pt x="9633703" y="52958"/>
                    <a:pt x="9703871" y="114631"/>
                    <a:pt x="9771719" y="174280"/>
                  </a:cubicBezTo>
                  <a:cubicBezTo>
                    <a:pt x="9811895" y="209585"/>
                    <a:pt x="9849838" y="242936"/>
                    <a:pt x="9890806" y="269516"/>
                  </a:cubicBezTo>
                  <a:cubicBezTo>
                    <a:pt x="9943666" y="303800"/>
                    <a:pt x="10027010" y="343115"/>
                    <a:pt x="10123511" y="388639"/>
                  </a:cubicBezTo>
                  <a:cubicBezTo>
                    <a:pt x="10297446" y="470699"/>
                    <a:pt x="10513898" y="572812"/>
                    <a:pt x="10700041" y="711865"/>
                  </a:cubicBezTo>
                  <a:cubicBezTo>
                    <a:pt x="10801205" y="787434"/>
                    <a:pt x="10883686" y="867330"/>
                    <a:pt x="10945218" y="949337"/>
                  </a:cubicBezTo>
                  <a:cubicBezTo>
                    <a:pt x="11016495" y="1044344"/>
                    <a:pt x="11062653" y="1145999"/>
                    <a:pt x="11082389" y="1251507"/>
                  </a:cubicBezTo>
                  <a:lnTo>
                    <a:pt x="11078061" y="1252317"/>
                  </a:lnTo>
                  <a:cubicBezTo>
                    <a:pt x="10994261" y="804303"/>
                    <a:pt x="10469130" y="556558"/>
                    <a:pt x="10121629" y="392614"/>
                  </a:cubicBezTo>
                  <a:cubicBezTo>
                    <a:pt x="10024987" y="347020"/>
                    <a:pt x="9941520" y="307634"/>
                    <a:pt x="9888397" y="273192"/>
                  </a:cubicBezTo>
                  <a:cubicBezTo>
                    <a:pt x="9847164" y="246454"/>
                    <a:pt x="9809098" y="212997"/>
                    <a:pt x="9768798" y="177570"/>
                  </a:cubicBezTo>
                  <a:cubicBezTo>
                    <a:pt x="9701251" y="118202"/>
                    <a:pt x="9631399" y="56811"/>
                    <a:pt x="9541476" y="24233"/>
                  </a:cubicBezTo>
                  <a:cubicBezTo>
                    <a:pt x="9431095" y="-15750"/>
                    <a:pt x="9313520" y="4637"/>
                    <a:pt x="9182031" y="86574"/>
                  </a:cubicBezTo>
                  <a:cubicBezTo>
                    <a:pt x="9069610" y="156620"/>
                    <a:pt x="8966740" y="259894"/>
                    <a:pt x="8884082" y="342851"/>
                  </a:cubicBezTo>
                  <a:cubicBezTo>
                    <a:pt x="8859297" y="367724"/>
                    <a:pt x="8835884" y="391225"/>
                    <a:pt x="8814476" y="411594"/>
                  </a:cubicBezTo>
                  <a:cubicBezTo>
                    <a:pt x="8632802" y="584316"/>
                    <a:pt x="8467362" y="774645"/>
                    <a:pt x="8307359" y="958713"/>
                  </a:cubicBezTo>
                  <a:cubicBezTo>
                    <a:pt x="8136098" y="1155745"/>
                    <a:pt x="7958996" y="1359478"/>
                    <a:pt x="7763442" y="1539429"/>
                  </a:cubicBezTo>
                  <a:cubicBezTo>
                    <a:pt x="7744427" y="1556932"/>
                    <a:pt x="7724726" y="1575437"/>
                    <a:pt x="7703863" y="1595051"/>
                  </a:cubicBezTo>
                  <a:cubicBezTo>
                    <a:pt x="7625709" y="1668509"/>
                    <a:pt x="7537122" y="1751747"/>
                    <a:pt x="7438984" y="1824396"/>
                  </a:cubicBezTo>
                  <a:cubicBezTo>
                    <a:pt x="7325174" y="1908620"/>
                    <a:pt x="7220687" y="1961866"/>
                    <a:pt x="7119558" y="1987161"/>
                  </a:cubicBezTo>
                  <a:cubicBezTo>
                    <a:pt x="7075828" y="1998226"/>
                    <a:pt x="7032116" y="2003749"/>
                    <a:pt x="6988861" y="2003749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任意多边形: 形状 1397"/>
            <p:cNvSpPr/>
            <p:nvPr>
              <p:custDataLst>
                <p:tags r:id="rId17"/>
              </p:custDataLst>
            </p:nvPr>
          </p:nvSpPr>
          <p:spPr>
            <a:xfrm>
              <a:off x="1029380" y="2810270"/>
              <a:ext cx="11161704" cy="2114364"/>
            </a:xfrm>
            <a:custGeom>
              <a:avLst/>
              <a:gdLst>
                <a:gd name="connsiteX0" fmla="*/ 7105838 w 11161704"/>
                <a:gd name="connsiteY0" fmla="*/ 2114364 h 2114364"/>
                <a:gd name="connsiteX1" fmla="*/ 6990497 w 11161704"/>
                <a:gd name="connsiteY1" fmla="*/ 2100749 h 2114364"/>
                <a:gd name="connsiteX2" fmla="*/ 6573442 w 11161704"/>
                <a:gd name="connsiteY2" fmla="*/ 1857208 h 2114364"/>
                <a:gd name="connsiteX3" fmla="*/ 6054135 w 11161704"/>
                <a:gd name="connsiteY3" fmla="*/ 1334400 h 2114364"/>
                <a:gd name="connsiteX4" fmla="*/ 6047239 w 11161704"/>
                <a:gd name="connsiteY4" fmla="*/ 1326730 h 2114364"/>
                <a:gd name="connsiteX5" fmla="*/ 5810752 w 11161704"/>
                <a:gd name="connsiteY5" fmla="*/ 1059055 h 2114364"/>
                <a:gd name="connsiteX6" fmla="*/ 5534159 w 11161704"/>
                <a:gd name="connsiteY6" fmla="*/ 747052 h 2114364"/>
                <a:gd name="connsiteX7" fmla="*/ 5011720 w 11161704"/>
                <a:gd name="connsiteY7" fmla="*/ 244631 h 2114364"/>
                <a:gd name="connsiteX8" fmla="*/ 4573416 w 11161704"/>
                <a:gd name="connsiteY8" fmla="*/ 60405 h 2114364"/>
                <a:gd name="connsiteX9" fmla="*/ 3931239 w 11161704"/>
                <a:gd name="connsiteY9" fmla="*/ 537249 h 2114364"/>
                <a:gd name="connsiteX10" fmla="*/ 2022190 w 11161704"/>
                <a:gd name="connsiteY10" fmla="*/ 1750468 h 2114364"/>
                <a:gd name="connsiteX11" fmla="*/ 1218778 w 11161704"/>
                <a:gd name="connsiteY11" fmla="*/ 1912618 h 2114364"/>
                <a:gd name="connsiteX12" fmla="*/ 616830 w 11161704"/>
                <a:gd name="connsiteY12" fmla="*/ 1931862 h 2114364"/>
                <a:gd name="connsiteX13" fmla="*/ 131155 w 11161704"/>
                <a:gd name="connsiteY13" fmla="*/ 1809027 h 2114364"/>
                <a:gd name="connsiteX14" fmla="*/ 0 w 11161704"/>
                <a:gd name="connsiteY14" fmla="*/ 1768692 h 2114364"/>
                <a:gd name="connsiteX15" fmla="*/ 1214 w 11161704"/>
                <a:gd name="connsiteY15" fmla="*/ 1764541 h 2114364"/>
                <a:gd name="connsiteX16" fmla="*/ 132457 w 11161704"/>
                <a:gd name="connsiteY16" fmla="*/ 1804912 h 2114364"/>
                <a:gd name="connsiteX17" fmla="*/ 1217846 w 11161704"/>
                <a:gd name="connsiteY17" fmla="*/ 1908414 h 2114364"/>
                <a:gd name="connsiteX18" fmla="*/ 2021434 w 11161704"/>
                <a:gd name="connsiteY18" fmla="*/ 1746212 h 2114364"/>
                <a:gd name="connsiteX19" fmla="*/ 3927544 w 11161704"/>
                <a:gd name="connsiteY19" fmla="*/ 534980 h 2114364"/>
                <a:gd name="connsiteX20" fmla="*/ 4186987 w 11161704"/>
                <a:gd name="connsiteY20" fmla="*/ 187180 h 2114364"/>
                <a:gd name="connsiteX21" fmla="*/ 4573522 w 11161704"/>
                <a:gd name="connsiteY21" fmla="*/ 56095 h 2114364"/>
                <a:gd name="connsiteX22" fmla="*/ 4806508 w 11161704"/>
                <a:gd name="connsiteY22" fmla="*/ 114795 h 2114364"/>
                <a:gd name="connsiteX23" fmla="*/ 5014270 w 11161704"/>
                <a:gd name="connsiteY23" fmla="*/ 241165 h 2114364"/>
                <a:gd name="connsiteX24" fmla="*/ 5537343 w 11161704"/>
                <a:gd name="connsiteY24" fmla="*/ 744149 h 2114364"/>
                <a:gd name="connsiteX25" fmla="*/ 5813989 w 11161704"/>
                <a:gd name="connsiteY25" fmla="*/ 1056223 h 2114364"/>
                <a:gd name="connsiteX26" fmla="*/ 6050441 w 11161704"/>
                <a:gd name="connsiteY26" fmla="*/ 1323845 h 2114364"/>
                <a:gd name="connsiteX27" fmla="*/ 6057336 w 11161704"/>
                <a:gd name="connsiteY27" fmla="*/ 1331515 h 2114364"/>
                <a:gd name="connsiteX28" fmla="*/ 6576187 w 11161704"/>
                <a:gd name="connsiteY28" fmla="*/ 1853883 h 2114364"/>
                <a:gd name="connsiteX29" fmla="*/ 6991481 w 11161704"/>
                <a:gd name="connsiteY29" fmla="*/ 2096545 h 2114364"/>
                <a:gd name="connsiteX30" fmla="*/ 7237784 w 11161704"/>
                <a:gd name="connsiteY30" fmla="*/ 2092675 h 2114364"/>
                <a:gd name="connsiteX31" fmla="*/ 7830515 w 11161704"/>
                <a:gd name="connsiteY31" fmla="*/ 1674970 h 2114364"/>
                <a:gd name="connsiteX32" fmla="*/ 7887438 w 11161704"/>
                <a:gd name="connsiteY32" fmla="*/ 1618839 h 2114364"/>
                <a:gd name="connsiteX33" fmla="*/ 8429279 w 11161704"/>
                <a:gd name="connsiteY33" fmla="*/ 1008623 h 2114364"/>
                <a:gd name="connsiteX34" fmla="*/ 8939176 w 11161704"/>
                <a:gd name="connsiteY34" fmla="*/ 429085 h 2114364"/>
                <a:gd name="connsiteX35" fmla="*/ 9005439 w 11161704"/>
                <a:gd name="connsiteY35" fmla="*/ 360341 h 2114364"/>
                <a:gd name="connsiteX36" fmla="*/ 9308876 w 11161704"/>
                <a:gd name="connsiteY36" fmla="*/ 87389 h 2114364"/>
                <a:gd name="connsiteX37" fmla="*/ 9490058 w 11161704"/>
                <a:gd name="connsiteY37" fmla="*/ 7774 h 2114364"/>
                <a:gd name="connsiteX38" fmla="*/ 9682270 w 11161704"/>
                <a:gd name="connsiteY38" fmla="*/ 22445 h 2114364"/>
                <a:gd name="connsiteX39" fmla="*/ 9916295 w 11161704"/>
                <a:gd name="connsiteY39" fmla="*/ 192105 h 2114364"/>
                <a:gd name="connsiteX40" fmla="*/ 10032375 w 11161704"/>
                <a:gd name="connsiteY40" fmla="*/ 293040 h 2114364"/>
                <a:gd name="connsiteX41" fmla="*/ 10270340 w 11161704"/>
                <a:gd name="connsiteY41" fmla="*/ 425426 h 2114364"/>
                <a:gd name="connsiteX42" fmla="*/ 10806868 w 11161704"/>
                <a:gd name="connsiteY42" fmla="*/ 746911 h 2114364"/>
                <a:gd name="connsiteX43" fmla="*/ 11033294 w 11161704"/>
                <a:gd name="connsiteY43" fmla="*/ 976274 h 2114364"/>
                <a:gd name="connsiteX44" fmla="*/ 11161705 w 11161704"/>
                <a:gd name="connsiteY44" fmla="*/ 1263809 h 2114364"/>
                <a:gd name="connsiteX45" fmla="*/ 11157448 w 11161704"/>
                <a:gd name="connsiteY45" fmla="*/ 1264636 h 2114364"/>
                <a:gd name="connsiteX46" fmla="*/ 10268369 w 11161704"/>
                <a:gd name="connsiteY46" fmla="*/ 429279 h 2114364"/>
                <a:gd name="connsiteX47" fmla="*/ 10029859 w 11161704"/>
                <a:gd name="connsiteY47" fmla="*/ 296558 h 2114364"/>
                <a:gd name="connsiteX48" fmla="*/ 9913322 w 11161704"/>
                <a:gd name="connsiteY48" fmla="*/ 195236 h 2114364"/>
                <a:gd name="connsiteX49" fmla="*/ 9680723 w 11161704"/>
                <a:gd name="connsiteY49" fmla="*/ 26473 h 2114364"/>
                <a:gd name="connsiteX50" fmla="*/ 9311251 w 11161704"/>
                <a:gd name="connsiteY50" fmla="*/ 91013 h 2114364"/>
                <a:gd name="connsiteX51" fmla="*/ 9008606 w 11161704"/>
                <a:gd name="connsiteY51" fmla="*/ 363314 h 2114364"/>
                <a:gd name="connsiteX52" fmla="*/ 8942271 w 11161704"/>
                <a:gd name="connsiteY52" fmla="*/ 432128 h 2114364"/>
                <a:gd name="connsiteX53" fmla="*/ 8432656 w 11161704"/>
                <a:gd name="connsiteY53" fmla="*/ 1011349 h 2114364"/>
                <a:gd name="connsiteX54" fmla="*/ 7890498 w 11161704"/>
                <a:gd name="connsiteY54" fmla="*/ 1621917 h 2114364"/>
                <a:gd name="connsiteX55" fmla="*/ 7833594 w 11161704"/>
                <a:gd name="connsiteY55" fmla="*/ 1678013 h 2114364"/>
                <a:gd name="connsiteX56" fmla="*/ 7565689 w 11161704"/>
                <a:gd name="connsiteY56" fmla="*/ 1922451 h 2114364"/>
                <a:gd name="connsiteX57" fmla="*/ 7238910 w 11161704"/>
                <a:gd name="connsiteY57" fmla="*/ 2096826 h 2114364"/>
                <a:gd name="connsiteX58" fmla="*/ 7105838 w 11161704"/>
                <a:gd name="connsiteY58" fmla="*/ 2114364 h 2114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1161704" h="2114364">
                  <a:moveTo>
                    <a:pt x="7105838" y="2114364"/>
                  </a:moveTo>
                  <a:cubicBezTo>
                    <a:pt x="7066981" y="2114364"/>
                    <a:pt x="7028457" y="2109826"/>
                    <a:pt x="6990497" y="2100749"/>
                  </a:cubicBezTo>
                  <a:cubicBezTo>
                    <a:pt x="6829702" y="2062278"/>
                    <a:pt x="6701467" y="1963596"/>
                    <a:pt x="6573442" y="1857208"/>
                  </a:cubicBezTo>
                  <a:cubicBezTo>
                    <a:pt x="6379137" y="1695727"/>
                    <a:pt x="6213910" y="1512046"/>
                    <a:pt x="6054135" y="1334400"/>
                  </a:cubicBezTo>
                  <a:lnTo>
                    <a:pt x="6047239" y="1326730"/>
                  </a:lnTo>
                  <a:cubicBezTo>
                    <a:pt x="5967361" y="1237933"/>
                    <a:pt x="5887746" y="1147008"/>
                    <a:pt x="5810752" y="1059055"/>
                  </a:cubicBezTo>
                  <a:cubicBezTo>
                    <a:pt x="5720812" y="956326"/>
                    <a:pt x="5627793" y="850097"/>
                    <a:pt x="5534159" y="747052"/>
                  </a:cubicBezTo>
                  <a:cubicBezTo>
                    <a:pt x="5383918" y="581683"/>
                    <a:pt x="5213642" y="394273"/>
                    <a:pt x="5011720" y="244631"/>
                  </a:cubicBezTo>
                  <a:cubicBezTo>
                    <a:pt x="4847600" y="123010"/>
                    <a:pt x="4708336" y="64469"/>
                    <a:pt x="4573416" y="60405"/>
                  </a:cubicBezTo>
                  <a:cubicBezTo>
                    <a:pt x="4233637" y="50203"/>
                    <a:pt x="4106792" y="254482"/>
                    <a:pt x="3931239" y="537249"/>
                  </a:cubicBezTo>
                  <a:cubicBezTo>
                    <a:pt x="3672534" y="953987"/>
                    <a:pt x="3318226" y="1524712"/>
                    <a:pt x="2022190" y="1750468"/>
                  </a:cubicBezTo>
                  <a:cubicBezTo>
                    <a:pt x="1747796" y="1798262"/>
                    <a:pt x="1463621" y="1859231"/>
                    <a:pt x="1218778" y="1912618"/>
                  </a:cubicBezTo>
                  <a:cubicBezTo>
                    <a:pt x="1019477" y="1956084"/>
                    <a:pt x="822586" y="1962382"/>
                    <a:pt x="616830" y="1931862"/>
                  </a:cubicBezTo>
                  <a:cubicBezTo>
                    <a:pt x="437424" y="1905248"/>
                    <a:pt x="274711" y="1854130"/>
                    <a:pt x="131155" y="1809027"/>
                  </a:cubicBezTo>
                  <a:cubicBezTo>
                    <a:pt x="85578" y="1794709"/>
                    <a:pt x="42516" y="1781182"/>
                    <a:pt x="0" y="1768692"/>
                  </a:cubicBezTo>
                  <a:lnTo>
                    <a:pt x="1214" y="1764541"/>
                  </a:lnTo>
                  <a:cubicBezTo>
                    <a:pt x="43765" y="1777048"/>
                    <a:pt x="86844" y="1790575"/>
                    <a:pt x="132457" y="1804912"/>
                  </a:cubicBezTo>
                  <a:cubicBezTo>
                    <a:pt x="432059" y="1899039"/>
                    <a:pt x="771626" y="2005725"/>
                    <a:pt x="1217846" y="1908414"/>
                  </a:cubicBezTo>
                  <a:cubicBezTo>
                    <a:pt x="1462723" y="1855009"/>
                    <a:pt x="1746951" y="1794040"/>
                    <a:pt x="2021434" y="1746212"/>
                  </a:cubicBezTo>
                  <a:cubicBezTo>
                    <a:pt x="3315552" y="1520789"/>
                    <a:pt x="3669280" y="951014"/>
                    <a:pt x="3927544" y="534980"/>
                  </a:cubicBezTo>
                  <a:cubicBezTo>
                    <a:pt x="4014706" y="394572"/>
                    <a:pt x="4089993" y="273303"/>
                    <a:pt x="4186987" y="187180"/>
                  </a:cubicBezTo>
                  <a:cubicBezTo>
                    <a:pt x="4293076" y="93000"/>
                    <a:pt x="4415893" y="51328"/>
                    <a:pt x="4573522" y="56095"/>
                  </a:cubicBezTo>
                  <a:cubicBezTo>
                    <a:pt x="4647771" y="58329"/>
                    <a:pt x="4726172" y="78084"/>
                    <a:pt x="4806508" y="114795"/>
                  </a:cubicBezTo>
                  <a:cubicBezTo>
                    <a:pt x="4871875" y="144664"/>
                    <a:pt x="4939827" y="186001"/>
                    <a:pt x="5014270" y="241165"/>
                  </a:cubicBezTo>
                  <a:cubicBezTo>
                    <a:pt x="5216526" y="391054"/>
                    <a:pt x="5386961" y="578640"/>
                    <a:pt x="5537343" y="744149"/>
                  </a:cubicBezTo>
                  <a:cubicBezTo>
                    <a:pt x="5630995" y="847230"/>
                    <a:pt x="5724031" y="953477"/>
                    <a:pt x="5813989" y="1056223"/>
                  </a:cubicBezTo>
                  <a:cubicBezTo>
                    <a:pt x="5890982" y="1144158"/>
                    <a:pt x="5970580" y="1235066"/>
                    <a:pt x="6050441" y="1323845"/>
                  </a:cubicBezTo>
                  <a:lnTo>
                    <a:pt x="6057336" y="1331515"/>
                  </a:lnTo>
                  <a:cubicBezTo>
                    <a:pt x="6217006" y="1509039"/>
                    <a:pt x="6382110" y="1692596"/>
                    <a:pt x="6576187" y="1853883"/>
                  </a:cubicBezTo>
                  <a:cubicBezTo>
                    <a:pt x="6703806" y="1959937"/>
                    <a:pt x="6831583" y="2058286"/>
                    <a:pt x="6991481" y="2096545"/>
                  </a:cubicBezTo>
                  <a:cubicBezTo>
                    <a:pt x="7071800" y="2115754"/>
                    <a:pt x="7154669" y="2114452"/>
                    <a:pt x="7237784" y="2092675"/>
                  </a:cubicBezTo>
                  <a:cubicBezTo>
                    <a:pt x="7470489" y="2032199"/>
                    <a:pt x="7678568" y="1825721"/>
                    <a:pt x="7830515" y="1674970"/>
                  </a:cubicBezTo>
                  <a:cubicBezTo>
                    <a:pt x="7850463" y="1655181"/>
                    <a:pt x="7869284" y="1636500"/>
                    <a:pt x="7887438" y="1618839"/>
                  </a:cubicBezTo>
                  <a:cubicBezTo>
                    <a:pt x="8082745" y="1428843"/>
                    <a:pt x="8258914" y="1215206"/>
                    <a:pt x="8429279" y="1008623"/>
                  </a:cubicBezTo>
                  <a:cubicBezTo>
                    <a:pt x="8589846" y="813913"/>
                    <a:pt x="8755882" y="612572"/>
                    <a:pt x="8939176" y="429085"/>
                  </a:cubicBezTo>
                  <a:cubicBezTo>
                    <a:pt x="8959493" y="408733"/>
                    <a:pt x="8981816" y="385232"/>
                    <a:pt x="9005439" y="360341"/>
                  </a:cubicBezTo>
                  <a:cubicBezTo>
                    <a:pt x="9089152" y="272142"/>
                    <a:pt x="9193324" y="162377"/>
                    <a:pt x="9308876" y="87389"/>
                  </a:cubicBezTo>
                  <a:cubicBezTo>
                    <a:pt x="9371604" y="46684"/>
                    <a:pt x="9432573" y="19894"/>
                    <a:pt x="9490058" y="7774"/>
                  </a:cubicBezTo>
                  <a:cubicBezTo>
                    <a:pt x="9556551" y="-6228"/>
                    <a:pt x="9621232" y="-1303"/>
                    <a:pt x="9682270" y="22445"/>
                  </a:cubicBezTo>
                  <a:cubicBezTo>
                    <a:pt x="9776168" y="58963"/>
                    <a:pt x="9847410" y="126651"/>
                    <a:pt x="9916295" y="192105"/>
                  </a:cubicBezTo>
                  <a:cubicBezTo>
                    <a:pt x="9955417" y="229292"/>
                    <a:pt x="9992374" y="264402"/>
                    <a:pt x="10032375" y="293040"/>
                  </a:cubicBezTo>
                  <a:cubicBezTo>
                    <a:pt x="10085938" y="331405"/>
                    <a:pt x="10171393" y="374977"/>
                    <a:pt x="10270340" y="425426"/>
                  </a:cubicBezTo>
                  <a:cubicBezTo>
                    <a:pt x="10432806" y="508278"/>
                    <a:pt x="10635009" y="611376"/>
                    <a:pt x="10806868" y="746911"/>
                  </a:cubicBezTo>
                  <a:cubicBezTo>
                    <a:pt x="10900098" y="820439"/>
                    <a:pt x="10976283" y="897609"/>
                    <a:pt x="11033294" y="976274"/>
                  </a:cubicBezTo>
                  <a:cubicBezTo>
                    <a:pt x="11099206" y="1067199"/>
                    <a:pt x="11142408" y="1163947"/>
                    <a:pt x="11161705" y="1263809"/>
                  </a:cubicBezTo>
                  <a:lnTo>
                    <a:pt x="11157448" y="1264636"/>
                  </a:lnTo>
                  <a:cubicBezTo>
                    <a:pt x="11075582" y="840862"/>
                    <a:pt x="10589819" y="593187"/>
                    <a:pt x="10268369" y="429279"/>
                  </a:cubicBezTo>
                  <a:cubicBezTo>
                    <a:pt x="10169282" y="378758"/>
                    <a:pt x="10083687" y="335116"/>
                    <a:pt x="10029859" y="296558"/>
                  </a:cubicBezTo>
                  <a:cubicBezTo>
                    <a:pt x="9989612" y="267745"/>
                    <a:pt x="9952549" y="232528"/>
                    <a:pt x="9913322" y="195236"/>
                  </a:cubicBezTo>
                  <a:cubicBezTo>
                    <a:pt x="9844736" y="130063"/>
                    <a:pt x="9773830" y="62674"/>
                    <a:pt x="9680723" y="26473"/>
                  </a:cubicBezTo>
                  <a:cubicBezTo>
                    <a:pt x="9567106" y="-17715"/>
                    <a:pt x="9446240" y="3394"/>
                    <a:pt x="9311251" y="91013"/>
                  </a:cubicBezTo>
                  <a:cubicBezTo>
                    <a:pt x="9196138" y="165720"/>
                    <a:pt x="9092161" y="275273"/>
                    <a:pt x="9008606" y="363314"/>
                  </a:cubicBezTo>
                  <a:cubicBezTo>
                    <a:pt x="8984964" y="388222"/>
                    <a:pt x="8962624" y="411758"/>
                    <a:pt x="8942271" y="432128"/>
                  </a:cubicBezTo>
                  <a:cubicBezTo>
                    <a:pt x="8759137" y="615457"/>
                    <a:pt x="8593170" y="816728"/>
                    <a:pt x="8432656" y="1011349"/>
                  </a:cubicBezTo>
                  <a:cubicBezTo>
                    <a:pt x="8262222" y="1218038"/>
                    <a:pt x="8085983" y="1431746"/>
                    <a:pt x="7890498" y="1621917"/>
                  </a:cubicBezTo>
                  <a:cubicBezTo>
                    <a:pt x="7872362" y="1639560"/>
                    <a:pt x="7853541" y="1658241"/>
                    <a:pt x="7833594" y="1678013"/>
                  </a:cubicBezTo>
                  <a:cubicBezTo>
                    <a:pt x="7754858" y="1756133"/>
                    <a:pt x="7665604" y="1844683"/>
                    <a:pt x="7565689" y="1922451"/>
                  </a:cubicBezTo>
                  <a:cubicBezTo>
                    <a:pt x="7449592" y="2012814"/>
                    <a:pt x="7342694" y="2069842"/>
                    <a:pt x="7238910" y="2096826"/>
                  </a:cubicBezTo>
                  <a:cubicBezTo>
                    <a:pt x="7194371" y="2108524"/>
                    <a:pt x="7149884" y="2114364"/>
                    <a:pt x="7105838" y="2114364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任意多边形: 形状 1398"/>
            <p:cNvSpPr/>
            <p:nvPr>
              <p:custDataLst>
                <p:tags r:id="rId18"/>
              </p:custDataLst>
            </p:nvPr>
          </p:nvSpPr>
          <p:spPr>
            <a:xfrm>
              <a:off x="950117" y="2747436"/>
              <a:ext cx="11240932" cy="2225361"/>
            </a:xfrm>
            <a:custGeom>
              <a:avLst/>
              <a:gdLst>
                <a:gd name="connsiteX0" fmla="*/ 7222674 w 11240932"/>
                <a:gd name="connsiteY0" fmla="*/ 2225361 h 2225361"/>
                <a:gd name="connsiteX1" fmla="*/ 7103692 w 11240932"/>
                <a:gd name="connsiteY1" fmla="*/ 2210656 h 2225361"/>
                <a:gd name="connsiteX2" fmla="*/ 6871831 w 11240932"/>
                <a:gd name="connsiteY2" fmla="*/ 2103142 h 2225361"/>
                <a:gd name="connsiteX3" fmla="*/ 6680516 w 11240932"/>
                <a:gd name="connsiteY3" fmla="*/ 1950756 h 2225361"/>
                <a:gd name="connsiteX4" fmla="*/ 6162299 w 11240932"/>
                <a:gd name="connsiteY4" fmla="*/ 1396847 h 2225361"/>
                <a:gd name="connsiteX5" fmla="*/ 6153996 w 11240932"/>
                <a:gd name="connsiteY5" fmla="*/ 1387032 h 2225361"/>
                <a:gd name="connsiteX6" fmla="*/ 5934326 w 11240932"/>
                <a:gd name="connsiteY6" fmla="*/ 1123103 h 2225361"/>
                <a:gd name="connsiteX7" fmla="*/ 5642006 w 11240932"/>
                <a:gd name="connsiteY7" fmla="*/ 774089 h 2225361"/>
                <a:gd name="connsiteX8" fmla="*/ 5115961 w 11240932"/>
                <a:gd name="connsiteY8" fmla="*/ 245898 h 2225361"/>
                <a:gd name="connsiteX9" fmla="*/ 4667966 w 11240932"/>
                <a:gd name="connsiteY9" fmla="*/ 55586 h 2225361"/>
                <a:gd name="connsiteX10" fmla="*/ 4054337 w 11240932"/>
                <a:gd name="connsiteY10" fmla="*/ 567119 h 2225361"/>
                <a:gd name="connsiteX11" fmla="*/ 3836355 w 11240932"/>
                <a:gd name="connsiteY11" fmla="*/ 932510 h 2225361"/>
                <a:gd name="connsiteX12" fmla="*/ 3495749 w 11240932"/>
                <a:gd name="connsiteY12" fmla="*/ 1309985 h 2225361"/>
                <a:gd name="connsiteX13" fmla="*/ 2945605 w 11240932"/>
                <a:gd name="connsiteY13" fmla="*/ 1646141 h 2225361"/>
                <a:gd name="connsiteX14" fmla="*/ 2099079 w 11240932"/>
                <a:gd name="connsiteY14" fmla="*/ 1887729 h 2225361"/>
                <a:gd name="connsiteX15" fmla="*/ 1387805 w 11240932"/>
                <a:gd name="connsiteY15" fmla="*/ 2020995 h 2225361"/>
                <a:gd name="connsiteX16" fmla="*/ 1272112 w 11240932"/>
                <a:gd name="connsiteY16" fmla="*/ 2043475 h 2225361"/>
                <a:gd name="connsiteX17" fmla="*/ 640964 w 11240932"/>
                <a:gd name="connsiteY17" fmla="*/ 2037213 h 2225361"/>
                <a:gd name="connsiteX18" fmla="*/ 129326 w 11240932"/>
                <a:gd name="connsiteY18" fmla="*/ 1873744 h 2225361"/>
                <a:gd name="connsiteX19" fmla="*/ 0 w 11240932"/>
                <a:gd name="connsiteY19" fmla="*/ 1824667 h 2225361"/>
                <a:gd name="connsiteX20" fmla="*/ 1478 w 11240932"/>
                <a:gd name="connsiteY20" fmla="*/ 1820656 h 2225361"/>
                <a:gd name="connsiteX21" fmla="*/ 130874 w 11240932"/>
                <a:gd name="connsiteY21" fmla="*/ 1869769 h 2225361"/>
                <a:gd name="connsiteX22" fmla="*/ 1271303 w 11240932"/>
                <a:gd name="connsiteY22" fmla="*/ 2039289 h 2225361"/>
                <a:gd name="connsiteX23" fmla="*/ 1386996 w 11240932"/>
                <a:gd name="connsiteY23" fmla="*/ 2016808 h 2225361"/>
                <a:gd name="connsiteX24" fmla="*/ 2098358 w 11240932"/>
                <a:gd name="connsiteY24" fmla="*/ 1883525 h 2225361"/>
                <a:gd name="connsiteX25" fmla="*/ 4050573 w 11240932"/>
                <a:gd name="connsiteY25" fmla="*/ 565096 h 2225361"/>
                <a:gd name="connsiteX26" fmla="*/ 4293586 w 11240932"/>
                <a:gd name="connsiteY26" fmla="*/ 195730 h 2225361"/>
                <a:gd name="connsiteX27" fmla="*/ 4668018 w 11240932"/>
                <a:gd name="connsiteY27" fmla="*/ 51312 h 2225361"/>
                <a:gd name="connsiteX28" fmla="*/ 4906950 w 11240932"/>
                <a:gd name="connsiteY28" fmla="*/ 110557 h 2225361"/>
                <a:gd name="connsiteX29" fmla="*/ 5118547 w 11240932"/>
                <a:gd name="connsiteY29" fmla="*/ 242504 h 2225361"/>
                <a:gd name="connsiteX30" fmla="*/ 5645243 w 11240932"/>
                <a:gd name="connsiteY30" fmla="*/ 771293 h 2225361"/>
                <a:gd name="connsiteX31" fmla="*/ 5937615 w 11240932"/>
                <a:gd name="connsiteY31" fmla="*/ 1120377 h 2225361"/>
                <a:gd name="connsiteX32" fmla="*/ 6157250 w 11240932"/>
                <a:gd name="connsiteY32" fmla="*/ 1384270 h 2225361"/>
                <a:gd name="connsiteX33" fmla="*/ 6165553 w 11240932"/>
                <a:gd name="connsiteY33" fmla="*/ 1394086 h 2225361"/>
                <a:gd name="connsiteX34" fmla="*/ 6683331 w 11240932"/>
                <a:gd name="connsiteY34" fmla="*/ 1947554 h 2225361"/>
                <a:gd name="connsiteX35" fmla="*/ 7104712 w 11240932"/>
                <a:gd name="connsiteY35" fmla="*/ 2206504 h 2225361"/>
                <a:gd name="connsiteX36" fmla="*/ 7356996 w 11240932"/>
                <a:gd name="connsiteY36" fmla="*/ 2202793 h 2225361"/>
                <a:gd name="connsiteX37" fmla="*/ 7960245 w 11240932"/>
                <a:gd name="connsiteY37" fmla="*/ 1757981 h 2225361"/>
                <a:gd name="connsiteX38" fmla="*/ 8014336 w 11240932"/>
                <a:gd name="connsiteY38" fmla="*/ 1701814 h 2225361"/>
                <a:gd name="connsiteX39" fmla="*/ 8554770 w 11240932"/>
                <a:gd name="connsiteY39" fmla="*/ 1061625 h 2225361"/>
                <a:gd name="connsiteX40" fmla="*/ 9066813 w 11240932"/>
                <a:gd name="connsiteY40" fmla="*/ 450107 h 2225361"/>
                <a:gd name="connsiteX41" fmla="*/ 9129769 w 11240932"/>
                <a:gd name="connsiteY41" fmla="*/ 381662 h 2225361"/>
                <a:gd name="connsiteX42" fmla="*/ 9821482 w 11240932"/>
                <a:gd name="connsiteY42" fmla="*/ 25155 h 2225361"/>
                <a:gd name="connsiteX43" fmla="*/ 10061329 w 11240932"/>
                <a:gd name="connsiteY43" fmla="*/ 211087 h 2225361"/>
                <a:gd name="connsiteX44" fmla="*/ 10173855 w 11240932"/>
                <a:gd name="connsiteY44" fmla="*/ 316964 h 2225361"/>
                <a:gd name="connsiteX45" fmla="*/ 10414195 w 11240932"/>
                <a:gd name="connsiteY45" fmla="*/ 462227 h 2225361"/>
                <a:gd name="connsiteX46" fmla="*/ 10911902 w 11240932"/>
                <a:gd name="connsiteY46" fmla="*/ 781478 h 2225361"/>
                <a:gd name="connsiteX47" fmla="*/ 11120701 w 11240932"/>
                <a:gd name="connsiteY47" fmla="*/ 1002960 h 2225361"/>
                <a:gd name="connsiteX48" fmla="*/ 11240932 w 11240932"/>
                <a:gd name="connsiteY48" fmla="*/ 1276510 h 2225361"/>
                <a:gd name="connsiteX49" fmla="*/ 11236746 w 11240932"/>
                <a:gd name="connsiteY49" fmla="*/ 1277355 h 2225361"/>
                <a:gd name="connsiteX50" fmla="*/ 10412137 w 11240932"/>
                <a:gd name="connsiteY50" fmla="*/ 465974 h 2225361"/>
                <a:gd name="connsiteX51" fmla="*/ 10171217 w 11240932"/>
                <a:gd name="connsiteY51" fmla="*/ 320324 h 2225361"/>
                <a:gd name="connsiteX52" fmla="*/ 10058268 w 11240932"/>
                <a:gd name="connsiteY52" fmla="*/ 214077 h 2225361"/>
                <a:gd name="connsiteX53" fmla="*/ 9819846 w 11240932"/>
                <a:gd name="connsiteY53" fmla="*/ 29113 h 2225361"/>
                <a:gd name="connsiteX54" fmla="*/ 9132935 w 11240932"/>
                <a:gd name="connsiteY54" fmla="*/ 384547 h 2225361"/>
                <a:gd name="connsiteX55" fmla="*/ 9069908 w 11240932"/>
                <a:gd name="connsiteY55" fmla="*/ 453062 h 2225361"/>
                <a:gd name="connsiteX56" fmla="*/ 8558129 w 11240932"/>
                <a:gd name="connsiteY56" fmla="*/ 1064281 h 2225361"/>
                <a:gd name="connsiteX57" fmla="*/ 8017397 w 11240932"/>
                <a:gd name="connsiteY57" fmla="*/ 1704805 h 2225361"/>
                <a:gd name="connsiteX58" fmla="*/ 7963341 w 11240932"/>
                <a:gd name="connsiteY58" fmla="*/ 1760936 h 2225361"/>
                <a:gd name="connsiteX59" fmla="*/ 7358104 w 11240932"/>
                <a:gd name="connsiteY59" fmla="*/ 2206927 h 2225361"/>
                <a:gd name="connsiteX60" fmla="*/ 7222674 w 11240932"/>
                <a:gd name="connsiteY60" fmla="*/ 2225361 h 2225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1240932" h="2225361">
                  <a:moveTo>
                    <a:pt x="7222674" y="2225361"/>
                  </a:moveTo>
                  <a:cubicBezTo>
                    <a:pt x="7182603" y="2225361"/>
                    <a:pt x="7142865" y="2220454"/>
                    <a:pt x="7103692" y="2210656"/>
                  </a:cubicBezTo>
                  <a:cubicBezTo>
                    <a:pt x="7027068" y="2191465"/>
                    <a:pt x="6951217" y="2156301"/>
                    <a:pt x="6871831" y="2103142"/>
                  </a:cubicBezTo>
                  <a:cubicBezTo>
                    <a:pt x="6801486" y="2056035"/>
                    <a:pt x="6738741" y="2002032"/>
                    <a:pt x="6680516" y="1950756"/>
                  </a:cubicBezTo>
                  <a:cubicBezTo>
                    <a:pt x="6485912" y="1779389"/>
                    <a:pt x="6321405" y="1584908"/>
                    <a:pt x="6162299" y="1396847"/>
                  </a:cubicBezTo>
                  <a:lnTo>
                    <a:pt x="6153996" y="1387032"/>
                  </a:lnTo>
                  <a:cubicBezTo>
                    <a:pt x="6079887" y="1299449"/>
                    <a:pt x="6005884" y="1209790"/>
                    <a:pt x="5934326" y="1123103"/>
                  </a:cubicBezTo>
                  <a:cubicBezTo>
                    <a:pt x="5839425" y="1008149"/>
                    <a:pt x="5741305" y="889272"/>
                    <a:pt x="5642006" y="774089"/>
                  </a:cubicBezTo>
                  <a:cubicBezTo>
                    <a:pt x="5499945" y="609266"/>
                    <a:pt x="5323125" y="404125"/>
                    <a:pt x="5115961" y="245898"/>
                  </a:cubicBezTo>
                  <a:cubicBezTo>
                    <a:pt x="4948605" y="118086"/>
                    <a:pt x="4806244" y="57609"/>
                    <a:pt x="4667966" y="55586"/>
                  </a:cubicBezTo>
                  <a:cubicBezTo>
                    <a:pt x="4335065" y="50661"/>
                    <a:pt x="4217331" y="267324"/>
                    <a:pt x="4054337" y="567119"/>
                  </a:cubicBezTo>
                  <a:cubicBezTo>
                    <a:pt x="3993526" y="678978"/>
                    <a:pt x="3924607" y="805752"/>
                    <a:pt x="3836355" y="932510"/>
                  </a:cubicBezTo>
                  <a:cubicBezTo>
                    <a:pt x="3735122" y="1077913"/>
                    <a:pt x="3623721" y="1201381"/>
                    <a:pt x="3495749" y="1309985"/>
                  </a:cubicBezTo>
                  <a:cubicBezTo>
                    <a:pt x="3338420" y="1443497"/>
                    <a:pt x="3158469" y="1553456"/>
                    <a:pt x="2945605" y="1646141"/>
                  </a:cubicBezTo>
                  <a:cubicBezTo>
                    <a:pt x="2704404" y="1751156"/>
                    <a:pt x="2419596" y="1832424"/>
                    <a:pt x="2099079" y="1887729"/>
                  </a:cubicBezTo>
                  <a:cubicBezTo>
                    <a:pt x="1868379" y="1927536"/>
                    <a:pt x="1634952" y="1972937"/>
                    <a:pt x="1387805" y="2020995"/>
                  </a:cubicBezTo>
                  <a:cubicBezTo>
                    <a:pt x="1349493" y="2028453"/>
                    <a:pt x="1310935" y="2035947"/>
                    <a:pt x="1272112" y="2043475"/>
                  </a:cubicBezTo>
                  <a:cubicBezTo>
                    <a:pt x="1063805" y="2083881"/>
                    <a:pt x="857363" y="2081840"/>
                    <a:pt x="640964" y="2037213"/>
                  </a:cubicBezTo>
                  <a:cubicBezTo>
                    <a:pt x="452305" y="1998321"/>
                    <a:pt x="280710" y="1932127"/>
                    <a:pt x="129326" y="1873744"/>
                  </a:cubicBezTo>
                  <a:cubicBezTo>
                    <a:pt x="84417" y="1856417"/>
                    <a:pt x="41989" y="1840059"/>
                    <a:pt x="0" y="1824667"/>
                  </a:cubicBezTo>
                  <a:lnTo>
                    <a:pt x="1478" y="1820656"/>
                  </a:lnTo>
                  <a:cubicBezTo>
                    <a:pt x="43501" y="1836066"/>
                    <a:pt x="85947" y="1852442"/>
                    <a:pt x="130874" y="1869769"/>
                  </a:cubicBezTo>
                  <a:cubicBezTo>
                    <a:pt x="446835" y="1991636"/>
                    <a:pt x="804943" y="2129757"/>
                    <a:pt x="1271303" y="2039289"/>
                  </a:cubicBezTo>
                  <a:cubicBezTo>
                    <a:pt x="1310126" y="2031760"/>
                    <a:pt x="1348684" y="2024267"/>
                    <a:pt x="1386996" y="2016808"/>
                  </a:cubicBezTo>
                  <a:cubicBezTo>
                    <a:pt x="1634161" y="1968733"/>
                    <a:pt x="1867622" y="1923332"/>
                    <a:pt x="2098358" y="1883525"/>
                  </a:cubicBezTo>
                  <a:cubicBezTo>
                    <a:pt x="3461659" y="1648304"/>
                    <a:pt x="3802054" y="1022239"/>
                    <a:pt x="4050573" y="565096"/>
                  </a:cubicBezTo>
                  <a:cubicBezTo>
                    <a:pt x="4131454" y="416316"/>
                    <a:pt x="4201306" y="287834"/>
                    <a:pt x="4293586" y="195730"/>
                  </a:cubicBezTo>
                  <a:cubicBezTo>
                    <a:pt x="4394573" y="94936"/>
                    <a:pt x="4513591" y="49060"/>
                    <a:pt x="4668018" y="51312"/>
                  </a:cubicBezTo>
                  <a:cubicBezTo>
                    <a:pt x="4744291" y="52438"/>
                    <a:pt x="4824679" y="72368"/>
                    <a:pt x="4906950" y="110557"/>
                  </a:cubicBezTo>
                  <a:cubicBezTo>
                    <a:pt x="4973566" y="141481"/>
                    <a:pt x="5042784" y="184648"/>
                    <a:pt x="5118547" y="242504"/>
                  </a:cubicBezTo>
                  <a:cubicBezTo>
                    <a:pt x="5326080" y="400994"/>
                    <a:pt x="5503041" y="606311"/>
                    <a:pt x="5645243" y="771293"/>
                  </a:cubicBezTo>
                  <a:cubicBezTo>
                    <a:pt x="5744559" y="886511"/>
                    <a:pt x="5842696" y="1005405"/>
                    <a:pt x="5937615" y="1120377"/>
                  </a:cubicBezTo>
                  <a:cubicBezTo>
                    <a:pt x="6009173" y="1207063"/>
                    <a:pt x="6083159" y="1296687"/>
                    <a:pt x="6157250" y="1384270"/>
                  </a:cubicBezTo>
                  <a:lnTo>
                    <a:pt x="6165553" y="1394086"/>
                  </a:lnTo>
                  <a:cubicBezTo>
                    <a:pt x="6324554" y="1582041"/>
                    <a:pt x="6488955" y="1776381"/>
                    <a:pt x="6683331" y="1947554"/>
                  </a:cubicBezTo>
                  <a:cubicBezTo>
                    <a:pt x="6811654" y="2060556"/>
                    <a:pt x="6940434" y="2165378"/>
                    <a:pt x="7104712" y="2206504"/>
                  </a:cubicBezTo>
                  <a:cubicBezTo>
                    <a:pt x="7187053" y="2227121"/>
                    <a:pt x="7271927" y="2225872"/>
                    <a:pt x="7356996" y="2202793"/>
                  </a:cubicBezTo>
                  <a:cubicBezTo>
                    <a:pt x="7595945" y="2138429"/>
                    <a:pt x="7806504" y="1918547"/>
                    <a:pt x="7960245" y="1757981"/>
                  </a:cubicBezTo>
                  <a:cubicBezTo>
                    <a:pt x="7979191" y="1738192"/>
                    <a:pt x="7997097" y="1719493"/>
                    <a:pt x="8014336" y="1701814"/>
                  </a:cubicBezTo>
                  <a:cubicBezTo>
                    <a:pt x="8209644" y="1501546"/>
                    <a:pt x="8385092" y="1277900"/>
                    <a:pt x="8554770" y="1061625"/>
                  </a:cubicBezTo>
                  <a:cubicBezTo>
                    <a:pt x="8715776" y="856413"/>
                    <a:pt x="8882253" y="644201"/>
                    <a:pt x="9066813" y="450107"/>
                  </a:cubicBezTo>
                  <a:cubicBezTo>
                    <a:pt x="9086092" y="429843"/>
                    <a:pt x="9107306" y="406430"/>
                    <a:pt x="9129769" y="381662"/>
                  </a:cubicBezTo>
                  <a:cubicBezTo>
                    <a:pt x="9298551" y="195484"/>
                    <a:pt x="9553614" y="-85842"/>
                    <a:pt x="9821482" y="25155"/>
                  </a:cubicBezTo>
                  <a:cubicBezTo>
                    <a:pt x="9918828" y="65508"/>
                    <a:pt x="9991266" y="139511"/>
                    <a:pt x="10061329" y="211087"/>
                  </a:cubicBezTo>
                  <a:cubicBezTo>
                    <a:pt x="10099254" y="249821"/>
                    <a:pt x="10135068" y="286427"/>
                    <a:pt x="10173855" y="316964"/>
                  </a:cubicBezTo>
                  <a:cubicBezTo>
                    <a:pt x="10227700" y="359357"/>
                    <a:pt x="10314123" y="407028"/>
                    <a:pt x="10414195" y="462227"/>
                  </a:cubicBezTo>
                  <a:cubicBezTo>
                    <a:pt x="10565404" y="545624"/>
                    <a:pt x="10753569" y="649425"/>
                    <a:pt x="10911902" y="781478"/>
                  </a:cubicBezTo>
                  <a:cubicBezTo>
                    <a:pt x="10998851" y="854003"/>
                    <a:pt x="11067155" y="926459"/>
                    <a:pt x="11120701" y="1002960"/>
                  </a:cubicBezTo>
                  <a:cubicBezTo>
                    <a:pt x="11181600" y="1089963"/>
                    <a:pt x="11222041" y="1182014"/>
                    <a:pt x="11240932" y="1276510"/>
                  </a:cubicBezTo>
                  <a:lnTo>
                    <a:pt x="11236746" y="1277355"/>
                  </a:lnTo>
                  <a:cubicBezTo>
                    <a:pt x="11156674" y="876660"/>
                    <a:pt x="10726357" y="639293"/>
                    <a:pt x="10412137" y="465974"/>
                  </a:cubicBezTo>
                  <a:cubicBezTo>
                    <a:pt x="10311906" y="410687"/>
                    <a:pt x="10225343" y="362928"/>
                    <a:pt x="10171217" y="320324"/>
                  </a:cubicBezTo>
                  <a:cubicBezTo>
                    <a:pt x="10132201" y="289611"/>
                    <a:pt x="10096299" y="252917"/>
                    <a:pt x="10058268" y="214077"/>
                  </a:cubicBezTo>
                  <a:cubicBezTo>
                    <a:pt x="9988522" y="142818"/>
                    <a:pt x="9916383" y="69113"/>
                    <a:pt x="9819846" y="29113"/>
                  </a:cubicBezTo>
                  <a:cubicBezTo>
                    <a:pt x="9554757" y="-80740"/>
                    <a:pt x="9300908" y="199266"/>
                    <a:pt x="9132935" y="384547"/>
                  </a:cubicBezTo>
                  <a:cubicBezTo>
                    <a:pt x="9110455" y="409350"/>
                    <a:pt x="9089223" y="432763"/>
                    <a:pt x="9069908" y="453062"/>
                  </a:cubicBezTo>
                  <a:cubicBezTo>
                    <a:pt x="8885489" y="647015"/>
                    <a:pt x="8719066" y="859140"/>
                    <a:pt x="8558129" y="1064281"/>
                  </a:cubicBezTo>
                  <a:cubicBezTo>
                    <a:pt x="8388381" y="1280644"/>
                    <a:pt x="8212863" y="1504378"/>
                    <a:pt x="8017397" y="1704805"/>
                  </a:cubicBezTo>
                  <a:cubicBezTo>
                    <a:pt x="8000175" y="1722466"/>
                    <a:pt x="7982286" y="1741147"/>
                    <a:pt x="7963341" y="1760936"/>
                  </a:cubicBezTo>
                  <a:cubicBezTo>
                    <a:pt x="7809248" y="1921855"/>
                    <a:pt x="7598215" y="2142246"/>
                    <a:pt x="7358104" y="2206927"/>
                  </a:cubicBezTo>
                  <a:cubicBezTo>
                    <a:pt x="7312825" y="2219222"/>
                    <a:pt x="7267548" y="2225361"/>
                    <a:pt x="7222674" y="222536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" name="任意多边形: 形状 1399"/>
            <p:cNvSpPr/>
            <p:nvPr>
              <p:custDataLst>
                <p:tags r:id="rId19"/>
              </p:custDataLst>
            </p:nvPr>
          </p:nvSpPr>
          <p:spPr>
            <a:xfrm>
              <a:off x="870889" y="2684806"/>
              <a:ext cx="11320143" cy="2336171"/>
            </a:xfrm>
            <a:custGeom>
              <a:avLst/>
              <a:gdLst>
                <a:gd name="connsiteX0" fmla="*/ 7339440 w 11320143"/>
                <a:gd name="connsiteY0" fmla="*/ 2336172 h 2336171"/>
                <a:gd name="connsiteX1" fmla="*/ 7216886 w 11320143"/>
                <a:gd name="connsiteY1" fmla="*/ 2320376 h 2336171"/>
                <a:gd name="connsiteX2" fmla="*/ 6787607 w 11320143"/>
                <a:gd name="connsiteY2" fmla="*/ 2044134 h 2336171"/>
                <a:gd name="connsiteX3" fmla="*/ 6269918 w 11320143"/>
                <a:gd name="connsiteY3" fmla="*/ 1458598 h 2336171"/>
                <a:gd name="connsiteX4" fmla="*/ 6260771 w 11320143"/>
                <a:gd name="connsiteY4" fmla="*/ 1447129 h 2336171"/>
                <a:gd name="connsiteX5" fmla="*/ 6055577 w 11320143"/>
                <a:gd name="connsiteY5" fmla="*/ 1186208 h 2336171"/>
                <a:gd name="connsiteX6" fmla="*/ 5749871 w 11320143"/>
                <a:gd name="connsiteY6" fmla="*/ 800940 h 2336171"/>
                <a:gd name="connsiteX7" fmla="*/ 5220220 w 11320143"/>
                <a:gd name="connsiteY7" fmla="*/ 246979 h 2336171"/>
                <a:gd name="connsiteX8" fmla="*/ 4762708 w 11320143"/>
                <a:gd name="connsiteY8" fmla="*/ 50563 h 2336171"/>
                <a:gd name="connsiteX9" fmla="*/ 4762497 w 11320143"/>
                <a:gd name="connsiteY9" fmla="*/ 50563 h 2336171"/>
                <a:gd name="connsiteX10" fmla="*/ 4175395 w 11320143"/>
                <a:gd name="connsiteY10" fmla="*/ 595922 h 2336171"/>
                <a:gd name="connsiteX11" fmla="*/ 3964907 w 11320143"/>
                <a:gd name="connsiteY11" fmla="*/ 993539 h 2336171"/>
                <a:gd name="connsiteX12" fmla="*/ 3624706 w 11320143"/>
                <a:gd name="connsiteY12" fmla="*/ 1404137 h 2336171"/>
                <a:gd name="connsiteX13" fmla="*/ 3059944 w 11320143"/>
                <a:gd name="connsiteY13" fmla="*/ 1767804 h 2336171"/>
                <a:gd name="connsiteX14" fmla="*/ 2175949 w 11320143"/>
                <a:gd name="connsiteY14" fmla="*/ 2024802 h 2336171"/>
                <a:gd name="connsiteX15" fmla="*/ 1760619 w 11320143"/>
                <a:gd name="connsiteY15" fmla="*/ 2097697 h 2336171"/>
                <a:gd name="connsiteX16" fmla="*/ 1325447 w 11320143"/>
                <a:gd name="connsiteY16" fmla="*/ 2174128 h 2336171"/>
                <a:gd name="connsiteX17" fmla="*/ 665731 w 11320143"/>
                <a:gd name="connsiteY17" fmla="*/ 2142043 h 2336171"/>
                <a:gd name="connsiteX18" fmla="*/ 128464 w 11320143"/>
                <a:gd name="connsiteY18" fmla="*/ 1937623 h 2336171"/>
                <a:gd name="connsiteX19" fmla="*/ 0 w 11320143"/>
                <a:gd name="connsiteY19" fmla="*/ 1880436 h 2336171"/>
                <a:gd name="connsiteX20" fmla="*/ 1671 w 11320143"/>
                <a:gd name="connsiteY20" fmla="*/ 1876566 h 2336171"/>
                <a:gd name="connsiteX21" fmla="*/ 130188 w 11320143"/>
                <a:gd name="connsiteY21" fmla="*/ 1933771 h 2336171"/>
                <a:gd name="connsiteX22" fmla="*/ 1324726 w 11320143"/>
                <a:gd name="connsiteY22" fmla="*/ 2169959 h 2336171"/>
                <a:gd name="connsiteX23" fmla="*/ 1759863 w 11320143"/>
                <a:gd name="connsiteY23" fmla="*/ 2093528 h 2336171"/>
                <a:gd name="connsiteX24" fmla="*/ 2175228 w 11320143"/>
                <a:gd name="connsiteY24" fmla="*/ 2020615 h 2336171"/>
                <a:gd name="connsiteX25" fmla="*/ 4171578 w 11320143"/>
                <a:gd name="connsiteY25" fmla="*/ 594093 h 2336171"/>
                <a:gd name="connsiteX26" fmla="*/ 4399182 w 11320143"/>
                <a:gd name="connsiteY26" fmla="*/ 203583 h 2336171"/>
                <a:gd name="connsiteX27" fmla="*/ 4762462 w 11320143"/>
                <a:gd name="connsiteY27" fmla="*/ 46341 h 2336171"/>
                <a:gd name="connsiteX28" fmla="*/ 4762655 w 11320143"/>
                <a:gd name="connsiteY28" fmla="*/ 46341 h 2336171"/>
                <a:gd name="connsiteX29" fmla="*/ 5007340 w 11320143"/>
                <a:gd name="connsiteY29" fmla="*/ 106096 h 2336171"/>
                <a:gd name="connsiteX30" fmla="*/ 5222771 w 11320143"/>
                <a:gd name="connsiteY30" fmla="*/ 243654 h 2336171"/>
                <a:gd name="connsiteX31" fmla="*/ 5753090 w 11320143"/>
                <a:gd name="connsiteY31" fmla="*/ 798249 h 2336171"/>
                <a:gd name="connsiteX32" fmla="*/ 6058867 w 11320143"/>
                <a:gd name="connsiteY32" fmla="*/ 1183605 h 2336171"/>
                <a:gd name="connsiteX33" fmla="*/ 6264025 w 11320143"/>
                <a:gd name="connsiteY33" fmla="*/ 1444490 h 2336171"/>
                <a:gd name="connsiteX34" fmla="*/ 6273172 w 11320143"/>
                <a:gd name="connsiteY34" fmla="*/ 1455941 h 2336171"/>
                <a:gd name="connsiteX35" fmla="*/ 6790440 w 11320143"/>
                <a:gd name="connsiteY35" fmla="*/ 2041020 h 2336171"/>
                <a:gd name="connsiteX36" fmla="*/ 7217925 w 11320143"/>
                <a:gd name="connsiteY36" fmla="*/ 2316277 h 2336171"/>
                <a:gd name="connsiteX37" fmla="*/ 7476172 w 11320143"/>
                <a:gd name="connsiteY37" fmla="*/ 2312706 h 2336171"/>
                <a:gd name="connsiteX38" fmla="*/ 8090098 w 11320143"/>
                <a:gd name="connsiteY38" fmla="*/ 1840312 h 2336171"/>
                <a:gd name="connsiteX39" fmla="*/ 8141199 w 11320143"/>
                <a:gd name="connsiteY39" fmla="*/ 1784585 h 2336171"/>
                <a:gd name="connsiteX40" fmla="*/ 8680507 w 11320143"/>
                <a:gd name="connsiteY40" fmla="*/ 1114316 h 2336171"/>
                <a:gd name="connsiteX41" fmla="*/ 9194432 w 11320143"/>
                <a:gd name="connsiteY41" fmla="*/ 470942 h 2336171"/>
                <a:gd name="connsiteX42" fmla="*/ 9254029 w 11320143"/>
                <a:gd name="connsiteY42" fmla="*/ 403165 h 2336171"/>
                <a:gd name="connsiteX43" fmla="*/ 9566701 w 11320143"/>
                <a:gd name="connsiteY43" fmla="*/ 97530 h 2336171"/>
                <a:gd name="connsiteX44" fmla="*/ 9757259 w 11320143"/>
                <a:gd name="connsiteY44" fmla="*/ 8082 h 2336171"/>
                <a:gd name="connsiteX45" fmla="*/ 9960658 w 11320143"/>
                <a:gd name="connsiteY45" fmla="*/ 27660 h 2336171"/>
                <a:gd name="connsiteX46" fmla="*/ 10206943 w 11320143"/>
                <a:gd name="connsiteY46" fmla="*/ 230778 h 2336171"/>
                <a:gd name="connsiteX47" fmla="*/ 10315319 w 11320143"/>
                <a:gd name="connsiteY47" fmla="*/ 340684 h 2336171"/>
                <a:gd name="connsiteX48" fmla="*/ 10555553 w 11320143"/>
                <a:gd name="connsiteY48" fmla="*/ 498559 h 2336171"/>
                <a:gd name="connsiteX49" fmla="*/ 11015510 w 11320143"/>
                <a:gd name="connsiteY49" fmla="*/ 815153 h 2336171"/>
                <a:gd name="connsiteX50" fmla="*/ 11320143 w 11320143"/>
                <a:gd name="connsiteY50" fmla="*/ 1289007 h 2336171"/>
                <a:gd name="connsiteX51" fmla="*/ 11316026 w 11320143"/>
                <a:gd name="connsiteY51" fmla="*/ 1289851 h 2336171"/>
                <a:gd name="connsiteX52" fmla="*/ 10553406 w 11320143"/>
                <a:gd name="connsiteY52" fmla="*/ 502165 h 2336171"/>
                <a:gd name="connsiteX53" fmla="*/ 10312592 w 11320143"/>
                <a:gd name="connsiteY53" fmla="*/ 343868 h 2336171"/>
                <a:gd name="connsiteX54" fmla="*/ 10203865 w 11320143"/>
                <a:gd name="connsiteY54" fmla="*/ 233628 h 2336171"/>
                <a:gd name="connsiteX55" fmla="*/ 9959005 w 11320143"/>
                <a:gd name="connsiteY55" fmla="*/ 31530 h 2336171"/>
                <a:gd name="connsiteX56" fmla="*/ 9569163 w 11320143"/>
                <a:gd name="connsiteY56" fmla="*/ 101013 h 2336171"/>
                <a:gd name="connsiteX57" fmla="*/ 9257248 w 11320143"/>
                <a:gd name="connsiteY57" fmla="*/ 405945 h 2336171"/>
                <a:gd name="connsiteX58" fmla="*/ 9197580 w 11320143"/>
                <a:gd name="connsiteY58" fmla="*/ 473791 h 2336171"/>
                <a:gd name="connsiteX59" fmla="*/ 8683902 w 11320143"/>
                <a:gd name="connsiteY59" fmla="*/ 1116866 h 2336171"/>
                <a:gd name="connsiteX60" fmla="*/ 8144312 w 11320143"/>
                <a:gd name="connsiteY60" fmla="*/ 1787488 h 2336171"/>
                <a:gd name="connsiteX61" fmla="*/ 8093230 w 11320143"/>
                <a:gd name="connsiteY61" fmla="*/ 1843197 h 2336171"/>
                <a:gd name="connsiteX62" fmla="*/ 7477332 w 11320143"/>
                <a:gd name="connsiteY62" fmla="*/ 2316805 h 2336171"/>
                <a:gd name="connsiteX63" fmla="*/ 7339440 w 11320143"/>
                <a:gd name="connsiteY63" fmla="*/ 2336172 h 2336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320143" h="2336171">
                  <a:moveTo>
                    <a:pt x="7339440" y="2336172"/>
                  </a:moveTo>
                  <a:cubicBezTo>
                    <a:pt x="7298190" y="2336172"/>
                    <a:pt x="7257257" y="2330912"/>
                    <a:pt x="7216886" y="2320376"/>
                  </a:cubicBezTo>
                  <a:cubicBezTo>
                    <a:pt x="7047384" y="2276135"/>
                    <a:pt x="6911867" y="2159651"/>
                    <a:pt x="6787607" y="2044134"/>
                  </a:cubicBezTo>
                  <a:cubicBezTo>
                    <a:pt x="6592458" y="1862723"/>
                    <a:pt x="6428479" y="1657283"/>
                    <a:pt x="6269918" y="1458598"/>
                  </a:cubicBezTo>
                  <a:lnTo>
                    <a:pt x="6260771" y="1447129"/>
                  </a:lnTo>
                  <a:cubicBezTo>
                    <a:pt x="6191622" y="1360495"/>
                    <a:pt x="6122456" y="1271892"/>
                    <a:pt x="6055577" y="1186208"/>
                  </a:cubicBezTo>
                  <a:cubicBezTo>
                    <a:pt x="5956507" y="1059275"/>
                    <a:pt x="5854043" y="927997"/>
                    <a:pt x="5749871" y="800940"/>
                  </a:cubicBezTo>
                  <a:cubicBezTo>
                    <a:pt x="5576165" y="589062"/>
                    <a:pt x="5416425" y="401142"/>
                    <a:pt x="5220220" y="246979"/>
                  </a:cubicBezTo>
                  <a:cubicBezTo>
                    <a:pt x="5049680" y="112974"/>
                    <a:pt x="4904294" y="50563"/>
                    <a:pt x="4762708" y="50563"/>
                  </a:cubicBezTo>
                  <a:cubicBezTo>
                    <a:pt x="4762638" y="50563"/>
                    <a:pt x="4762567" y="50563"/>
                    <a:pt x="4762497" y="50563"/>
                  </a:cubicBezTo>
                  <a:cubicBezTo>
                    <a:pt x="4435823" y="50704"/>
                    <a:pt x="4326586" y="279398"/>
                    <a:pt x="4175395" y="595922"/>
                  </a:cubicBezTo>
                  <a:cubicBezTo>
                    <a:pt x="4117276" y="717614"/>
                    <a:pt x="4051399" y="855524"/>
                    <a:pt x="3964907" y="993539"/>
                  </a:cubicBezTo>
                  <a:cubicBezTo>
                    <a:pt x="3865643" y="1151924"/>
                    <a:pt x="3754365" y="1286228"/>
                    <a:pt x="3624706" y="1404137"/>
                  </a:cubicBezTo>
                  <a:cubicBezTo>
                    <a:pt x="3465212" y="1549171"/>
                    <a:pt x="3280477" y="1668118"/>
                    <a:pt x="3059944" y="1767804"/>
                  </a:cubicBezTo>
                  <a:cubicBezTo>
                    <a:pt x="2809947" y="1880788"/>
                    <a:pt x="2512544" y="1967263"/>
                    <a:pt x="2175949" y="2024802"/>
                  </a:cubicBezTo>
                  <a:cubicBezTo>
                    <a:pt x="2040168" y="2048021"/>
                    <a:pt x="1904387" y="2072155"/>
                    <a:pt x="1760619" y="2097697"/>
                  </a:cubicBezTo>
                  <a:cubicBezTo>
                    <a:pt x="1620018" y="2122693"/>
                    <a:pt x="1474615" y="2148534"/>
                    <a:pt x="1325447" y="2174128"/>
                  </a:cubicBezTo>
                  <a:cubicBezTo>
                    <a:pt x="1108380" y="2211367"/>
                    <a:pt x="892597" y="2200883"/>
                    <a:pt x="665731" y="2142043"/>
                  </a:cubicBezTo>
                  <a:cubicBezTo>
                    <a:pt x="467961" y="2090749"/>
                    <a:pt x="287588" y="2009392"/>
                    <a:pt x="128464" y="1937623"/>
                  </a:cubicBezTo>
                  <a:cubicBezTo>
                    <a:pt x="83872" y="1917517"/>
                    <a:pt x="41760" y="1898519"/>
                    <a:pt x="0" y="1880436"/>
                  </a:cubicBezTo>
                  <a:lnTo>
                    <a:pt x="1671" y="1876566"/>
                  </a:lnTo>
                  <a:cubicBezTo>
                    <a:pt x="43466" y="1894667"/>
                    <a:pt x="85596" y="1913665"/>
                    <a:pt x="130188" y="1933771"/>
                  </a:cubicBezTo>
                  <a:cubicBezTo>
                    <a:pt x="462314" y="2083572"/>
                    <a:pt x="838770" y="2253338"/>
                    <a:pt x="1324726" y="2169959"/>
                  </a:cubicBezTo>
                  <a:cubicBezTo>
                    <a:pt x="1473876" y="2144365"/>
                    <a:pt x="1619262" y="2118524"/>
                    <a:pt x="1759863" y="2093528"/>
                  </a:cubicBezTo>
                  <a:cubicBezTo>
                    <a:pt x="1903630" y="2067969"/>
                    <a:pt x="2039447" y="2043835"/>
                    <a:pt x="2175228" y="2020615"/>
                  </a:cubicBezTo>
                  <a:cubicBezTo>
                    <a:pt x="3607150" y="1775825"/>
                    <a:pt x="3933367" y="1092802"/>
                    <a:pt x="4171578" y="594093"/>
                  </a:cubicBezTo>
                  <a:cubicBezTo>
                    <a:pt x="4246566" y="437098"/>
                    <a:pt x="4311335" y="301510"/>
                    <a:pt x="4399182" y="203583"/>
                  </a:cubicBezTo>
                  <a:cubicBezTo>
                    <a:pt x="4495385" y="96369"/>
                    <a:pt x="4610814" y="46394"/>
                    <a:pt x="4762462" y="46341"/>
                  </a:cubicBezTo>
                  <a:cubicBezTo>
                    <a:pt x="4762532" y="46341"/>
                    <a:pt x="4762585" y="46341"/>
                    <a:pt x="4762655" y="46341"/>
                  </a:cubicBezTo>
                  <a:cubicBezTo>
                    <a:pt x="4840898" y="46341"/>
                    <a:pt x="4923221" y="66447"/>
                    <a:pt x="5007340" y="106096"/>
                  </a:cubicBezTo>
                  <a:cubicBezTo>
                    <a:pt x="5075204" y="138093"/>
                    <a:pt x="5145689" y="183090"/>
                    <a:pt x="5222771" y="243654"/>
                  </a:cubicBezTo>
                  <a:cubicBezTo>
                    <a:pt x="5419310" y="398082"/>
                    <a:pt x="5579226" y="586177"/>
                    <a:pt x="5753090" y="798249"/>
                  </a:cubicBezTo>
                  <a:cubicBezTo>
                    <a:pt x="5857297" y="925358"/>
                    <a:pt x="5959761" y="1056636"/>
                    <a:pt x="6058867" y="1183605"/>
                  </a:cubicBezTo>
                  <a:cubicBezTo>
                    <a:pt x="6125746" y="1269288"/>
                    <a:pt x="6194894" y="1357892"/>
                    <a:pt x="6264025" y="1444490"/>
                  </a:cubicBezTo>
                  <a:lnTo>
                    <a:pt x="6273172" y="1455941"/>
                  </a:lnTo>
                  <a:cubicBezTo>
                    <a:pt x="6431645" y="1654503"/>
                    <a:pt x="6595519" y="1859820"/>
                    <a:pt x="6790440" y="2041020"/>
                  </a:cubicBezTo>
                  <a:cubicBezTo>
                    <a:pt x="6914312" y="2156168"/>
                    <a:pt x="7049355" y="2272283"/>
                    <a:pt x="7217925" y="2316277"/>
                  </a:cubicBezTo>
                  <a:cubicBezTo>
                    <a:pt x="7302289" y="2338300"/>
                    <a:pt x="7389169" y="2337104"/>
                    <a:pt x="7476172" y="2312706"/>
                  </a:cubicBezTo>
                  <a:cubicBezTo>
                    <a:pt x="7721542" y="2244402"/>
                    <a:pt x="7934563" y="2010853"/>
                    <a:pt x="8090098" y="1840312"/>
                  </a:cubicBezTo>
                  <a:cubicBezTo>
                    <a:pt x="8108006" y="1820681"/>
                    <a:pt x="8124910" y="1802141"/>
                    <a:pt x="8141199" y="1784585"/>
                  </a:cubicBezTo>
                  <a:cubicBezTo>
                    <a:pt x="8336524" y="1573991"/>
                    <a:pt x="8511392" y="1340301"/>
                    <a:pt x="8680507" y="1114316"/>
                  </a:cubicBezTo>
                  <a:cubicBezTo>
                    <a:pt x="8841882" y="898656"/>
                    <a:pt x="9008764" y="675660"/>
                    <a:pt x="9194432" y="470942"/>
                  </a:cubicBezTo>
                  <a:cubicBezTo>
                    <a:pt x="9212656" y="450853"/>
                    <a:pt x="9232762" y="427686"/>
                    <a:pt x="9254029" y="403165"/>
                  </a:cubicBezTo>
                  <a:cubicBezTo>
                    <a:pt x="9339449" y="304746"/>
                    <a:pt x="9445748" y="182263"/>
                    <a:pt x="9566701" y="97530"/>
                  </a:cubicBezTo>
                  <a:cubicBezTo>
                    <a:pt x="9632524" y="51425"/>
                    <a:pt x="9696641" y="21328"/>
                    <a:pt x="9757259" y="8082"/>
                  </a:cubicBezTo>
                  <a:cubicBezTo>
                    <a:pt x="9827586" y="-7292"/>
                    <a:pt x="9896013" y="-713"/>
                    <a:pt x="9960658" y="27660"/>
                  </a:cubicBezTo>
                  <a:cubicBezTo>
                    <a:pt x="10061751" y="72023"/>
                    <a:pt x="10135561" y="152729"/>
                    <a:pt x="10206943" y="230778"/>
                  </a:cubicBezTo>
                  <a:cubicBezTo>
                    <a:pt x="10243479" y="270726"/>
                    <a:pt x="10277991" y="308476"/>
                    <a:pt x="10315319" y="340684"/>
                  </a:cubicBezTo>
                  <a:cubicBezTo>
                    <a:pt x="10369110" y="387088"/>
                    <a:pt x="10455515" y="438751"/>
                    <a:pt x="10555553" y="498559"/>
                  </a:cubicBezTo>
                  <a:cubicBezTo>
                    <a:pt x="10695661" y="582325"/>
                    <a:pt x="10870036" y="686566"/>
                    <a:pt x="11015510" y="815153"/>
                  </a:cubicBezTo>
                  <a:cubicBezTo>
                    <a:pt x="11185611" y="965517"/>
                    <a:pt x="11285261" y="1120508"/>
                    <a:pt x="11320143" y="1289007"/>
                  </a:cubicBezTo>
                  <a:lnTo>
                    <a:pt x="11316026" y="1289851"/>
                  </a:lnTo>
                  <a:cubicBezTo>
                    <a:pt x="11237643" y="911233"/>
                    <a:pt x="10842173" y="674799"/>
                    <a:pt x="10553406" y="502165"/>
                  </a:cubicBezTo>
                  <a:cubicBezTo>
                    <a:pt x="10453193" y="442251"/>
                    <a:pt x="10366648" y="390518"/>
                    <a:pt x="10312592" y="343868"/>
                  </a:cubicBezTo>
                  <a:cubicBezTo>
                    <a:pt x="10275071" y="311501"/>
                    <a:pt x="10240489" y="273664"/>
                    <a:pt x="10203865" y="233628"/>
                  </a:cubicBezTo>
                  <a:cubicBezTo>
                    <a:pt x="10132782" y="155895"/>
                    <a:pt x="10059288" y="75542"/>
                    <a:pt x="9959005" y="31530"/>
                  </a:cubicBezTo>
                  <a:cubicBezTo>
                    <a:pt x="9838773" y="-21242"/>
                    <a:pt x="9711242" y="1485"/>
                    <a:pt x="9569163" y="101013"/>
                  </a:cubicBezTo>
                  <a:cubicBezTo>
                    <a:pt x="9448633" y="185430"/>
                    <a:pt x="9342527" y="307701"/>
                    <a:pt x="9257248" y="405945"/>
                  </a:cubicBezTo>
                  <a:cubicBezTo>
                    <a:pt x="9235945" y="430483"/>
                    <a:pt x="9215840" y="453650"/>
                    <a:pt x="9197580" y="473791"/>
                  </a:cubicBezTo>
                  <a:cubicBezTo>
                    <a:pt x="9012036" y="678369"/>
                    <a:pt x="8845225" y="901277"/>
                    <a:pt x="8683902" y="1116866"/>
                  </a:cubicBezTo>
                  <a:cubicBezTo>
                    <a:pt x="8514734" y="1342940"/>
                    <a:pt x="8339796" y="1576718"/>
                    <a:pt x="8144312" y="1787488"/>
                  </a:cubicBezTo>
                  <a:cubicBezTo>
                    <a:pt x="8128041" y="1805026"/>
                    <a:pt x="8111137" y="1823566"/>
                    <a:pt x="8093230" y="1843197"/>
                  </a:cubicBezTo>
                  <a:cubicBezTo>
                    <a:pt x="7937343" y="2014107"/>
                    <a:pt x="7723846" y="2248166"/>
                    <a:pt x="7477332" y="2316805"/>
                  </a:cubicBezTo>
                  <a:cubicBezTo>
                    <a:pt x="7431210" y="2329716"/>
                    <a:pt x="7385123" y="2336172"/>
                    <a:pt x="7339440" y="2336172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" name="任意多边形: 形状 1400"/>
            <p:cNvSpPr/>
            <p:nvPr>
              <p:custDataLst>
                <p:tags r:id="rId20"/>
              </p:custDataLst>
            </p:nvPr>
          </p:nvSpPr>
          <p:spPr>
            <a:xfrm>
              <a:off x="791679" y="2622106"/>
              <a:ext cx="11399335" cy="2447051"/>
            </a:xfrm>
            <a:custGeom>
              <a:avLst/>
              <a:gdLst>
                <a:gd name="connsiteX0" fmla="*/ 7456118 w 11399335"/>
                <a:gd name="connsiteY0" fmla="*/ 2447052 h 2447051"/>
                <a:gd name="connsiteX1" fmla="*/ 7330029 w 11399335"/>
                <a:gd name="connsiteY1" fmla="*/ 2430165 h 2447051"/>
                <a:gd name="connsiteX2" fmla="*/ 6894646 w 11399335"/>
                <a:gd name="connsiteY2" fmla="*/ 2137582 h 2447051"/>
                <a:gd name="connsiteX3" fmla="*/ 6377115 w 11399335"/>
                <a:gd name="connsiteY3" fmla="*/ 1520066 h 2447051"/>
                <a:gd name="connsiteX4" fmla="*/ 6367492 w 11399335"/>
                <a:gd name="connsiteY4" fmla="*/ 1507330 h 2447051"/>
                <a:gd name="connsiteX5" fmla="*/ 6174824 w 11399335"/>
                <a:gd name="connsiteY5" fmla="*/ 1248697 h 2447051"/>
                <a:gd name="connsiteX6" fmla="*/ 5857684 w 11399335"/>
                <a:gd name="connsiteY6" fmla="*/ 827878 h 2447051"/>
                <a:gd name="connsiteX7" fmla="*/ 5324409 w 11399335"/>
                <a:gd name="connsiteY7" fmla="*/ 248164 h 2447051"/>
                <a:gd name="connsiteX8" fmla="*/ 4856976 w 11399335"/>
                <a:gd name="connsiteY8" fmla="*/ 45645 h 2447051"/>
                <a:gd name="connsiteX9" fmla="*/ 4507188 w 11399335"/>
                <a:gd name="connsiteY9" fmla="*/ 213757 h 2447051"/>
                <a:gd name="connsiteX10" fmla="*/ 4294730 w 11399335"/>
                <a:gd name="connsiteY10" fmla="*/ 624004 h 2447051"/>
                <a:gd name="connsiteX11" fmla="*/ 4092121 w 11399335"/>
                <a:gd name="connsiteY11" fmla="*/ 1054040 h 2447051"/>
                <a:gd name="connsiteX12" fmla="*/ 3752765 w 11399335"/>
                <a:gd name="connsiteY12" fmla="*/ 1498060 h 2447051"/>
                <a:gd name="connsiteX13" fmla="*/ 3499672 w 11399335"/>
                <a:gd name="connsiteY13" fmla="*/ 1704503 h 2447051"/>
                <a:gd name="connsiteX14" fmla="*/ 3173861 w 11399335"/>
                <a:gd name="connsiteY14" fmla="*/ 1889485 h 2447051"/>
                <a:gd name="connsiteX15" fmla="*/ 2762523 w 11399335"/>
                <a:gd name="connsiteY15" fmla="*/ 2044721 h 2447051"/>
                <a:gd name="connsiteX16" fmla="*/ 2252802 w 11399335"/>
                <a:gd name="connsiteY16" fmla="*/ 2161927 h 2447051"/>
                <a:gd name="connsiteX17" fmla="*/ 2180681 w 11399335"/>
                <a:gd name="connsiteY17" fmla="*/ 2174152 h 2447051"/>
                <a:gd name="connsiteX18" fmla="*/ 1378746 w 11399335"/>
                <a:gd name="connsiteY18" fmla="*/ 2304850 h 2447051"/>
                <a:gd name="connsiteX19" fmla="*/ 690921 w 11399335"/>
                <a:gd name="connsiteY19" fmla="*/ 2246678 h 2447051"/>
                <a:gd name="connsiteX20" fmla="*/ 128288 w 11399335"/>
                <a:gd name="connsiteY20" fmla="*/ 2001114 h 2447051"/>
                <a:gd name="connsiteX21" fmla="*/ 0 w 11399335"/>
                <a:gd name="connsiteY21" fmla="*/ 1936293 h 2447051"/>
                <a:gd name="connsiteX22" fmla="*/ 1829 w 11399335"/>
                <a:gd name="connsiteY22" fmla="*/ 1932581 h 2447051"/>
                <a:gd name="connsiteX23" fmla="*/ 130170 w 11399335"/>
                <a:gd name="connsiteY23" fmla="*/ 1997420 h 2447051"/>
                <a:gd name="connsiteX24" fmla="*/ 1378131 w 11399335"/>
                <a:gd name="connsiteY24" fmla="*/ 2300751 h 2447051"/>
                <a:gd name="connsiteX25" fmla="*/ 2179995 w 11399335"/>
                <a:gd name="connsiteY25" fmla="*/ 2170071 h 2447051"/>
                <a:gd name="connsiteX26" fmla="*/ 2252116 w 11399335"/>
                <a:gd name="connsiteY26" fmla="*/ 2157846 h 2447051"/>
                <a:gd name="connsiteX27" fmla="*/ 4290930 w 11399335"/>
                <a:gd name="connsiteY27" fmla="*/ 622403 h 2447051"/>
                <a:gd name="connsiteX28" fmla="*/ 4503986 w 11399335"/>
                <a:gd name="connsiteY28" fmla="*/ 211154 h 2447051"/>
                <a:gd name="connsiteX29" fmla="*/ 4856940 w 11399335"/>
                <a:gd name="connsiteY29" fmla="*/ 41493 h 2447051"/>
                <a:gd name="connsiteX30" fmla="*/ 5107746 w 11399335"/>
                <a:gd name="connsiteY30" fmla="*/ 101741 h 2447051"/>
                <a:gd name="connsiteX31" fmla="*/ 5327030 w 11399335"/>
                <a:gd name="connsiteY31" fmla="*/ 244945 h 2447051"/>
                <a:gd name="connsiteX32" fmla="*/ 5860955 w 11399335"/>
                <a:gd name="connsiteY32" fmla="*/ 825345 h 2447051"/>
                <a:gd name="connsiteX33" fmla="*/ 6178166 w 11399335"/>
                <a:gd name="connsiteY33" fmla="*/ 1246252 h 2447051"/>
                <a:gd name="connsiteX34" fmla="*/ 6370817 w 11399335"/>
                <a:gd name="connsiteY34" fmla="*/ 1504850 h 2447051"/>
                <a:gd name="connsiteX35" fmla="*/ 6380439 w 11399335"/>
                <a:gd name="connsiteY35" fmla="*/ 1517586 h 2447051"/>
                <a:gd name="connsiteX36" fmla="*/ 6897566 w 11399335"/>
                <a:gd name="connsiteY36" fmla="*/ 2134644 h 2447051"/>
                <a:gd name="connsiteX37" fmla="*/ 7331138 w 11399335"/>
                <a:gd name="connsiteY37" fmla="*/ 2426190 h 2447051"/>
                <a:gd name="connsiteX38" fmla="*/ 7595365 w 11399335"/>
                <a:gd name="connsiteY38" fmla="*/ 2422777 h 2447051"/>
                <a:gd name="connsiteX39" fmla="*/ 8220057 w 11399335"/>
                <a:gd name="connsiteY39" fmla="*/ 1922379 h 2447051"/>
                <a:gd name="connsiteX40" fmla="*/ 8268079 w 11399335"/>
                <a:gd name="connsiteY40" fmla="*/ 1867514 h 2447051"/>
                <a:gd name="connsiteX41" fmla="*/ 8806508 w 11399335"/>
                <a:gd name="connsiteY41" fmla="*/ 1167006 h 2447051"/>
                <a:gd name="connsiteX42" fmla="*/ 9322069 w 11399335"/>
                <a:gd name="connsiteY42" fmla="*/ 491899 h 2447051"/>
                <a:gd name="connsiteX43" fmla="*/ 9378271 w 11399335"/>
                <a:gd name="connsiteY43" fmla="*/ 425196 h 2447051"/>
                <a:gd name="connsiteX44" fmla="*/ 9695481 w 11399335"/>
                <a:gd name="connsiteY44" fmla="*/ 102937 h 2447051"/>
                <a:gd name="connsiteX45" fmla="*/ 9890771 w 11399335"/>
                <a:gd name="connsiteY45" fmla="*/ 8300 h 2447051"/>
                <a:gd name="connsiteX46" fmla="*/ 10099852 w 11399335"/>
                <a:gd name="connsiteY46" fmla="*/ 30306 h 2447051"/>
                <a:gd name="connsiteX47" fmla="*/ 10353227 w 11399335"/>
                <a:gd name="connsiteY47" fmla="*/ 251735 h 2447051"/>
                <a:gd name="connsiteX48" fmla="*/ 10456764 w 11399335"/>
                <a:gd name="connsiteY48" fmla="*/ 364526 h 2447051"/>
                <a:gd name="connsiteX49" fmla="*/ 10694676 w 11399335"/>
                <a:gd name="connsiteY49" fmla="*/ 534802 h 2447051"/>
                <a:gd name="connsiteX50" fmla="*/ 11399335 w 11399335"/>
                <a:gd name="connsiteY50" fmla="*/ 1301626 h 2447051"/>
                <a:gd name="connsiteX51" fmla="*/ 11395290 w 11399335"/>
                <a:gd name="connsiteY51" fmla="*/ 1302506 h 2447051"/>
                <a:gd name="connsiteX52" fmla="*/ 10692424 w 11399335"/>
                <a:gd name="connsiteY52" fmla="*/ 538285 h 2447051"/>
                <a:gd name="connsiteX53" fmla="*/ 10453932 w 11399335"/>
                <a:gd name="connsiteY53" fmla="*/ 367551 h 2447051"/>
                <a:gd name="connsiteX54" fmla="*/ 10350095 w 11399335"/>
                <a:gd name="connsiteY54" fmla="*/ 254444 h 2447051"/>
                <a:gd name="connsiteX55" fmla="*/ 10098129 w 11399335"/>
                <a:gd name="connsiteY55" fmla="*/ 34070 h 2447051"/>
                <a:gd name="connsiteX56" fmla="*/ 9697944 w 11399335"/>
                <a:gd name="connsiteY56" fmla="*/ 106297 h 2447051"/>
                <a:gd name="connsiteX57" fmla="*/ 9381490 w 11399335"/>
                <a:gd name="connsiteY57" fmla="*/ 427852 h 2447051"/>
                <a:gd name="connsiteX58" fmla="*/ 9325235 w 11399335"/>
                <a:gd name="connsiteY58" fmla="*/ 494608 h 2447051"/>
                <a:gd name="connsiteX59" fmla="*/ 8809903 w 11399335"/>
                <a:gd name="connsiteY59" fmla="*/ 1169398 h 2447051"/>
                <a:gd name="connsiteX60" fmla="*/ 8271211 w 11399335"/>
                <a:gd name="connsiteY60" fmla="*/ 1870241 h 2447051"/>
                <a:gd name="connsiteX61" fmla="*/ 8223223 w 11399335"/>
                <a:gd name="connsiteY61" fmla="*/ 1925088 h 2447051"/>
                <a:gd name="connsiteX62" fmla="*/ 7596543 w 11399335"/>
                <a:gd name="connsiteY62" fmla="*/ 2426753 h 2447051"/>
                <a:gd name="connsiteX63" fmla="*/ 7456118 w 11399335"/>
                <a:gd name="connsiteY63" fmla="*/ 2447052 h 244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399335" h="2447051">
                  <a:moveTo>
                    <a:pt x="7456118" y="2447052"/>
                  </a:moveTo>
                  <a:cubicBezTo>
                    <a:pt x="7413689" y="2447052"/>
                    <a:pt x="7371578" y="2441423"/>
                    <a:pt x="7330029" y="2430165"/>
                  </a:cubicBezTo>
                  <a:cubicBezTo>
                    <a:pt x="7156059" y="2383005"/>
                    <a:pt x="7019556" y="2259765"/>
                    <a:pt x="6894646" y="2137582"/>
                  </a:cubicBezTo>
                  <a:cubicBezTo>
                    <a:pt x="6698810" y="1946021"/>
                    <a:pt x="6535271" y="1729481"/>
                    <a:pt x="6377115" y="1520066"/>
                  </a:cubicBezTo>
                  <a:lnTo>
                    <a:pt x="6367492" y="1507330"/>
                  </a:lnTo>
                  <a:cubicBezTo>
                    <a:pt x="6302619" y="1421436"/>
                    <a:pt x="6237657" y="1333624"/>
                    <a:pt x="6174824" y="1248697"/>
                  </a:cubicBezTo>
                  <a:cubicBezTo>
                    <a:pt x="6072218" y="1109995"/>
                    <a:pt x="5966112" y="966580"/>
                    <a:pt x="5857684" y="827878"/>
                  </a:cubicBezTo>
                  <a:cubicBezTo>
                    <a:pt x="5684628" y="606501"/>
                    <a:pt x="5525064" y="410085"/>
                    <a:pt x="5324409" y="248164"/>
                  </a:cubicBezTo>
                  <a:cubicBezTo>
                    <a:pt x="5150474" y="107792"/>
                    <a:pt x="5001992" y="43410"/>
                    <a:pt x="4856976" y="45645"/>
                  </a:cubicBezTo>
                  <a:cubicBezTo>
                    <a:pt x="4709180" y="47896"/>
                    <a:pt x="4598043" y="101301"/>
                    <a:pt x="4507188" y="213757"/>
                  </a:cubicBezTo>
                  <a:cubicBezTo>
                    <a:pt x="4423862" y="316908"/>
                    <a:pt x="4364018" y="459216"/>
                    <a:pt x="4294730" y="624004"/>
                  </a:cubicBezTo>
                  <a:cubicBezTo>
                    <a:pt x="4239407" y="755563"/>
                    <a:pt x="4176714" y="904696"/>
                    <a:pt x="4092121" y="1054040"/>
                  </a:cubicBezTo>
                  <a:cubicBezTo>
                    <a:pt x="3994986" y="1225512"/>
                    <a:pt x="3883990" y="1370757"/>
                    <a:pt x="3752765" y="1498060"/>
                  </a:cubicBezTo>
                  <a:cubicBezTo>
                    <a:pt x="3676105" y="1572433"/>
                    <a:pt x="3590950" y="1641880"/>
                    <a:pt x="3499672" y="1704503"/>
                  </a:cubicBezTo>
                  <a:cubicBezTo>
                    <a:pt x="3400726" y="1772385"/>
                    <a:pt x="3291101" y="1834620"/>
                    <a:pt x="3173861" y="1889485"/>
                  </a:cubicBezTo>
                  <a:cubicBezTo>
                    <a:pt x="3048299" y="1948255"/>
                    <a:pt x="2909897" y="2000481"/>
                    <a:pt x="2762523" y="2044721"/>
                  </a:cubicBezTo>
                  <a:cubicBezTo>
                    <a:pt x="2606020" y="2091705"/>
                    <a:pt x="2434530" y="2131126"/>
                    <a:pt x="2252802" y="2161927"/>
                  </a:cubicBezTo>
                  <a:lnTo>
                    <a:pt x="2180681" y="2174152"/>
                  </a:lnTo>
                  <a:cubicBezTo>
                    <a:pt x="1925390" y="2217460"/>
                    <a:pt x="1661391" y="2262246"/>
                    <a:pt x="1378746" y="2304850"/>
                  </a:cubicBezTo>
                  <a:cubicBezTo>
                    <a:pt x="1153095" y="2338852"/>
                    <a:pt x="928112" y="2319820"/>
                    <a:pt x="690921" y="2246678"/>
                  </a:cubicBezTo>
                  <a:cubicBezTo>
                    <a:pt x="484144" y="2182912"/>
                    <a:pt x="295081" y="2086323"/>
                    <a:pt x="128288" y="2001114"/>
                  </a:cubicBezTo>
                  <a:cubicBezTo>
                    <a:pt x="83784" y="1978387"/>
                    <a:pt x="41742" y="1956909"/>
                    <a:pt x="0" y="1936293"/>
                  </a:cubicBezTo>
                  <a:lnTo>
                    <a:pt x="1829" y="1932581"/>
                  </a:lnTo>
                  <a:cubicBezTo>
                    <a:pt x="43607" y="1953197"/>
                    <a:pt x="85648" y="1974693"/>
                    <a:pt x="130170" y="1997420"/>
                  </a:cubicBezTo>
                  <a:cubicBezTo>
                    <a:pt x="461101" y="2166483"/>
                    <a:pt x="872966" y="2376866"/>
                    <a:pt x="1378131" y="2300751"/>
                  </a:cubicBezTo>
                  <a:cubicBezTo>
                    <a:pt x="1660740" y="2258165"/>
                    <a:pt x="1924721" y="2213379"/>
                    <a:pt x="2179995" y="2170071"/>
                  </a:cubicBezTo>
                  <a:lnTo>
                    <a:pt x="2252116" y="2157846"/>
                  </a:lnTo>
                  <a:cubicBezTo>
                    <a:pt x="3752202" y="1903645"/>
                    <a:pt x="4063572" y="1163119"/>
                    <a:pt x="4290930" y="622403"/>
                  </a:cubicBezTo>
                  <a:cubicBezTo>
                    <a:pt x="4360342" y="457316"/>
                    <a:pt x="4420291" y="314762"/>
                    <a:pt x="4503986" y="211154"/>
                  </a:cubicBezTo>
                  <a:cubicBezTo>
                    <a:pt x="4595668" y="97677"/>
                    <a:pt x="4707825" y="43762"/>
                    <a:pt x="4856940" y="41493"/>
                  </a:cubicBezTo>
                  <a:cubicBezTo>
                    <a:pt x="4937224" y="40297"/>
                    <a:pt x="5021623" y="60544"/>
                    <a:pt x="5107746" y="101741"/>
                  </a:cubicBezTo>
                  <a:cubicBezTo>
                    <a:pt x="5176860" y="134793"/>
                    <a:pt x="5248576" y="181637"/>
                    <a:pt x="5327030" y="244945"/>
                  </a:cubicBezTo>
                  <a:cubicBezTo>
                    <a:pt x="5528019" y="407148"/>
                    <a:pt x="5687741" y="603757"/>
                    <a:pt x="5860955" y="825345"/>
                  </a:cubicBezTo>
                  <a:cubicBezTo>
                    <a:pt x="5969419" y="964099"/>
                    <a:pt x="6075542" y="1107550"/>
                    <a:pt x="6178166" y="1246252"/>
                  </a:cubicBezTo>
                  <a:cubicBezTo>
                    <a:pt x="6240981" y="1331161"/>
                    <a:pt x="6305943" y="1418973"/>
                    <a:pt x="6370817" y="1504850"/>
                  </a:cubicBezTo>
                  <a:lnTo>
                    <a:pt x="6380439" y="1517586"/>
                  </a:lnTo>
                  <a:cubicBezTo>
                    <a:pt x="6538508" y="1726878"/>
                    <a:pt x="6701941" y="1943294"/>
                    <a:pt x="6897566" y="2134644"/>
                  </a:cubicBezTo>
                  <a:cubicBezTo>
                    <a:pt x="7022089" y="2256441"/>
                    <a:pt x="7158135" y="2379293"/>
                    <a:pt x="7331138" y="2426190"/>
                  </a:cubicBezTo>
                  <a:cubicBezTo>
                    <a:pt x="7417525" y="2449620"/>
                    <a:pt x="7506427" y="2448459"/>
                    <a:pt x="7595365" y="2422777"/>
                  </a:cubicBezTo>
                  <a:cubicBezTo>
                    <a:pt x="7847261" y="2350462"/>
                    <a:pt x="8062728" y="2103034"/>
                    <a:pt x="8220057" y="1922379"/>
                  </a:cubicBezTo>
                  <a:cubicBezTo>
                    <a:pt x="8236874" y="1903064"/>
                    <a:pt x="8252776" y="1884823"/>
                    <a:pt x="8268079" y="1867514"/>
                  </a:cubicBezTo>
                  <a:cubicBezTo>
                    <a:pt x="8463475" y="1646524"/>
                    <a:pt x="8637868" y="1402754"/>
                    <a:pt x="8806508" y="1167006"/>
                  </a:cubicBezTo>
                  <a:cubicBezTo>
                    <a:pt x="8968218" y="940968"/>
                    <a:pt x="9135433" y="707225"/>
                    <a:pt x="9322069" y="491899"/>
                  </a:cubicBezTo>
                  <a:cubicBezTo>
                    <a:pt x="9339237" y="472074"/>
                    <a:pt x="9358200" y="449312"/>
                    <a:pt x="9378271" y="425196"/>
                  </a:cubicBezTo>
                  <a:cubicBezTo>
                    <a:pt x="9464499" y="321622"/>
                    <a:pt x="9571801" y="192719"/>
                    <a:pt x="9695481" y="102937"/>
                  </a:cubicBezTo>
                  <a:cubicBezTo>
                    <a:pt x="9762870" y="54018"/>
                    <a:pt x="9828571" y="22179"/>
                    <a:pt x="9890771" y="8300"/>
                  </a:cubicBezTo>
                  <a:cubicBezTo>
                    <a:pt x="9963051" y="-7831"/>
                    <a:pt x="10033395" y="-425"/>
                    <a:pt x="10099852" y="30306"/>
                  </a:cubicBezTo>
                  <a:cubicBezTo>
                    <a:pt x="10205026" y="78943"/>
                    <a:pt x="10280366" y="166791"/>
                    <a:pt x="10353227" y="251735"/>
                  </a:cubicBezTo>
                  <a:cubicBezTo>
                    <a:pt x="10388178" y="292492"/>
                    <a:pt x="10421196" y="330981"/>
                    <a:pt x="10456764" y="364526"/>
                  </a:cubicBezTo>
                  <a:cubicBezTo>
                    <a:pt x="10510239" y="414958"/>
                    <a:pt x="10595711" y="470491"/>
                    <a:pt x="10694676" y="534802"/>
                  </a:cubicBezTo>
                  <a:cubicBezTo>
                    <a:pt x="10959501" y="706890"/>
                    <a:pt x="11322201" y="942568"/>
                    <a:pt x="11399335" y="1301626"/>
                  </a:cubicBezTo>
                  <a:lnTo>
                    <a:pt x="11395290" y="1302506"/>
                  </a:lnTo>
                  <a:cubicBezTo>
                    <a:pt x="11318507" y="945119"/>
                    <a:pt x="10956652" y="709969"/>
                    <a:pt x="10692424" y="538285"/>
                  </a:cubicBezTo>
                  <a:cubicBezTo>
                    <a:pt x="10593284" y="473869"/>
                    <a:pt x="10507671" y="418230"/>
                    <a:pt x="10453932" y="367551"/>
                  </a:cubicBezTo>
                  <a:cubicBezTo>
                    <a:pt x="10418206" y="333848"/>
                    <a:pt x="10385118" y="295290"/>
                    <a:pt x="10350095" y="254444"/>
                  </a:cubicBezTo>
                  <a:cubicBezTo>
                    <a:pt x="10277517" y="169834"/>
                    <a:pt x="10202475" y="82321"/>
                    <a:pt x="10098129" y="34070"/>
                  </a:cubicBezTo>
                  <a:cubicBezTo>
                    <a:pt x="9974520" y="-23082"/>
                    <a:pt x="9843628" y="542"/>
                    <a:pt x="9697944" y="106297"/>
                  </a:cubicBezTo>
                  <a:cubicBezTo>
                    <a:pt x="9574686" y="195780"/>
                    <a:pt x="9467560" y="324455"/>
                    <a:pt x="9381490" y="427852"/>
                  </a:cubicBezTo>
                  <a:cubicBezTo>
                    <a:pt x="9361401" y="451986"/>
                    <a:pt x="9342439" y="474766"/>
                    <a:pt x="9325235" y="494608"/>
                  </a:cubicBezTo>
                  <a:cubicBezTo>
                    <a:pt x="9138723" y="709793"/>
                    <a:pt x="8971560" y="943448"/>
                    <a:pt x="8809903" y="1169398"/>
                  </a:cubicBezTo>
                  <a:cubicBezTo>
                    <a:pt x="8641193" y="1405235"/>
                    <a:pt x="8466729" y="1649092"/>
                    <a:pt x="8271211" y="1870241"/>
                  </a:cubicBezTo>
                  <a:cubicBezTo>
                    <a:pt x="8255925" y="1887532"/>
                    <a:pt x="8240040" y="1905773"/>
                    <a:pt x="8223223" y="1925088"/>
                  </a:cubicBezTo>
                  <a:cubicBezTo>
                    <a:pt x="8065560" y="2106130"/>
                    <a:pt x="7849619" y="2354086"/>
                    <a:pt x="7596543" y="2426753"/>
                  </a:cubicBezTo>
                  <a:cubicBezTo>
                    <a:pt x="7549576" y="2440280"/>
                    <a:pt x="7502663" y="2447052"/>
                    <a:pt x="7456118" y="2447052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4" name="任意多边形: 形状 1401"/>
            <p:cNvSpPr/>
            <p:nvPr>
              <p:custDataLst>
                <p:tags r:id="rId21"/>
              </p:custDataLst>
            </p:nvPr>
          </p:nvSpPr>
          <p:spPr>
            <a:xfrm>
              <a:off x="712451" y="2559315"/>
              <a:ext cx="11478527" cy="2558024"/>
            </a:xfrm>
            <a:custGeom>
              <a:avLst/>
              <a:gdLst>
                <a:gd name="connsiteX0" fmla="*/ 7572796 w 11478527"/>
                <a:gd name="connsiteY0" fmla="*/ 2558024 h 2558024"/>
                <a:gd name="connsiteX1" fmla="*/ 7443224 w 11478527"/>
                <a:gd name="connsiteY1" fmla="*/ 2540029 h 2558024"/>
                <a:gd name="connsiteX2" fmla="*/ 7001720 w 11478527"/>
                <a:gd name="connsiteY2" fmla="*/ 2231104 h 2558024"/>
                <a:gd name="connsiteX3" fmla="*/ 6483889 w 11478527"/>
                <a:gd name="connsiteY3" fmla="*/ 1581063 h 2558024"/>
                <a:gd name="connsiteX4" fmla="*/ 6474250 w 11478527"/>
                <a:gd name="connsiteY4" fmla="*/ 1567607 h 2558024"/>
                <a:gd name="connsiteX5" fmla="*/ 6292504 w 11478527"/>
                <a:gd name="connsiteY5" fmla="*/ 1310679 h 2558024"/>
                <a:gd name="connsiteX6" fmla="*/ 5965514 w 11478527"/>
                <a:gd name="connsiteY6" fmla="*/ 854873 h 2558024"/>
                <a:gd name="connsiteX7" fmla="*/ 5428633 w 11478527"/>
                <a:gd name="connsiteY7" fmla="*/ 249389 h 2558024"/>
                <a:gd name="connsiteX8" fmla="*/ 4951489 w 11478527"/>
                <a:gd name="connsiteY8" fmla="*/ 40766 h 2558024"/>
                <a:gd name="connsiteX9" fmla="*/ 4611359 w 11478527"/>
                <a:gd name="connsiteY9" fmla="*/ 220752 h 2558024"/>
                <a:gd name="connsiteX10" fmla="*/ 4412657 w 11478527"/>
                <a:gd name="connsiteY10" fmla="*/ 651368 h 2558024"/>
                <a:gd name="connsiteX11" fmla="*/ 4218246 w 11478527"/>
                <a:gd name="connsiteY11" fmla="*/ 1114017 h 2558024"/>
                <a:gd name="connsiteX12" fmla="*/ 3880138 w 11478527"/>
                <a:gd name="connsiteY12" fmla="*/ 1591758 h 2558024"/>
                <a:gd name="connsiteX13" fmla="*/ 3622542 w 11478527"/>
                <a:gd name="connsiteY13" fmla="*/ 1813364 h 2558024"/>
                <a:gd name="connsiteX14" fmla="*/ 3287478 w 11478527"/>
                <a:gd name="connsiteY14" fmla="*/ 2011222 h 2558024"/>
                <a:gd name="connsiteX15" fmla="*/ 2861118 w 11478527"/>
                <a:gd name="connsiteY15" fmla="*/ 2176186 h 2558024"/>
                <a:gd name="connsiteX16" fmla="*/ 2329638 w 11478527"/>
                <a:gd name="connsiteY16" fmla="*/ 2299144 h 2558024"/>
                <a:gd name="connsiteX17" fmla="*/ 1432046 w 11478527"/>
                <a:gd name="connsiteY17" fmla="*/ 2435647 h 2558024"/>
                <a:gd name="connsiteX18" fmla="*/ 1247591 w 11478527"/>
                <a:gd name="connsiteY18" fmla="*/ 2447749 h 2558024"/>
                <a:gd name="connsiteX19" fmla="*/ 716463 w 11478527"/>
                <a:gd name="connsiteY19" fmla="*/ 2351212 h 2558024"/>
                <a:gd name="connsiteX20" fmla="*/ 128657 w 11478527"/>
                <a:gd name="connsiteY20" fmla="*/ 2064346 h 2558024"/>
                <a:gd name="connsiteX21" fmla="*/ 0 w 11478527"/>
                <a:gd name="connsiteY21" fmla="*/ 1992224 h 2558024"/>
                <a:gd name="connsiteX22" fmla="*/ 1970 w 11478527"/>
                <a:gd name="connsiteY22" fmla="*/ 1988654 h 2558024"/>
                <a:gd name="connsiteX23" fmla="*/ 130662 w 11478527"/>
                <a:gd name="connsiteY23" fmla="*/ 2060792 h 2558024"/>
                <a:gd name="connsiteX24" fmla="*/ 1431518 w 11478527"/>
                <a:gd name="connsiteY24" fmla="*/ 2431601 h 2558024"/>
                <a:gd name="connsiteX25" fmla="*/ 2328969 w 11478527"/>
                <a:gd name="connsiteY25" fmla="*/ 2295116 h 2558024"/>
                <a:gd name="connsiteX26" fmla="*/ 4408821 w 11478527"/>
                <a:gd name="connsiteY26" fmla="*/ 649979 h 2558024"/>
                <a:gd name="connsiteX27" fmla="*/ 4608052 w 11478527"/>
                <a:gd name="connsiteY27" fmla="*/ 218377 h 2558024"/>
                <a:gd name="connsiteX28" fmla="*/ 4951367 w 11478527"/>
                <a:gd name="connsiteY28" fmla="*/ 36702 h 2558024"/>
                <a:gd name="connsiteX29" fmla="*/ 5208100 w 11478527"/>
                <a:gd name="connsiteY29" fmla="*/ 97407 h 2558024"/>
                <a:gd name="connsiteX30" fmla="*/ 5431219 w 11478527"/>
                <a:gd name="connsiteY30" fmla="*/ 246276 h 2558024"/>
                <a:gd name="connsiteX31" fmla="*/ 5968768 w 11478527"/>
                <a:gd name="connsiteY31" fmla="*/ 852463 h 2558024"/>
                <a:gd name="connsiteX32" fmla="*/ 6295829 w 11478527"/>
                <a:gd name="connsiteY32" fmla="*/ 1308357 h 2558024"/>
                <a:gd name="connsiteX33" fmla="*/ 6477556 w 11478527"/>
                <a:gd name="connsiteY33" fmla="*/ 1565250 h 2558024"/>
                <a:gd name="connsiteX34" fmla="*/ 6487196 w 11478527"/>
                <a:gd name="connsiteY34" fmla="*/ 1578706 h 2558024"/>
                <a:gd name="connsiteX35" fmla="*/ 7004639 w 11478527"/>
                <a:gd name="connsiteY35" fmla="*/ 2228290 h 2558024"/>
                <a:gd name="connsiteX36" fmla="*/ 7444315 w 11478527"/>
                <a:gd name="connsiteY36" fmla="*/ 2536142 h 2558024"/>
                <a:gd name="connsiteX37" fmla="*/ 7714506 w 11478527"/>
                <a:gd name="connsiteY37" fmla="*/ 2532870 h 2558024"/>
                <a:gd name="connsiteX38" fmla="*/ 8350069 w 11478527"/>
                <a:gd name="connsiteY38" fmla="*/ 2004028 h 2558024"/>
                <a:gd name="connsiteX39" fmla="*/ 8394907 w 11478527"/>
                <a:gd name="connsiteY39" fmla="*/ 1950447 h 2558024"/>
                <a:gd name="connsiteX40" fmla="*/ 8932685 w 11478527"/>
                <a:gd name="connsiteY40" fmla="*/ 1219578 h 2558024"/>
                <a:gd name="connsiteX41" fmla="*/ 9449671 w 11478527"/>
                <a:gd name="connsiteY41" fmla="*/ 512878 h 2558024"/>
                <a:gd name="connsiteX42" fmla="*/ 9502442 w 11478527"/>
                <a:gd name="connsiteY42" fmla="*/ 447635 h 2558024"/>
                <a:gd name="connsiteX43" fmla="*/ 9824103 w 11478527"/>
                <a:gd name="connsiteY43" fmla="*/ 108560 h 2558024"/>
                <a:gd name="connsiteX44" fmla="*/ 10024178 w 11478527"/>
                <a:gd name="connsiteY44" fmla="*/ 8557 h 2558024"/>
                <a:gd name="connsiteX45" fmla="*/ 10238993 w 11478527"/>
                <a:gd name="connsiteY45" fmla="*/ 32955 h 2558024"/>
                <a:gd name="connsiteX46" fmla="*/ 10500248 w 11478527"/>
                <a:gd name="connsiteY46" fmla="*/ 274069 h 2558024"/>
                <a:gd name="connsiteX47" fmla="*/ 10598192 w 11478527"/>
                <a:gd name="connsiteY47" fmla="*/ 388390 h 2558024"/>
                <a:gd name="connsiteX48" fmla="*/ 10831760 w 11478527"/>
                <a:gd name="connsiteY48" fmla="*/ 570892 h 2558024"/>
                <a:gd name="connsiteX49" fmla="*/ 11219121 w 11478527"/>
                <a:gd name="connsiteY49" fmla="*/ 881065 h 2558024"/>
                <a:gd name="connsiteX50" fmla="*/ 11478528 w 11478527"/>
                <a:gd name="connsiteY50" fmla="*/ 1314285 h 2558024"/>
                <a:gd name="connsiteX51" fmla="*/ 11474535 w 11478527"/>
                <a:gd name="connsiteY51" fmla="*/ 1315182 h 2558024"/>
                <a:gd name="connsiteX52" fmla="*/ 10829385 w 11478527"/>
                <a:gd name="connsiteY52" fmla="*/ 574234 h 2558024"/>
                <a:gd name="connsiteX53" fmla="*/ 10595254 w 11478527"/>
                <a:gd name="connsiteY53" fmla="*/ 391257 h 2558024"/>
                <a:gd name="connsiteX54" fmla="*/ 10497064 w 11478527"/>
                <a:gd name="connsiteY54" fmla="*/ 276655 h 2558024"/>
                <a:gd name="connsiteX55" fmla="*/ 10237199 w 11478527"/>
                <a:gd name="connsiteY55" fmla="*/ 36649 h 2558024"/>
                <a:gd name="connsiteX56" fmla="*/ 9826548 w 11478527"/>
                <a:gd name="connsiteY56" fmla="*/ 111849 h 2558024"/>
                <a:gd name="connsiteX57" fmla="*/ 9505608 w 11478527"/>
                <a:gd name="connsiteY57" fmla="*/ 450203 h 2558024"/>
                <a:gd name="connsiteX58" fmla="*/ 9452784 w 11478527"/>
                <a:gd name="connsiteY58" fmla="*/ 515499 h 2558024"/>
                <a:gd name="connsiteX59" fmla="*/ 8936027 w 11478527"/>
                <a:gd name="connsiteY59" fmla="*/ 1221900 h 2558024"/>
                <a:gd name="connsiteX60" fmla="*/ 8398003 w 11478527"/>
                <a:gd name="connsiteY60" fmla="*/ 1953085 h 2558024"/>
                <a:gd name="connsiteX61" fmla="*/ 8353183 w 11478527"/>
                <a:gd name="connsiteY61" fmla="*/ 2006649 h 2558024"/>
                <a:gd name="connsiteX62" fmla="*/ 8073141 w 11478527"/>
                <a:gd name="connsiteY62" fmla="*/ 2313393 h 2558024"/>
                <a:gd name="connsiteX63" fmla="*/ 7715631 w 11478527"/>
                <a:gd name="connsiteY63" fmla="*/ 2536792 h 2558024"/>
                <a:gd name="connsiteX64" fmla="*/ 7572796 w 11478527"/>
                <a:gd name="connsiteY64" fmla="*/ 2558024 h 2558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1478527" h="2558024">
                  <a:moveTo>
                    <a:pt x="7572796" y="2558024"/>
                  </a:moveTo>
                  <a:cubicBezTo>
                    <a:pt x="7529206" y="2558024"/>
                    <a:pt x="7485934" y="2552026"/>
                    <a:pt x="7443224" y="2540029"/>
                  </a:cubicBezTo>
                  <a:cubicBezTo>
                    <a:pt x="7264786" y="2489914"/>
                    <a:pt x="7127281" y="2359937"/>
                    <a:pt x="7001720" y="2231104"/>
                  </a:cubicBezTo>
                  <a:cubicBezTo>
                    <a:pt x="6804986" y="2029235"/>
                    <a:pt x="6641747" y="1801385"/>
                    <a:pt x="6483889" y="1581063"/>
                  </a:cubicBezTo>
                  <a:lnTo>
                    <a:pt x="6474250" y="1567607"/>
                  </a:lnTo>
                  <a:cubicBezTo>
                    <a:pt x="6413087" y="1482257"/>
                    <a:pt x="6351784" y="1395044"/>
                    <a:pt x="6292504" y="1310679"/>
                  </a:cubicBezTo>
                  <a:cubicBezTo>
                    <a:pt x="6186890" y="1160421"/>
                    <a:pt x="6077689" y="1005044"/>
                    <a:pt x="5965514" y="854873"/>
                  </a:cubicBezTo>
                  <a:cubicBezTo>
                    <a:pt x="5799371" y="632459"/>
                    <a:pt x="5633281" y="418786"/>
                    <a:pt x="5428633" y="249389"/>
                  </a:cubicBezTo>
                  <a:cubicBezTo>
                    <a:pt x="5251373" y="102667"/>
                    <a:pt x="5099760" y="36368"/>
                    <a:pt x="4951489" y="40766"/>
                  </a:cubicBezTo>
                  <a:cubicBezTo>
                    <a:pt x="4806033" y="45075"/>
                    <a:pt x="4697940" y="102262"/>
                    <a:pt x="4611359" y="220752"/>
                  </a:cubicBezTo>
                  <a:cubicBezTo>
                    <a:pt x="4531920" y="329444"/>
                    <a:pt x="4476651" y="478629"/>
                    <a:pt x="4412657" y="651368"/>
                  </a:cubicBezTo>
                  <a:cubicBezTo>
                    <a:pt x="4360237" y="792867"/>
                    <a:pt x="4300816" y="953222"/>
                    <a:pt x="4218246" y="1114017"/>
                  </a:cubicBezTo>
                  <a:cubicBezTo>
                    <a:pt x="4123398" y="1298718"/>
                    <a:pt x="4012788" y="1454974"/>
                    <a:pt x="3880138" y="1591758"/>
                  </a:cubicBezTo>
                  <a:cubicBezTo>
                    <a:pt x="3802617" y="1671690"/>
                    <a:pt x="3715948" y="1746239"/>
                    <a:pt x="3622542" y="1813364"/>
                  </a:cubicBezTo>
                  <a:cubicBezTo>
                    <a:pt x="3521274" y="1886119"/>
                    <a:pt x="3408536" y="1952699"/>
                    <a:pt x="3287478" y="2011222"/>
                  </a:cubicBezTo>
                  <a:cubicBezTo>
                    <a:pt x="3157800" y="2073915"/>
                    <a:pt x="3014349" y="2129413"/>
                    <a:pt x="2861118" y="2176186"/>
                  </a:cubicBezTo>
                  <a:cubicBezTo>
                    <a:pt x="2698388" y="2225862"/>
                    <a:pt x="2519563" y="2267217"/>
                    <a:pt x="2329638" y="2299144"/>
                  </a:cubicBezTo>
                  <a:cubicBezTo>
                    <a:pt x="2092623" y="2338969"/>
                    <a:pt x="1776398" y="2390474"/>
                    <a:pt x="1432046" y="2435647"/>
                  </a:cubicBezTo>
                  <a:cubicBezTo>
                    <a:pt x="1370655" y="2443703"/>
                    <a:pt x="1309211" y="2447749"/>
                    <a:pt x="1247591" y="2447749"/>
                  </a:cubicBezTo>
                  <a:cubicBezTo>
                    <a:pt x="1074219" y="2447749"/>
                    <a:pt x="899000" y="2415787"/>
                    <a:pt x="716463" y="2351212"/>
                  </a:cubicBezTo>
                  <a:cubicBezTo>
                    <a:pt x="500767" y="2274905"/>
                    <a:pt x="303067" y="2163046"/>
                    <a:pt x="128657" y="2064346"/>
                  </a:cubicBezTo>
                  <a:cubicBezTo>
                    <a:pt x="84048" y="2039103"/>
                    <a:pt x="41901" y="2015251"/>
                    <a:pt x="0" y="1992224"/>
                  </a:cubicBezTo>
                  <a:lnTo>
                    <a:pt x="1970" y="1988654"/>
                  </a:lnTo>
                  <a:cubicBezTo>
                    <a:pt x="43888" y="2011697"/>
                    <a:pt x="86035" y="2035533"/>
                    <a:pt x="130662" y="2060792"/>
                  </a:cubicBezTo>
                  <a:cubicBezTo>
                    <a:pt x="476739" y="2256628"/>
                    <a:pt x="907443" y="2500363"/>
                    <a:pt x="1431518" y="2431601"/>
                  </a:cubicBezTo>
                  <a:cubicBezTo>
                    <a:pt x="1775800" y="2386429"/>
                    <a:pt x="2091972" y="2334923"/>
                    <a:pt x="2328969" y="2295116"/>
                  </a:cubicBezTo>
                  <a:cubicBezTo>
                    <a:pt x="3896920" y="2031663"/>
                    <a:pt x="4192792" y="1233070"/>
                    <a:pt x="4408821" y="649979"/>
                  </a:cubicBezTo>
                  <a:cubicBezTo>
                    <a:pt x="4472922" y="476958"/>
                    <a:pt x="4528297" y="327527"/>
                    <a:pt x="4608052" y="218377"/>
                  </a:cubicBezTo>
                  <a:cubicBezTo>
                    <a:pt x="4695442" y="98797"/>
                    <a:pt x="4804539" y="41065"/>
                    <a:pt x="4951367" y="36702"/>
                  </a:cubicBezTo>
                  <a:cubicBezTo>
                    <a:pt x="5033673" y="34275"/>
                    <a:pt x="5120042" y="54680"/>
                    <a:pt x="5208100" y="97407"/>
                  </a:cubicBezTo>
                  <a:cubicBezTo>
                    <a:pt x="5278445" y="131533"/>
                    <a:pt x="5351428" y="180223"/>
                    <a:pt x="5431219" y="246276"/>
                  </a:cubicBezTo>
                  <a:cubicBezTo>
                    <a:pt x="5636219" y="415972"/>
                    <a:pt x="5802467" y="629855"/>
                    <a:pt x="5968768" y="852463"/>
                  </a:cubicBezTo>
                  <a:cubicBezTo>
                    <a:pt x="6080978" y="1002669"/>
                    <a:pt x="6190198" y="1158081"/>
                    <a:pt x="6295829" y="1308357"/>
                  </a:cubicBezTo>
                  <a:cubicBezTo>
                    <a:pt x="6355109" y="1392704"/>
                    <a:pt x="6416394" y="1479918"/>
                    <a:pt x="6477556" y="1565250"/>
                  </a:cubicBezTo>
                  <a:lnTo>
                    <a:pt x="6487196" y="1578706"/>
                  </a:lnTo>
                  <a:cubicBezTo>
                    <a:pt x="6644966" y="1798922"/>
                    <a:pt x="6808118" y="2026632"/>
                    <a:pt x="7004639" y="2228290"/>
                  </a:cubicBezTo>
                  <a:cubicBezTo>
                    <a:pt x="7129796" y="2356736"/>
                    <a:pt x="7266862" y="2486308"/>
                    <a:pt x="7444315" y="2536142"/>
                  </a:cubicBezTo>
                  <a:cubicBezTo>
                    <a:pt x="7532724" y="2560962"/>
                    <a:pt x="7623633" y="2559871"/>
                    <a:pt x="7714506" y="2532870"/>
                  </a:cubicBezTo>
                  <a:cubicBezTo>
                    <a:pt x="7973068" y="2456474"/>
                    <a:pt x="8190963" y="2194973"/>
                    <a:pt x="8350069" y="2004028"/>
                  </a:cubicBezTo>
                  <a:cubicBezTo>
                    <a:pt x="8365777" y="1985188"/>
                    <a:pt x="8380606" y="1967387"/>
                    <a:pt x="8394907" y="1950447"/>
                  </a:cubicBezTo>
                  <a:cubicBezTo>
                    <a:pt x="8590373" y="1719026"/>
                    <a:pt x="8764397" y="1465124"/>
                    <a:pt x="8932685" y="1219578"/>
                  </a:cubicBezTo>
                  <a:cubicBezTo>
                    <a:pt x="9094676" y="983214"/>
                    <a:pt x="9262191" y="738793"/>
                    <a:pt x="9449671" y="512878"/>
                  </a:cubicBezTo>
                  <a:cubicBezTo>
                    <a:pt x="9465801" y="493440"/>
                    <a:pt x="9483603" y="471188"/>
                    <a:pt x="9502442" y="447635"/>
                  </a:cubicBezTo>
                  <a:cubicBezTo>
                    <a:pt x="9584836" y="344625"/>
                    <a:pt x="9697697" y="203549"/>
                    <a:pt x="9824103" y="108560"/>
                  </a:cubicBezTo>
                  <a:cubicBezTo>
                    <a:pt x="9893075" y="56738"/>
                    <a:pt x="9960377" y="23087"/>
                    <a:pt x="10024178" y="8557"/>
                  </a:cubicBezTo>
                  <a:cubicBezTo>
                    <a:pt x="10098427" y="-8365"/>
                    <a:pt x="10170707" y="-168"/>
                    <a:pt x="10238993" y="32955"/>
                  </a:cubicBezTo>
                  <a:cubicBezTo>
                    <a:pt x="10348653" y="86132"/>
                    <a:pt x="10425717" y="181666"/>
                    <a:pt x="10500248" y="274069"/>
                  </a:cubicBezTo>
                  <a:cubicBezTo>
                    <a:pt x="10533371" y="315143"/>
                    <a:pt x="10564664" y="353930"/>
                    <a:pt x="10598192" y="388390"/>
                  </a:cubicBezTo>
                  <a:cubicBezTo>
                    <a:pt x="10651157" y="442868"/>
                    <a:pt x="10734853" y="502183"/>
                    <a:pt x="10831760" y="570892"/>
                  </a:cubicBezTo>
                  <a:cubicBezTo>
                    <a:pt x="10956441" y="659266"/>
                    <a:pt x="11097746" y="759444"/>
                    <a:pt x="11219121" y="881065"/>
                  </a:cubicBezTo>
                  <a:cubicBezTo>
                    <a:pt x="11360109" y="1022335"/>
                    <a:pt x="11444965" y="1164027"/>
                    <a:pt x="11478528" y="1314285"/>
                  </a:cubicBezTo>
                  <a:lnTo>
                    <a:pt x="11474535" y="1315182"/>
                  </a:lnTo>
                  <a:cubicBezTo>
                    <a:pt x="11399283" y="978236"/>
                    <a:pt x="11069900" y="744739"/>
                    <a:pt x="10829385" y="574234"/>
                  </a:cubicBezTo>
                  <a:cubicBezTo>
                    <a:pt x="10732320" y="505420"/>
                    <a:pt x="10648483" y="445999"/>
                    <a:pt x="10595254" y="391257"/>
                  </a:cubicBezTo>
                  <a:cubicBezTo>
                    <a:pt x="10561604" y="356639"/>
                    <a:pt x="10530257" y="317781"/>
                    <a:pt x="10497064" y="276655"/>
                  </a:cubicBezTo>
                  <a:cubicBezTo>
                    <a:pt x="10422814" y="184621"/>
                    <a:pt x="10346031" y="89438"/>
                    <a:pt x="10237199" y="36649"/>
                  </a:cubicBezTo>
                  <a:cubicBezTo>
                    <a:pt x="10110195" y="-24953"/>
                    <a:pt x="9975874" y="-343"/>
                    <a:pt x="9826548" y="111849"/>
                  </a:cubicBezTo>
                  <a:cubicBezTo>
                    <a:pt x="9700547" y="206521"/>
                    <a:pt x="9587879" y="347369"/>
                    <a:pt x="9505608" y="450203"/>
                  </a:cubicBezTo>
                  <a:cubicBezTo>
                    <a:pt x="9486752" y="473774"/>
                    <a:pt x="9468933" y="496044"/>
                    <a:pt x="9452784" y="515499"/>
                  </a:cubicBezTo>
                  <a:cubicBezTo>
                    <a:pt x="9265445" y="741274"/>
                    <a:pt x="9097983" y="985606"/>
                    <a:pt x="8936027" y="1221900"/>
                  </a:cubicBezTo>
                  <a:cubicBezTo>
                    <a:pt x="8767685" y="1467516"/>
                    <a:pt x="8593610" y="1721506"/>
                    <a:pt x="8398003" y="1953085"/>
                  </a:cubicBezTo>
                  <a:cubicBezTo>
                    <a:pt x="8383720" y="1970008"/>
                    <a:pt x="8368891" y="1987809"/>
                    <a:pt x="8353183" y="2006649"/>
                  </a:cubicBezTo>
                  <a:cubicBezTo>
                    <a:pt x="8276206" y="2099035"/>
                    <a:pt x="8180391" y="2214006"/>
                    <a:pt x="8073141" y="2313393"/>
                  </a:cubicBezTo>
                  <a:cubicBezTo>
                    <a:pt x="7947580" y="2429737"/>
                    <a:pt x="7830638" y="2502807"/>
                    <a:pt x="7715631" y="2536792"/>
                  </a:cubicBezTo>
                  <a:cubicBezTo>
                    <a:pt x="7667943" y="2550935"/>
                    <a:pt x="7620185" y="2558024"/>
                    <a:pt x="7572796" y="2558024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" name="任意多边形: 形状 1402"/>
            <p:cNvSpPr/>
            <p:nvPr>
              <p:custDataLst>
                <p:tags r:id="rId22"/>
              </p:custDataLst>
            </p:nvPr>
          </p:nvSpPr>
          <p:spPr>
            <a:xfrm>
              <a:off x="633276" y="2496356"/>
              <a:ext cx="11557702" cy="2669181"/>
            </a:xfrm>
            <a:custGeom>
              <a:avLst/>
              <a:gdLst>
                <a:gd name="connsiteX0" fmla="*/ 7689368 w 11557702"/>
                <a:gd name="connsiteY0" fmla="*/ 2669181 h 2669181"/>
                <a:gd name="connsiteX1" fmla="*/ 7556349 w 11557702"/>
                <a:gd name="connsiteY1" fmla="*/ 2650096 h 2669181"/>
                <a:gd name="connsiteX2" fmla="*/ 7307848 w 11557702"/>
                <a:gd name="connsiteY2" fmla="*/ 2515317 h 2669181"/>
                <a:gd name="connsiteX3" fmla="*/ 7108741 w 11557702"/>
                <a:gd name="connsiteY3" fmla="*/ 2324811 h 2669181"/>
                <a:gd name="connsiteX4" fmla="*/ 6590418 w 11557702"/>
                <a:gd name="connsiteY4" fmla="*/ 1641947 h 2669181"/>
                <a:gd name="connsiteX5" fmla="*/ 6580936 w 11557702"/>
                <a:gd name="connsiteY5" fmla="*/ 1628032 h 2669181"/>
                <a:gd name="connsiteX6" fmla="*/ 6408778 w 11557702"/>
                <a:gd name="connsiteY6" fmla="*/ 1372301 h 2669181"/>
                <a:gd name="connsiteX7" fmla="*/ 6073291 w 11557702"/>
                <a:gd name="connsiteY7" fmla="*/ 882053 h 2669181"/>
                <a:gd name="connsiteX8" fmla="*/ 5532787 w 11557702"/>
                <a:gd name="connsiteY8" fmla="*/ 250799 h 2669181"/>
                <a:gd name="connsiteX9" fmla="*/ 5045933 w 11557702"/>
                <a:gd name="connsiteY9" fmla="*/ 36071 h 2669181"/>
                <a:gd name="connsiteX10" fmla="*/ 4714844 w 11557702"/>
                <a:gd name="connsiteY10" fmla="*/ 227597 h 2669181"/>
                <a:gd name="connsiteX11" fmla="*/ 4529264 w 11557702"/>
                <a:gd name="connsiteY11" fmla="*/ 678214 h 2669181"/>
                <a:gd name="connsiteX12" fmla="*/ 4343349 w 11557702"/>
                <a:gd name="connsiteY12" fmla="*/ 1173616 h 2669181"/>
                <a:gd name="connsiteX13" fmla="*/ 4006843 w 11557702"/>
                <a:gd name="connsiteY13" fmla="*/ 1685343 h 2669181"/>
                <a:gd name="connsiteX14" fmla="*/ 3744919 w 11557702"/>
                <a:gd name="connsiteY14" fmla="*/ 1922217 h 2669181"/>
                <a:gd name="connsiteX15" fmla="*/ 3400778 w 11557702"/>
                <a:gd name="connsiteY15" fmla="*/ 2133039 h 2669181"/>
                <a:gd name="connsiteX16" fmla="*/ 2959572 w 11557702"/>
                <a:gd name="connsiteY16" fmla="*/ 2307784 h 2669181"/>
                <a:gd name="connsiteX17" fmla="*/ 2406456 w 11557702"/>
                <a:gd name="connsiteY17" fmla="*/ 2436476 h 2669181"/>
                <a:gd name="connsiteX18" fmla="*/ 1485327 w 11557702"/>
                <a:gd name="connsiteY18" fmla="*/ 2566576 h 2669181"/>
                <a:gd name="connsiteX19" fmla="*/ 742250 w 11557702"/>
                <a:gd name="connsiteY19" fmla="*/ 2455738 h 2669181"/>
                <a:gd name="connsiteX20" fmla="*/ 129431 w 11557702"/>
                <a:gd name="connsiteY20" fmla="*/ 2127428 h 2669181"/>
                <a:gd name="connsiteX21" fmla="*/ 0 w 11557702"/>
                <a:gd name="connsiteY21" fmla="*/ 2048288 h 2669181"/>
                <a:gd name="connsiteX22" fmla="*/ 2076 w 11557702"/>
                <a:gd name="connsiteY22" fmla="*/ 2044840 h 2669181"/>
                <a:gd name="connsiteX23" fmla="*/ 131542 w 11557702"/>
                <a:gd name="connsiteY23" fmla="*/ 2123998 h 2669181"/>
                <a:gd name="connsiteX24" fmla="*/ 1484888 w 11557702"/>
                <a:gd name="connsiteY24" fmla="*/ 2562565 h 2669181"/>
                <a:gd name="connsiteX25" fmla="*/ 2405805 w 11557702"/>
                <a:gd name="connsiteY25" fmla="*/ 2432500 h 2669181"/>
                <a:gd name="connsiteX26" fmla="*/ 4525464 w 11557702"/>
                <a:gd name="connsiteY26" fmla="*/ 676930 h 2669181"/>
                <a:gd name="connsiteX27" fmla="*/ 4711519 w 11557702"/>
                <a:gd name="connsiteY27" fmla="*/ 225328 h 2669181"/>
                <a:gd name="connsiteX28" fmla="*/ 5045792 w 11557702"/>
                <a:gd name="connsiteY28" fmla="*/ 32008 h 2669181"/>
                <a:gd name="connsiteX29" fmla="*/ 5308437 w 11557702"/>
                <a:gd name="connsiteY29" fmla="*/ 93135 h 2669181"/>
                <a:gd name="connsiteX30" fmla="*/ 5535425 w 11557702"/>
                <a:gd name="connsiteY30" fmla="*/ 247685 h 2669181"/>
                <a:gd name="connsiteX31" fmla="*/ 6076598 w 11557702"/>
                <a:gd name="connsiteY31" fmla="*/ 879678 h 2669181"/>
                <a:gd name="connsiteX32" fmla="*/ 6412155 w 11557702"/>
                <a:gd name="connsiteY32" fmla="*/ 1370032 h 2669181"/>
                <a:gd name="connsiteX33" fmla="*/ 6584296 w 11557702"/>
                <a:gd name="connsiteY33" fmla="*/ 1625746 h 2669181"/>
                <a:gd name="connsiteX34" fmla="*/ 6593778 w 11557702"/>
                <a:gd name="connsiteY34" fmla="*/ 1639660 h 2669181"/>
                <a:gd name="connsiteX35" fmla="*/ 7111713 w 11557702"/>
                <a:gd name="connsiteY35" fmla="*/ 2322050 h 2669181"/>
                <a:gd name="connsiteX36" fmla="*/ 7557492 w 11557702"/>
                <a:gd name="connsiteY36" fmla="*/ 2646208 h 2669181"/>
                <a:gd name="connsiteX37" fmla="*/ 7833681 w 11557702"/>
                <a:gd name="connsiteY37" fmla="*/ 2643095 h 2669181"/>
                <a:gd name="connsiteX38" fmla="*/ 8480168 w 11557702"/>
                <a:gd name="connsiteY38" fmla="*/ 2085404 h 2669181"/>
                <a:gd name="connsiteX39" fmla="*/ 8521770 w 11557702"/>
                <a:gd name="connsiteY39" fmla="*/ 2033530 h 2669181"/>
                <a:gd name="connsiteX40" fmla="*/ 9059073 w 11557702"/>
                <a:gd name="connsiteY40" fmla="*/ 1272176 h 2669181"/>
                <a:gd name="connsiteX41" fmla="*/ 9577272 w 11557702"/>
                <a:gd name="connsiteY41" fmla="*/ 534024 h 2669181"/>
                <a:gd name="connsiteX42" fmla="*/ 9626579 w 11557702"/>
                <a:gd name="connsiteY42" fmla="*/ 470628 h 2669181"/>
                <a:gd name="connsiteX43" fmla="*/ 10378135 w 11557702"/>
                <a:gd name="connsiteY43" fmla="*/ 35790 h 2669181"/>
                <a:gd name="connsiteX44" fmla="*/ 10648079 w 11557702"/>
                <a:gd name="connsiteY44" fmla="*/ 298170 h 2669181"/>
                <a:gd name="connsiteX45" fmla="*/ 10739585 w 11557702"/>
                <a:gd name="connsiteY45" fmla="*/ 412421 h 2669181"/>
                <a:gd name="connsiteX46" fmla="*/ 10966872 w 11557702"/>
                <a:gd name="connsiteY46" fmla="*/ 606955 h 2669181"/>
                <a:gd name="connsiteX47" fmla="*/ 11319351 w 11557702"/>
                <a:gd name="connsiteY47" fmla="*/ 913434 h 2669181"/>
                <a:gd name="connsiteX48" fmla="*/ 11557703 w 11557702"/>
                <a:gd name="connsiteY48" fmla="*/ 1327076 h 2669181"/>
                <a:gd name="connsiteX49" fmla="*/ 11553780 w 11557702"/>
                <a:gd name="connsiteY49" fmla="*/ 1327991 h 2669181"/>
                <a:gd name="connsiteX50" fmla="*/ 10964410 w 11557702"/>
                <a:gd name="connsiteY50" fmla="*/ 610139 h 2669181"/>
                <a:gd name="connsiteX51" fmla="*/ 10736594 w 11557702"/>
                <a:gd name="connsiteY51" fmla="*/ 415112 h 2669181"/>
                <a:gd name="connsiteX52" fmla="*/ 10644878 w 11557702"/>
                <a:gd name="connsiteY52" fmla="*/ 300615 h 2669181"/>
                <a:gd name="connsiteX53" fmla="*/ 10376305 w 11557702"/>
                <a:gd name="connsiteY53" fmla="*/ 39378 h 2669181"/>
                <a:gd name="connsiteX54" fmla="*/ 9629745 w 11557702"/>
                <a:gd name="connsiteY54" fmla="*/ 473091 h 2669181"/>
                <a:gd name="connsiteX55" fmla="*/ 9580404 w 11557702"/>
                <a:gd name="connsiteY55" fmla="*/ 536540 h 2669181"/>
                <a:gd name="connsiteX56" fmla="*/ 9062415 w 11557702"/>
                <a:gd name="connsiteY56" fmla="*/ 1274392 h 2669181"/>
                <a:gd name="connsiteX57" fmla="*/ 8524883 w 11557702"/>
                <a:gd name="connsiteY57" fmla="*/ 2036063 h 2669181"/>
                <a:gd name="connsiteX58" fmla="*/ 8483300 w 11557702"/>
                <a:gd name="connsiteY58" fmla="*/ 2087920 h 2669181"/>
                <a:gd name="connsiteX59" fmla="*/ 8200286 w 11557702"/>
                <a:gd name="connsiteY59" fmla="*/ 2410653 h 2669181"/>
                <a:gd name="connsiteX60" fmla="*/ 7834824 w 11557702"/>
                <a:gd name="connsiteY60" fmla="*/ 2646929 h 2669181"/>
                <a:gd name="connsiteX61" fmla="*/ 7689368 w 11557702"/>
                <a:gd name="connsiteY61" fmla="*/ 2669181 h 2669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1557702" h="2669181">
                  <a:moveTo>
                    <a:pt x="7689368" y="2669181"/>
                  </a:moveTo>
                  <a:cubicBezTo>
                    <a:pt x="7644636" y="2669181"/>
                    <a:pt x="7600202" y="2662814"/>
                    <a:pt x="7556349" y="2650096"/>
                  </a:cubicBezTo>
                  <a:cubicBezTo>
                    <a:pt x="7472934" y="2625891"/>
                    <a:pt x="7391648" y="2581809"/>
                    <a:pt x="7307848" y="2515317"/>
                  </a:cubicBezTo>
                  <a:cubicBezTo>
                    <a:pt x="7234829" y="2457391"/>
                    <a:pt x="7169005" y="2389527"/>
                    <a:pt x="7108741" y="2324811"/>
                  </a:cubicBezTo>
                  <a:cubicBezTo>
                    <a:pt x="6911040" y="2112546"/>
                    <a:pt x="6748046" y="1873315"/>
                    <a:pt x="6590418" y="1641947"/>
                  </a:cubicBezTo>
                  <a:lnTo>
                    <a:pt x="6580936" y="1628032"/>
                  </a:lnTo>
                  <a:cubicBezTo>
                    <a:pt x="6523028" y="1543053"/>
                    <a:pt x="6464944" y="1456243"/>
                    <a:pt x="6408778" y="1372301"/>
                  </a:cubicBezTo>
                  <a:cubicBezTo>
                    <a:pt x="6300613" y="1210644"/>
                    <a:pt x="6188773" y="1043499"/>
                    <a:pt x="6073291" y="882053"/>
                  </a:cubicBezTo>
                  <a:cubicBezTo>
                    <a:pt x="5907623" y="650421"/>
                    <a:pt x="5741604" y="427848"/>
                    <a:pt x="5532787" y="250799"/>
                  </a:cubicBezTo>
                  <a:cubicBezTo>
                    <a:pt x="5419134" y="154438"/>
                    <a:pt x="5245023" y="27364"/>
                    <a:pt x="5045933" y="36071"/>
                  </a:cubicBezTo>
                  <a:cubicBezTo>
                    <a:pt x="4902588" y="42351"/>
                    <a:pt x="4797379" y="103214"/>
                    <a:pt x="4714844" y="227597"/>
                  </a:cubicBezTo>
                  <a:cubicBezTo>
                    <a:pt x="4639117" y="341707"/>
                    <a:pt x="4588210" y="497647"/>
                    <a:pt x="4529264" y="678214"/>
                  </a:cubicBezTo>
                  <a:cubicBezTo>
                    <a:pt x="4479817" y="829668"/>
                    <a:pt x="4423791" y="1001335"/>
                    <a:pt x="4343349" y="1173616"/>
                  </a:cubicBezTo>
                  <a:cubicBezTo>
                    <a:pt x="4250912" y="1371615"/>
                    <a:pt x="4140830" y="1539007"/>
                    <a:pt x="4006843" y="1685343"/>
                  </a:cubicBezTo>
                  <a:cubicBezTo>
                    <a:pt x="3928530" y="1770885"/>
                    <a:pt x="3840401" y="1850588"/>
                    <a:pt x="3744919" y="1922217"/>
                  </a:cubicBezTo>
                  <a:cubicBezTo>
                    <a:pt x="3641382" y="1999896"/>
                    <a:pt x="3525601" y="2070839"/>
                    <a:pt x="3400778" y="2133039"/>
                  </a:cubicBezTo>
                  <a:cubicBezTo>
                    <a:pt x="3267038" y="2199690"/>
                    <a:pt x="3118591" y="2258477"/>
                    <a:pt x="2959572" y="2307784"/>
                  </a:cubicBezTo>
                  <a:cubicBezTo>
                    <a:pt x="2790633" y="2360168"/>
                    <a:pt x="2604543" y="2403458"/>
                    <a:pt x="2406456" y="2436476"/>
                  </a:cubicBezTo>
                  <a:cubicBezTo>
                    <a:pt x="2079870" y="2490901"/>
                    <a:pt x="1778561" y="2533453"/>
                    <a:pt x="1485327" y="2566576"/>
                  </a:cubicBezTo>
                  <a:cubicBezTo>
                    <a:pt x="1242912" y="2593946"/>
                    <a:pt x="999846" y="2557693"/>
                    <a:pt x="742250" y="2455738"/>
                  </a:cubicBezTo>
                  <a:cubicBezTo>
                    <a:pt x="517689" y="2366853"/>
                    <a:pt x="311423" y="2239656"/>
                    <a:pt x="129431" y="2127428"/>
                  </a:cubicBezTo>
                  <a:cubicBezTo>
                    <a:pt x="84575" y="2099758"/>
                    <a:pt x="42182" y="2073636"/>
                    <a:pt x="0" y="2048288"/>
                  </a:cubicBezTo>
                  <a:lnTo>
                    <a:pt x="2076" y="2044840"/>
                  </a:lnTo>
                  <a:cubicBezTo>
                    <a:pt x="44275" y="2070206"/>
                    <a:pt x="86669" y="2096328"/>
                    <a:pt x="131542" y="2123998"/>
                  </a:cubicBezTo>
                  <a:cubicBezTo>
                    <a:pt x="492676" y="2346694"/>
                    <a:pt x="942114" y="2623850"/>
                    <a:pt x="1484888" y="2562565"/>
                  </a:cubicBezTo>
                  <a:cubicBezTo>
                    <a:pt x="1778051" y="2529460"/>
                    <a:pt x="2079289" y="2486926"/>
                    <a:pt x="2405805" y="2432500"/>
                  </a:cubicBezTo>
                  <a:cubicBezTo>
                    <a:pt x="4041355" y="2159918"/>
                    <a:pt x="4321150" y="1302784"/>
                    <a:pt x="4525464" y="676930"/>
                  </a:cubicBezTo>
                  <a:cubicBezTo>
                    <a:pt x="4584498" y="496081"/>
                    <a:pt x="4635476" y="339913"/>
                    <a:pt x="4711519" y="225328"/>
                  </a:cubicBezTo>
                  <a:cubicBezTo>
                    <a:pt x="4794828" y="99767"/>
                    <a:pt x="4901057" y="38340"/>
                    <a:pt x="5045792" y="32008"/>
                  </a:cubicBezTo>
                  <a:cubicBezTo>
                    <a:pt x="5130069" y="28331"/>
                    <a:pt x="5218443" y="48877"/>
                    <a:pt x="5308437" y="93135"/>
                  </a:cubicBezTo>
                  <a:cubicBezTo>
                    <a:pt x="5380013" y="128334"/>
                    <a:pt x="5454262" y="178889"/>
                    <a:pt x="5535425" y="247685"/>
                  </a:cubicBezTo>
                  <a:cubicBezTo>
                    <a:pt x="5744594" y="425033"/>
                    <a:pt x="5910772" y="647835"/>
                    <a:pt x="6076598" y="879678"/>
                  </a:cubicBezTo>
                  <a:cubicBezTo>
                    <a:pt x="6192097" y="1041159"/>
                    <a:pt x="6303973" y="1208340"/>
                    <a:pt x="6412155" y="1370032"/>
                  </a:cubicBezTo>
                  <a:cubicBezTo>
                    <a:pt x="6468321" y="1453974"/>
                    <a:pt x="6526405" y="1540783"/>
                    <a:pt x="6584296" y="1625746"/>
                  </a:cubicBezTo>
                  <a:lnTo>
                    <a:pt x="6593778" y="1639660"/>
                  </a:lnTo>
                  <a:cubicBezTo>
                    <a:pt x="6751318" y="1870905"/>
                    <a:pt x="6914224" y="2110013"/>
                    <a:pt x="7111713" y="2322050"/>
                  </a:cubicBezTo>
                  <a:cubicBezTo>
                    <a:pt x="7232014" y="2451199"/>
                    <a:pt x="7375588" y="2593419"/>
                    <a:pt x="7557492" y="2646208"/>
                  </a:cubicBezTo>
                  <a:cubicBezTo>
                    <a:pt x="7647925" y="2672453"/>
                    <a:pt x="7740839" y="2671398"/>
                    <a:pt x="7833681" y="2643095"/>
                  </a:cubicBezTo>
                  <a:cubicBezTo>
                    <a:pt x="8099017" y="2562565"/>
                    <a:pt x="8319321" y="2286781"/>
                    <a:pt x="8480168" y="2085404"/>
                  </a:cubicBezTo>
                  <a:cubicBezTo>
                    <a:pt x="8494734" y="2067163"/>
                    <a:pt x="8508489" y="2049941"/>
                    <a:pt x="8521770" y="2033530"/>
                  </a:cubicBezTo>
                  <a:cubicBezTo>
                    <a:pt x="8717341" y="1791607"/>
                    <a:pt x="8891066" y="1527538"/>
                    <a:pt x="9059073" y="1272176"/>
                  </a:cubicBezTo>
                  <a:cubicBezTo>
                    <a:pt x="9221328" y="1025539"/>
                    <a:pt x="9389107" y="770511"/>
                    <a:pt x="9577272" y="534024"/>
                  </a:cubicBezTo>
                  <a:cubicBezTo>
                    <a:pt x="9592348" y="515079"/>
                    <a:pt x="9608970" y="493478"/>
                    <a:pt x="9626579" y="470628"/>
                  </a:cubicBezTo>
                  <a:cubicBezTo>
                    <a:pt x="9795536" y="251168"/>
                    <a:pt x="10078339" y="-116122"/>
                    <a:pt x="10378135" y="35790"/>
                  </a:cubicBezTo>
                  <a:cubicBezTo>
                    <a:pt x="10492720" y="93839"/>
                    <a:pt x="10571701" y="197728"/>
                    <a:pt x="10648079" y="298170"/>
                  </a:cubicBezTo>
                  <a:cubicBezTo>
                    <a:pt x="10679109" y="338980"/>
                    <a:pt x="10708414" y="377521"/>
                    <a:pt x="10739585" y="412421"/>
                  </a:cubicBezTo>
                  <a:cubicBezTo>
                    <a:pt x="10791863" y="470962"/>
                    <a:pt x="10872956" y="533989"/>
                    <a:pt x="10966872" y="606955"/>
                  </a:cubicBezTo>
                  <a:cubicBezTo>
                    <a:pt x="11080489" y="695242"/>
                    <a:pt x="11209269" y="795314"/>
                    <a:pt x="11319351" y="913434"/>
                  </a:cubicBezTo>
                  <a:cubicBezTo>
                    <a:pt x="11446795" y="1050183"/>
                    <a:pt x="11524756" y="1185490"/>
                    <a:pt x="11557703" y="1327076"/>
                  </a:cubicBezTo>
                  <a:lnTo>
                    <a:pt x="11553780" y="1327991"/>
                  </a:lnTo>
                  <a:cubicBezTo>
                    <a:pt x="11479970" y="1010745"/>
                    <a:pt x="11194107" y="788630"/>
                    <a:pt x="10964410" y="610139"/>
                  </a:cubicBezTo>
                  <a:cubicBezTo>
                    <a:pt x="10870353" y="537050"/>
                    <a:pt x="10789120" y="473935"/>
                    <a:pt x="10736594" y="415112"/>
                  </a:cubicBezTo>
                  <a:cubicBezTo>
                    <a:pt x="10705318" y="380089"/>
                    <a:pt x="10675960" y="341478"/>
                    <a:pt x="10644878" y="300615"/>
                  </a:cubicBezTo>
                  <a:cubicBezTo>
                    <a:pt x="10568763" y="200525"/>
                    <a:pt x="10490063" y="97022"/>
                    <a:pt x="10376305" y="39378"/>
                  </a:cubicBezTo>
                  <a:cubicBezTo>
                    <a:pt x="10079465" y="-111021"/>
                    <a:pt x="9797946" y="254616"/>
                    <a:pt x="9629745" y="473091"/>
                  </a:cubicBezTo>
                  <a:cubicBezTo>
                    <a:pt x="9612137" y="495958"/>
                    <a:pt x="9595497" y="517577"/>
                    <a:pt x="9580404" y="536540"/>
                  </a:cubicBezTo>
                  <a:cubicBezTo>
                    <a:pt x="9392343" y="772886"/>
                    <a:pt x="9224617" y="1027843"/>
                    <a:pt x="9062415" y="1274392"/>
                  </a:cubicBezTo>
                  <a:cubicBezTo>
                    <a:pt x="8894355" y="1529842"/>
                    <a:pt x="8720578" y="1793999"/>
                    <a:pt x="8524883" y="2036063"/>
                  </a:cubicBezTo>
                  <a:cubicBezTo>
                    <a:pt x="8511603" y="2052475"/>
                    <a:pt x="8497864" y="2069696"/>
                    <a:pt x="8483300" y="2087920"/>
                  </a:cubicBezTo>
                  <a:cubicBezTo>
                    <a:pt x="8405831" y="2184914"/>
                    <a:pt x="8309399" y="2305602"/>
                    <a:pt x="8200286" y="2410653"/>
                  </a:cubicBezTo>
                  <a:cubicBezTo>
                    <a:pt x="8072314" y="2533857"/>
                    <a:pt x="7952769" y="2611150"/>
                    <a:pt x="7834824" y="2646929"/>
                  </a:cubicBezTo>
                  <a:cubicBezTo>
                    <a:pt x="7786240" y="2661776"/>
                    <a:pt x="7737637" y="2669181"/>
                    <a:pt x="7689368" y="266918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6" name="任意多边形: 形状 1403"/>
            <p:cNvSpPr/>
            <p:nvPr>
              <p:custDataLst>
                <p:tags r:id="rId23"/>
              </p:custDataLst>
            </p:nvPr>
          </p:nvSpPr>
          <p:spPr>
            <a:xfrm>
              <a:off x="554066" y="2433721"/>
              <a:ext cx="11636807" cy="2779996"/>
            </a:xfrm>
            <a:custGeom>
              <a:avLst/>
              <a:gdLst>
                <a:gd name="connsiteX0" fmla="*/ 7805976 w 11636807"/>
                <a:gd name="connsiteY0" fmla="*/ 2779996 h 2779996"/>
                <a:gd name="connsiteX1" fmla="*/ 7669509 w 11636807"/>
                <a:gd name="connsiteY1" fmla="*/ 2759820 h 2779996"/>
                <a:gd name="connsiteX2" fmla="*/ 7215796 w 11636807"/>
                <a:gd name="connsiteY2" fmla="*/ 2418212 h 2779996"/>
                <a:gd name="connsiteX3" fmla="*/ 6696735 w 11636807"/>
                <a:gd name="connsiteY3" fmla="*/ 1702118 h 2779996"/>
                <a:gd name="connsiteX4" fmla="*/ 6687675 w 11636807"/>
                <a:gd name="connsiteY4" fmla="*/ 1688169 h 2779996"/>
                <a:gd name="connsiteX5" fmla="*/ 6523943 w 11636807"/>
                <a:gd name="connsiteY5" fmla="*/ 1433107 h 2779996"/>
                <a:gd name="connsiteX6" fmla="*/ 6181121 w 11636807"/>
                <a:gd name="connsiteY6" fmla="*/ 908926 h 2779996"/>
                <a:gd name="connsiteX7" fmla="*/ 5636993 w 11636807"/>
                <a:gd name="connsiteY7" fmla="*/ 251884 h 2779996"/>
                <a:gd name="connsiteX8" fmla="*/ 5140412 w 11636807"/>
                <a:gd name="connsiteY8" fmla="*/ 31053 h 2779996"/>
                <a:gd name="connsiteX9" fmla="*/ 4817819 w 11636807"/>
                <a:gd name="connsiteY9" fmla="*/ 233819 h 2779996"/>
                <a:gd name="connsiteX10" fmla="*/ 4644816 w 11636807"/>
                <a:gd name="connsiteY10" fmla="*/ 704102 h 2779996"/>
                <a:gd name="connsiteX11" fmla="*/ 4467644 w 11636807"/>
                <a:gd name="connsiteY11" fmla="*/ 1232399 h 2779996"/>
                <a:gd name="connsiteX12" fmla="*/ 4133055 w 11636807"/>
                <a:gd name="connsiteY12" fmla="*/ 1778374 h 2779996"/>
                <a:gd name="connsiteX13" fmla="*/ 3866980 w 11636807"/>
                <a:gd name="connsiteY13" fmla="*/ 2030657 h 2779996"/>
                <a:gd name="connsiteX14" fmla="*/ 3513886 w 11636807"/>
                <a:gd name="connsiteY14" fmla="*/ 2254549 h 2779996"/>
                <a:gd name="connsiteX15" fmla="*/ 3057939 w 11636807"/>
                <a:gd name="connsiteY15" fmla="*/ 2439145 h 2779996"/>
                <a:gd name="connsiteX16" fmla="*/ 2483273 w 11636807"/>
                <a:gd name="connsiteY16" fmla="*/ 2573571 h 2779996"/>
                <a:gd name="connsiteX17" fmla="*/ 1538609 w 11636807"/>
                <a:gd name="connsiteY17" fmla="*/ 2697251 h 2779996"/>
                <a:gd name="connsiteX18" fmla="*/ 1407876 w 11636807"/>
                <a:gd name="connsiteY18" fmla="*/ 2703513 h 2779996"/>
                <a:gd name="connsiteX19" fmla="*/ 768231 w 11636807"/>
                <a:gd name="connsiteY19" fmla="*/ 2559921 h 2779996"/>
                <a:gd name="connsiteX20" fmla="*/ 130504 w 11636807"/>
                <a:gd name="connsiteY20" fmla="*/ 2190080 h 2779996"/>
                <a:gd name="connsiteX21" fmla="*/ 0 w 11636807"/>
                <a:gd name="connsiteY21" fmla="*/ 2104115 h 2779996"/>
                <a:gd name="connsiteX22" fmla="*/ 2146 w 11636807"/>
                <a:gd name="connsiteY22" fmla="*/ 2100790 h 2779996"/>
                <a:gd name="connsiteX23" fmla="*/ 132685 w 11636807"/>
                <a:gd name="connsiteY23" fmla="*/ 2186773 h 2779996"/>
                <a:gd name="connsiteX24" fmla="*/ 1538204 w 11636807"/>
                <a:gd name="connsiteY24" fmla="*/ 2693310 h 2779996"/>
                <a:gd name="connsiteX25" fmla="*/ 2482605 w 11636807"/>
                <a:gd name="connsiteY25" fmla="*/ 2569666 h 2779996"/>
                <a:gd name="connsiteX26" fmla="*/ 4640982 w 11636807"/>
                <a:gd name="connsiteY26" fmla="*/ 703029 h 2779996"/>
                <a:gd name="connsiteX27" fmla="*/ 4814389 w 11636807"/>
                <a:gd name="connsiteY27" fmla="*/ 231778 h 2779996"/>
                <a:gd name="connsiteX28" fmla="*/ 5140148 w 11636807"/>
                <a:gd name="connsiteY28" fmla="*/ 27112 h 2779996"/>
                <a:gd name="connsiteX29" fmla="*/ 5408703 w 11636807"/>
                <a:gd name="connsiteY29" fmla="*/ 88627 h 2779996"/>
                <a:gd name="connsiteX30" fmla="*/ 5639543 w 11636807"/>
                <a:gd name="connsiteY30" fmla="*/ 248911 h 2779996"/>
                <a:gd name="connsiteX31" fmla="*/ 6184340 w 11636807"/>
                <a:gd name="connsiteY31" fmla="*/ 906692 h 2779996"/>
                <a:gd name="connsiteX32" fmla="*/ 6527232 w 11636807"/>
                <a:gd name="connsiteY32" fmla="*/ 1430978 h 2779996"/>
                <a:gd name="connsiteX33" fmla="*/ 6690948 w 11636807"/>
                <a:gd name="connsiteY33" fmla="*/ 1686023 h 2779996"/>
                <a:gd name="connsiteX34" fmla="*/ 6700007 w 11636807"/>
                <a:gd name="connsiteY34" fmla="*/ 1699972 h 2779996"/>
                <a:gd name="connsiteX35" fmla="*/ 7218699 w 11636807"/>
                <a:gd name="connsiteY35" fmla="*/ 2415573 h 2779996"/>
                <a:gd name="connsiteX36" fmla="*/ 7670600 w 11636807"/>
                <a:gd name="connsiteY36" fmla="*/ 2756020 h 2779996"/>
                <a:gd name="connsiteX37" fmla="*/ 7952769 w 11636807"/>
                <a:gd name="connsiteY37" fmla="*/ 2753065 h 2779996"/>
                <a:gd name="connsiteX38" fmla="*/ 8610250 w 11636807"/>
                <a:gd name="connsiteY38" fmla="*/ 2166122 h 2779996"/>
                <a:gd name="connsiteX39" fmla="*/ 8648563 w 11636807"/>
                <a:gd name="connsiteY39" fmla="*/ 2116341 h 2779996"/>
                <a:gd name="connsiteX40" fmla="*/ 9185566 w 11636807"/>
                <a:gd name="connsiteY40" fmla="*/ 1324344 h 2779996"/>
                <a:gd name="connsiteX41" fmla="*/ 9704821 w 11636807"/>
                <a:gd name="connsiteY41" fmla="*/ 554881 h 2779996"/>
                <a:gd name="connsiteX42" fmla="*/ 9750610 w 11636807"/>
                <a:gd name="connsiteY42" fmla="*/ 493719 h 2779996"/>
                <a:gd name="connsiteX43" fmla="*/ 10080978 w 11636807"/>
                <a:gd name="connsiteY43" fmla="*/ 120483 h 2779996"/>
                <a:gd name="connsiteX44" fmla="*/ 10290710 w 11636807"/>
                <a:gd name="connsiteY44" fmla="*/ 9188 h 2779996"/>
                <a:gd name="connsiteX45" fmla="*/ 10517205 w 11636807"/>
                <a:gd name="connsiteY45" fmla="*/ 38335 h 2779996"/>
                <a:gd name="connsiteX46" fmla="*/ 10796772 w 11636807"/>
                <a:gd name="connsiteY46" fmla="*/ 323917 h 2779996"/>
                <a:gd name="connsiteX47" fmla="*/ 10880942 w 11636807"/>
                <a:gd name="connsiteY47" fmla="*/ 436180 h 2779996"/>
                <a:gd name="connsiteX48" fmla="*/ 11100015 w 11636807"/>
                <a:gd name="connsiteY48" fmla="*/ 642482 h 2779996"/>
                <a:gd name="connsiteX49" fmla="*/ 11636807 w 11636807"/>
                <a:gd name="connsiteY49" fmla="*/ 1339595 h 2779996"/>
                <a:gd name="connsiteX50" fmla="*/ 11632955 w 11636807"/>
                <a:gd name="connsiteY50" fmla="*/ 1340528 h 2779996"/>
                <a:gd name="connsiteX51" fmla="*/ 11097429 w 11636807"/>
                <a:gd name="connsiteY51" fmla="*/ 645490 h 2779996"/>
                <a:gd name="connsiteX52" fmla="*/ 10877864 w 11636807"/>
                <a:gd name="connsiteY52" fmla="*/ 438696 h 2779996"/>
                <a:gd name="connsiteX53" fmla="*/ 10793535 w 11636807"/>
                <a:gd name="connsiteY53" fmla="*/ 326222 h 2779996"/>
                <a:gd name="connsiteX54" fmla="*/ 10515340 w 11636807"/>
                <a:gd name="connsiteY54" fmla="*/ 41818 h 2779996"/>
                <a:gd name="connsiteX55" fmla="*/ 10083440 w 11636807"/>
                <a:gd name="connsiteY55" fmla="*/ 123561 h 2779996"/>
                <a:gd name="connsiteX56" fmla="*/ 9753759 w 11636807"/>
                <a:gd name="connsiteY56" fmla="*/ 496076 h 2779996"/>
                <a:gd name="connsiteX57" fmla="*/ 9707935 w 11636807"/>
                <a:gd name="connsiteY57" fmla="*/ 557274 h 2779996"/>
                <a:gd name="connsiteX58" fmla="*/ 9188874 w 11636807"/>
                <a:gd name="connsiteY58" fmla="*/ 1326455 h 2779996"/>
                <a:gd name="connsiteX59" fmla="*/ 8651658 w 11636807"/>
                <a:gd name="connsiteY59" fmla="*/ 2118750 h 2779996"/>
                <a:gd name="connsiteX60" fmla="*/ 8613364 w 11636807"/>
                <a:gd name="connsiteY60" fmla="*/ 2168514 h 2779996"/>
                <a:gd name="connsiteX61" fmla="*/ 8327430 w 11636807"/>
                <a:gd name="connsiteY61" fmla="*/ 2507396 h 2779996"/>
                <a:gd name="connsiteX62" fmla="*/ 7953930 w 11636807"/>
                <a:gd name="connsiteY62" fmla="*/ 2756812 h 2779996"/>
                <a:gd name="connsiteX63" fmla="*/ 7805976 w 11636807"/>
                <a:gd name="connsiteY63" fmla="*/ 2779996 h 2779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636807" h="2779996">
                  <a:moveTo>
                    <a:pt x="7805976" y="2779996"/>
                  </a:moveTo>
                  <a:cubicBezTo>
                    <a:pt x="7760100" y="2779996"/>
                    <a:pt x="7714523" y="2773277"/>
                    <a:pt x="7669509" y="2759820"/>
                  </a:cubicBezTo>
                  <a:cubicBezTo>
                    <a:pt x="7482134" y="2703794"/>
                    <a:pt x="7337065" y="2554116"/>
                    <a:pt x="7215796" y="2418212"/>
                  </a:cubicBezTo>
                  <a:cubicBezTo>
                    <a:pt x="7017006" y="2195428"/>
                    <a:pt x="6854187" y="1944657"/>
                    <a:pt x="6696735" y="1702118"/>
                  </a:cubicBezTo>
                  <a:lnTo>
                    <a:pt x="6687675" y="1688169"/>
                  </a:lnTo>
                  <a:cubicBezTo>
                    <a:pt x="6632635" y="1603400"/>
                    <a:pt x="6577383" y="1516820"/>
                    <a:pt x="6523943" y="1433107"/>
                  </a:cubicBezTo>
                  <a:cubicBezTo>
                    <a:pt x="6413597" y="1260227"/>
                    <a:pt x="6299505" y="1081454"/>
                    <a:pt x="6181121" y="908926"/>
                  </a:cubicBezTo>
                  <a:cubicBezTo>
                    <a:pt x="6015858" y="668059"/>
                    <a:pt x="5849891" y="436567"/>
                    <a:pt x="5636993" y="251884"/>
                  </a:cubicBezTo>
                  <a:cubicBezTo>
                    <a:pt x="5521212" y="151460"/>
                    <a:pt x="5343759" y="19320"/>
                    <a:pt x="5140412" y="31053"/>
                  </a:cubicBezTo>
                  <a:cubicBezTo>
                    <a:pt x="4999002" y="39215"/>
                    <a:pt x="4896502" y="103649"/>
                    <a:pt x="4817819" y="233819"/>
                  </a:cubicBezTo>
                  <a:cubicBezTo>
                    <a:pt x="4745628" y="353259"/>
                    <a:pt x="4698907" y="515848"/>
                    <a:pt x="4644816" y="704102"/>
                  </a:cubicBezTo>
                  <a:cubicBezTo>
                    <a:pt x="4598430" y="865548"/>
                    <a:pt x="4545852" y="1048542"/>
                    <a:pt x="4467644" y="1232399"/>
                  </a:cubicBezTo>
                  <a:cubicBezTo>
                    <a:pt x="4377721" y="1443801"/>
                    <a:pt x="4268291" y="1622398"/>
                    <a:pt x="4133055" y="1778374"/>
                  </a:cubicBezTo>
                  <a:cubicBezTo>
                    <a:pt x="4053985" y="1869581"/>
                    <a:pt x="3964467" y="1954455"/>
                    <a:pt x="3866980" y="2030657"/>
                  </a:cubicBezTo>
                  <a:cubicBezTo>
                    <a:pt x="3761226" y="2113315"/>
                    <a:pt x="3642437" y="2188638"/>
                    <a:pt x="3513886" y="2254549"/>
                  </a:cubicBezTo>
                  <a:cubicBezTo>
                    <a:pt x="3376116" y="2325193"/>
                    <a:pt x="3222727" y="2387288"/>
                    <a:pt x="3057939" y="2439145"/>
                  </a:cubicBezTo>
                  <a:cubicBezTo>
                    <a:pt x="2882860" y="2494238"/>
                    <a:pt x="2689505" y="2539464"/>
                    <a:pt x="2483273" y="2573571"/>
                  </a:cubicBezTo>
                  <a:cubicBezTo>
                    <a:pt x="2162141" y="2626677"/>
                    <a:pt x="1853145" y="2667135"/>
                    <a:pt x="1538609" y="2697251"/>
                  </a:cubicBezTo>
                  <a:cubicBezTo>
                    <a:pt x="1495108" y="2701419"/>
                    <a:pt x="1451536" y="2703513"/>
                    <a:pt x="1407876" y="2703513"/>
                  </a:cubicBezTo>
                  <a:cubicBezTo>
                    <a:pt x="1199956" y="2703513"/>
                    <a:pt x="989485" y="2656141"/>
                    <a:pt x="768231" y="2559921"/>
                  </a:cubicBezTo>
                  <a:cubicBezTo>
                    <a:pt x="534875" y="2458441"/>
                    <a:pt x="320042" y="2315870"/>
                    <a:pt x="130504" y="2190080"/>
                  </a:cubicBezTo>
                  <a:cubicBezTo>
                    <a:pt x="85279" y="2160071"/>
                    <a:pt x="42552" y="2131715"/>
                    <a:pt x="0" y="2104115"/>
                  </a:cubicBezTo>
                  <a:lnTo>
                    <a:pt x="2146" y="2100790"/>
                  </a:lnTo>
                  <a:cubicBezTo>
                    <a:pt x="44733" y="2128390"/>
                    <a:pt x="87460" y="2156746"/>
                    <a:pt x="132685" y="2186773"/>
                  </a:cubicBezTo>
                  <a:cubicBezTo>
                    <a:pt x="508824" y="2436383"/>
                    <a:pt x="976926" y="2747032"/>
                    <a:pt x="1538204" y="2693310"/>
                  </a:cubicBezTo>
                  <a:cubicBezTo>
                    <a:pt x="1852653" y="2663195"/>
                    <a:pt x="2161560" y="2622754"/>
                    <a:pt x="2482605" y="2569666"/>
                  </a:cubicBezTo>
                  <a:cubicBezTo>
                    <a:pt x="4185580" y="2288059"/>
                    <a:pt x="4448787" y="1371944"/>
                    <a:pt x="4640982" y="703029"/>
                  </a:cubicBezTo>
                  <a:cubicBezTo>
                    <a:pt x="4695143" y="514494"/>
                    <a:pt x="4741934" y="351658"/>
                    <a:pt x="4814389" y="231778"/>
                  </a:cubicBezTo>
                  <a:cubicBezTo>
                    <a:pt x="4893810" y="100395"/>
                    <a:pt x="4997313" y="35362"/>
                    <a:pt x="5140148" y="27112"/>
                  </a:cubicBezTo>
                  <a:cubicBezTo>
                    <a:pt x="5226395" y="22134"/>
                    <a:pt x="5316757" y="42838"/>
                    <a:pt x="5408703" y="88627"/>
                  </a:cubicBezTo>
                  <a:cubicBezTo>
                    <a:pt x="5481510" y="124898"/>
                    <a:pt x="5557026" y="177318"/>
                    <a:pt x="5639543" y="248911"/>
                  </a:cubicBezTo>
                  <a:cubicBezTo>
                    <a:pt x="5852793" y="433894"/>
                    <a:pt x="6018918" y="665614"/>
                    <a:pt x="6184340" y="906692"/>
                  </a:cubicBezTo>
                  <a:cubicBezTo>
                    <a:pt x="6302759" y="1079290"/>
                    <a:pt x="6416869" y="1258081"/>
                    <a:pt x="6527232" y="1430978"/>
                  </a:cubicBezTo>
                  <a:cubicBezTo>
                    <a:pt x="6580672" y="1514691"/>
                    <a:pt x="6635924" y="1601254"/>
                    <a:pt x="6690948" y="1686023"/>
                  </a:cubicBezTo>
                  <a:lnTo>
                    <a:pt x="6700007" y="1699972"/>
                  </a:lnTo>
                  <a:cubicBezTo>
                    <a:pt x="6857389" y="1942370"/>
                    <a:pt x="7020119" y="2193018"/>
                    <a:pt x="7218699" y="2415573"/>
                  </a:cubicBezTo>
                  <a:cubicBezTo>
                    <a:pt x="7339599" y="2551073"/>
                    <a:pt x="7484210" y="2700294"/>
                    <a:pt x="7670600" y="2756020"/>
                  </a:cubicBezTo>
                  <a:cubicBezTo>
                    <a:pt x="7763056" y="2783673"/>
                    <a:pt x="7857991" y="2782670"/>
                    <a:pt x="7952769" y="2753065"/>
                  </a:cubicBezTo>
                  <a:cubicBezTo>
                    <a:pt x="8225000" y="2668332"/>
                    <a:pt x="8456826" y="2366109"/>
                    <a:pt x="8610250" y="2166122"/>
                  </a:cubicBezTo>
                  <a:cubicBezTo>
                    <a:pt x="8623654" y="2148654"/>
                    <a:pt x="8636320" y="2132137"/>
                    <a:pt x="8648563" y="2116341"/>
                  </a:cubicBezTo>
                  <a:cubicBezTo>
                    <a:pt x="8844239" y="1863881"/>
                    <a:pt x="9017753" y="1589592"/>
                    <a:pt x="9185566" y="1324344"/>
                  </a:cubicBezTo>
                  <a:cubicBezTo>
                    <a:pt x="9348068" y="1067487"/>
                    <a:pt x="9516092" y="801888"/>
                    <a:pt x="9704821" y="554881"/>
                  </a:cubicBezTo>
                  <a:cubicBezTo>
                    <a:pt x="9718841" y="536534"/>
                    <a:pt x="9734268" y="515742"/>
                    <a:pt x="9750610" y="493719"/>
                  </a:cubicBezTo>
                  <a:cubicBezTo>
                    <a:pt x="9834358" y="380858"/>
                    <a:pt x="9949066" y="226290"/>
                    <a:pt x="10080978" y="120483"/>
                  </a:cubicBezTo>
                  <a:cubicBezTo>
                    <a:pt x="10153116" y="62610"/>
                    <a:pt x="10223689" y="25177"/>
                    <a:pt x="10290710" y="9188"/>
                  </a:cubicBezTo>
                  <a:cubicBezTo>
                    <a:pt x="10368969" y="-9476"/>
                    <a:pt x="10445172" y="322"/>
                    <a:pt x="10517205" y="38335"/>
                  </a:cubicBezTo>
                  <a:cubicBezTo>
                    <a:pt x="10637225" y="101661"/>
                    <a:pt x="10718336" y="214645"/>
                    <a:pt x="10796772" y="323917"/>
                  </a:cubicBezTo>
                  <a:cubicBezTo>
                    <a:pt x="10825391" y="363795"/>
                    <a:pt x="10852445" y="401474"/>
                    <a:pt x="10880942" y="436180"/>
                  </a:cubicBezTo>
                  <a:cubicBezTo>
                    <a:pt x="10932377" y="498838"/>
                    <a:pt x="11010057" y="565400"/>
                    <a:pt x="11100015" y="642482"/>
                  </a:cubicBezTo>
                  <a:cubicBezTo>
                    <a:pt x="11306756" y="819619"/>
                    <a:pt x="11564036" y="1040081"/>
                    <a:pt x="11636807" y="1339595"/>
                  </a:cubicBezTo>
                  <a:lnTo>
                    <a:pt x="11632955" y="1340528"/>
                  </a:lnTo>
                  <a:cubicBezTo>
                    <a:pt x="11560483" y="1042262"/>
                    <a:pt x="11303730" y="822257"/>
                    <a:pt x="11097429" y="645490"/>
                  </a:cubicBezTo>
                  <a:cubicBezTo>
                    <a:pt x="11007330" y="568285"/>
                    <a:pt x="10929527" y="501617"/>
                    <a:pt x="10877864" y="438696"/>
                  </a:cubicBezTo>
                  <a:cubicBezTo>
                    <a:pt x="10849280" y="403884"/>
                    <a:pt x="10822207" y="366170"/>
                    <a:pt x="10793535" y="326222"/>
                  </a:cubicBezTo>
                  <a:cubicBezTo>
                    <a:pt x="10715362" y="217319"/>
                    <a:pt x="10634534" y="104722"/>
                    <a:pt x="10515340" y="41818"/>
                  </a:cubicBezTo>
                  <a:cubicBezTo>
                    <a:pt x="10381406" y="-28843"/>
                    <a:pt x="10240119" y="-2105"/>
                    <a:pt x="10083440" y="123561"/>
                  </a:cubicBezTo>
                  <a:cubicBezTo>
                    <a:pt x="9951916" y="229052"/>
                    <a:pt x="9837384" y="383391"/>
                    <a:pt x="9753759" y="496076"/>
                  </a:cubicBezTo>
                  <a:cubicBezTo>
                    <a:pt x="9737417" y="518099"/>
                    <a:pt x="9721972" y="538909"/>
                    <a:pt x="9707935" y="557274"/>
                  </a:cubicBezTo>
                  <a:cubicBezTo>
                    <a:pt x="9519294" y="804157"/>
                    <a:pt x="9351322" y="1069668"/>
                    <a:pt x="9188874" y="1326455"/>
                  </a:cubicBezTo>
                  <a:cubicBezTo>
                    <a:pt x="9021007" y="1591791"/>
                    <a:pt x="8847441" y="1866150"/>
                    <a:pt x="8651658" y="2118750"/>
                  </a:cubicBezTo>
                  <a:cubicBezTo>
                    <a:pt x="8639415" y="2134547"/>
                    <a:pt x="8626768" y="2151047"/>
                    <a:pt x="8613364" y="2168514"/>
                  </a:cubicBezTo>
                  <a:cubicBezTo>
                    <a:pt x="8535420" y="2270135"/>
                    <a:pt x="8438408" y="2396593"/>
                    <a:pt x="8327430" y="2507396"/>
                  </a:cubicBezTo>
                  <a:cubicBezTo>
                    <a:pt x="8197032" y="2637601"/>
                    <a:pt x="8074848" y="2719186"/>
                    <a:pt x="7953930" y="2756812"/>
                  </a:cubicBezTo>
                  <a:cubicBezTo>
                    <a:pt x="7904571" y="2772274"/>
                    <a:pt x="7855106" y="2779996"/>
                    <a:pt x="7805976" y="2779996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7" name="任意多边形: 形状 1404"/>
            <p:cNvSpPr/>
            <p:nvPr>
              <p:custDataLst>
                <p:tags r:id="rId24"/>
              </p:custDataLst>
            </p:nvPr>
          </p:nvSpPr>
          <p:spPr>
            <a:xfrm>
              <a:off x="474909" y="2370874"/>
              <a:ext cx="11715947" cy="2891041"/>
            </a:xfrm>
            <a:custGeom>
              <a:avLst/>
              <a:gdLst>
                <a:gd name="connsiteX0" fmla="*/ 7922478 w 11715947"/>
                <a:gd name="connsiteY0" fmla="*/ 2891041 h 2891041"/>
                <a:gd name="connsiteX1" fmla="*/ 7782616 w 11715947"/>
                <a:gd name="connsiteY1" fmla="*/ 2869757 h 2891041"/>
                <a:gd name="connsiteX2" fmla="*/ 7322799 w 11715947"/>
                <a:gd name="connsiteY2" fmla="*/ 2511807 h 2891041"/>
                <a:gd name="connsiteX3" fmla="*/ 6802806 w 11715947"/>
                <a:gd name="connsiteY3" fmla="*/ 1762133 h 2891041"/>
                <a:gd name="connsiteX4" fmla="*/ 6794362 w 11715947"/>
                <a:gd name="connsiteY4" fmla="*/ 1748518 h 2891041"/>
                <a:gd name="connsiteX5" fmla="*/ 6638140 w 11715947"/>
                <a:gd name="connsiteY5" fmla="*/ 1493772 h 2891041"/>
                <a:gd name="connsiteX6" fmla="*/ 6288898 w 11715947"/>
                <a:gd name="connsiteY6" fmla="*/ 936011 h 2891041"/>
                <a:gd name="connsiteX7" fmla="*/ 5741164 w 11715947"/>
                <a:gd name="connsiteY7" fmla="*/ 253200 h 2891041"/>
                <a:gd name="connsiteX8" fmla="*/ 5234855 w 11715947"/>
                <a:gd name="connsiteY8" fmla="*/ 26246 h 2891041"/>
                <a:gd name="connsiteX9" fmla="*/ 4920267 w 11715947"/>
                <a:gd name="connsiteY9" fmla="*/ 239954 h 2891041"/>
                <a:gd name="connsiteX10" fmla="*/ 4759348 w 11715947"/>
                <a:gd name="connsiteY10" fmla="*/ 729586 h 2891041"/>
                <a:gd name="connsiteX11" fmla="*/ 4591165 w 11715947"/>
                <a:gd name="connsiteY11" fmla="*/ 1290918 h 2891041"/>
                <a:gd name="connsiteX12" fmla="*/ 4258792 w 11715947"/>
                <a:gd name="connsiteY12" fmla="*/ 1871353 h 2891041"/>
                <a:gd name="connsiteX13" fmla="*/ 3988689 w 11715947"/>
                <a:gd name="connsiteY13" fmla="*/ 2139134 h 2891041"/>
                <a:gd name="connsiteX14" fmla="*/ 3626799 w 11715947"/>
                <a:gd name="connsiteY14" fmla="*/ 2376184 h 2891041"/>
                <a:gd name="connsiteX15" fmla="*/ 3156217 w 11715947"/>
                <a:gd name="connsiteY15" fmla="*/ 2570665 h 2891041"/>
                <a:gd name="connsiteX16" fmla="*/ 2560074 w 11715947"/>
                <a:gd name="connsiteY16" fmla="*/ 2710809 h 2891041"/>
                <a:gd name="connsiteX17" fmla="*/ 1591873 w 11715947"/>
                <a:gd name="connsiteY17" fmla="*/ 2828067 h 2891041"/>
                <a:gd name="connsiteX18" fmla="*/ 1484184 w 11715947"/>
                <a:gd name="connsiteY18" fmla="*/ 2832359 h 2891041"/>
                <a:gd name="connsiteX19" fmla="*/ 794389 w 11715947"/>
                <a:gd name="connsiteY19" fmla="*/ 2664159 h 2891041"/>
                <a:gd name="connsiteX20" fmla="*/ 131876 w 11715947"/>
                <a:gd name="connsiteY20" fmla="*/ 2252716 h 2891041"/>
                <a:gd name="connsiteX21" fmla="*/ 0 w 11715947"/>
                <a:gd name="connsiteY21" fmla="*/ 2160084 h 2891041"/>
                <a:gd name="connsiteX22" fmla="*/ 2216 w 11715947"/>
                <a:gd name="connsiteY22" fmla="*/ 2156883 h 2891041"/>
                <a:gd name="connsiteX23" fmla="*/ 134128 w 11715947"/>
                <a:gd name="connsiteY23" fmla="*/ 2249532 h 2891041"/>
                <a:gd name="connsiteX24" fmla="*/ 1591557 w 11715947"/>
                <a:gd name="connsiteY24" fmla="*/ 2824180 h 2891041"/>
                <a:gd name="connsiteX25" fmla="*/ 2559441 w 11715947"/>
                <a:gd name="connsiteY25" fmla="*/ 2706957 h 2891041"/>
                <a:gd name="connsiteX26" fmla="*/ 4755584 w 11715947"/>
                <a:gd name="connsiteY26" fmla="*/ 728619 h 2891041"/>
                <a:gd name="connsiteX27" fmla="*/ 4916871 w 11715947"/>
                <a:gd name="connsiteY27" fmla="*/ 238054 h 2891041"/>
                <a:gd name="connsiteX28" fmla="*/ 5234592 w 11715947"/>
                <a:gd name="connsiteY28" fmla="*/ 22341 h 2891041"/>
                <a:gd name="connsiteX29" fmla="*/ 5509039 w 11715947"/>
                <a:gd name="connsiteY29" fmla="*/ 84225 h 2891041"/>
                <a:gd name="connsiteX30" fmla="*/ 5743750 w 11715947"/>
                <a:gd name="connsiteY30" fmla="*/ 250262 h 2891041"/>
                <a:gd name="connsiteX31" fmla="*/ 6292152 w 11715947"/>
                <a:gd name="connsiteY31" fmla="*/ 933848 h 2891041"/>
                <a:gd name="connsiteX32" fmla="*/ 6641465 w 11715947"/>
                <a:gd name="connsiteY32" fmla="*/ 1491732 h 2891041"/>
                <a:gd name="connsiteX33" fmla="*/ 6797669 w 11715947"/>
                <a:gd name="connsiteY33" fmla="*/ 1746443 h 2891041"/>
                <a:gd name="connsiteX34" fmla="*/ 6806112 w 11715947"/>
                <a:gd name="connsiteY34" fmla="*/ 1760058 h 2891041"/>
                <a:gd name="connsiteX35" fmla="*/ 7325755 w 11715947"/>
                <a:gd name="connsiteY35" fmla="*/ 2509256 h 2891041"/>
                <a:gd name="connsiteX36" fmla="*/ 7783760 w 11715947"/>
                <a:gd name="connsiteY36" fmla="*/ 2866010 h 2891041"/>
                <a:gd name="connsiteX37" fmla="*/ 8071909 w 11715947"/>
                <a:gd name="connsiteY37" fmla="*/ 2863195 h 2891041"/>
                <a:gd name="connsiteX38" fmla="*/ 8740420 w 11715947"/>
                <a:gd name="connsiteY38" fmla="*/ 2246594 h 2891041"/>
                <a:gd name="connsiteX39" fmla="*/ 8775391 w 11715947"/>
                <a:gd name="connsiteY39" fmla="*/ 2199329 h 2891041"/>
                <a:gd name="connsiteX40" fmla="*/ 9312253 w 11715947"/>
                <a:gd name="connsiteY40" fmla="*/ 1376567 h 2891041"/>
                <a:gd name="connsiteX41" fmla="*/ 9832406 w 11715947"/>
                <a:gd name="connsiteY41" fmla="*/ 575916 h 2891041"/>
                <a:gd name="connsiteX42" fmla="*/ 9874640 w 11715947"/>
                <a:gd name="connsiteY42" fmla="*/ 517392 h 2891041"/>
                <a:gd name="connsiteX43" fmla="*/ 10209248 w 11715947"/>
                <a:gd name="connsiteY43" fmla="*/ 126812 h 2891041"/>
                <a:gd name="connsiteX44" fmla="*/ 10423869 w 11715947"/>
                <a:gd name="connsiteY44" fmla="*/ 9571 h 2891041"/>
                <a:gd name="connsiteX45" fmla="*/ 10656311 w 11715947"/>
                <a:gd name="connsiteY45" fmla="*/ 41040 h 2891041"/>
                <a:gd name="connsiteX46" fmla="*/ 10946467 w 11715947"/>
                <a:gd name="connsiteY46" fmla="*/ 352111 h 2891041"/>
                <a:gd name="connsiteX47" fmla="*/ 11022300 w 11715947"/>
                <a:gd name="connsiteY47" fmla="*/ 460100 h 2891041"/>
                <a:gd name="connsiteX48" fmla="*/ 11231169 w 11715947"/>
                <a:gd name="connsiteY48" fmla="*/ 677694 h 2891041"/>
                <a:gd name="connsiteX49" fmla="*/ 11516752 w 11715947"/>
                <a:gd name="connsiteY49" fmla="*/ 976188 h 2891041"/>
                <a:gd name="connsiteX50" fmla="*/ 11715947 w 11715947"/>
                <a:gd name="connsiteY50" fmla="*/ 1352309 h 2891041"/>
                <a:gd name="connsiteX51" fmla="*/ 11712166 w 11715947"/>
                <a:gd name="connsiteY51" fmla="*/ 1353277 h 2891041"/>
                <a:gd name="connsiteX52" fmla="*/ 11228478 w 11715947"/>
                <a:gd name="connsiteY52" fmla="*/ 680544 h 2891041"/>
                <a:gd name="connsiteX53" fmla="*/ 11019186 w 11715947"/>
                <a:gd name="connsiteY53" fmla="*/ 462492 h 2891041"/>
                <a:gd name="connsiteX54" fmla="*/ 10943248 w 11715947"/>
                <a:gd name="connsiteY54" fmla="*/ 354345 h 2891041"/>
                <a:gd name="connsiteX55" fmla="*/ 10654429 w 11715947"/>
                <a:gd name="connsiteY55" fmla="*/ 44488 h 2891041"/>
                <a:gd name="connsiteX56" fmla="*/ 10211710 w 11715947"/>
                <a:gd name="connsiteY56" fmla="*/ 129855 h 2891041"/>
                <a:gd name="connsiteX57" fmla="*/ 9877789 w 11715947"/>
                <a:gd name="connsiteY57" fmla="*/ 519696 h 2891041"/>
                <a:gd name="connsiteX58" fmla="*/ 9835519 w 11715947"/>
                <a:gd name="connsiteY58" fmla="*/ 578255 h 2891041"/>
                <a:gd name="connsiteX59" fmla="*/ 9315543 w 11715947"/>
                <a:gd name="connsiteY59" fmla="*/ 1378624 h 2891041"/>
                <a:gd name="connsiteX60" fmla="*/ 8778486 w 11715947"/>
                <a:gd name="connsiteY60" fmla="*/ 2201686 h 2891041"/>
                <a:gd name="connsiteX61" fmla="*/ 8743516 w 11715947"/>
                <a:gd name="connsiteY61" fmla="*/ 2248952 h 2891041"/>
                <a:gd name="connsiteX62" fmla="*/ 8073071 w 11715947"/>
                <a:gd name="connsiteY62" fmla="*/ 2866942 h 2891041"/>
                <a:gd name="connsiteX63" fmla="*/ 7922478 w 11715947"/>
                <a:gd name="connsiteY63" fmla="*/ 2891041 h 2891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715947" h="2891041">
                  <a:moveTo>
                    <a:pt x="7922478" y="2891041"/>
                  </a:moveTo>
                  <a:cubicBezTo>
                    <a:pt x="7875476" y="2891041"/>
                    <a:pt x="7828774" y="2883952"/>
                    <a:pt x="7782616" y="2869757"/>
                  </a:cubicBezTo>
                  <a:cubicBezTo>
                    <a:pt x="7590756" y="2810741"/>
                    <a:pt x="7444667" y="2654062"/>
                    <a:pt x="7322799" y="2511807"/>
                  </a:cubicBezTo>
                  <a:cubicBezTo>
                    <a:pt x="7122831" y="2278398"/>
                    <a:pt x="6960135" y="2015947"/>
                    <a:pt x="6802806" y="1762133"/>
                  </a:cubicBezTo>
                  <a:lnTo>
                    <a:pt x="6794362" y="1748518"/>
                  </a:lnTo>
                  <a:cubicBezTo>
                    <a:pt x="6741855" y="1663837"/>
                    <a:pt x="6689135" y="1577380"/>
                    <a:pt x="6638140" y="1493772"/>
                  </a:cubicBezTo>
                  <a:cubicBezTo>
                    <a:pt x="6525913" y="1309775"/>
                    <a:pt x="6409868" y="1119534"/>
                    <a:pt x="6288898" y="936011"/>
                  </a:cubicBezTo>
                  <a:cubicBezTo>
                    <a:pt x="6124004" y="685874"/>
                    <a:pt x="5958020" y="445446"/>
                    <a:pt x="5741164" y="253200"/>
                  </a:cubicBezTo>
                  <a:cubicBezTo>
                    <a:pt x="5623255" y="148677"/>
                    <a:pt x="5442477" y="11435"/>
                    <a:pt x="5234855" y="26246"/>
                  </a:cubicBezTo>
                  <a:cubicBezTo>
                    <a:pt x="5095222" y="36220"/>
                    <a:pt x="4995255" y="104120"/>
                    <a:pt x="4920267" y="239954"/>
                  </a:cubicBezTo>
                  <a:cubicBezTo>
                    <a:pt x="4851452" y="364600"/>
                    <a:pt x="4808778" y="533751"/>
                    <a:pt x="4759348" y="729586"/>
                  </a:cubicBezTo>
                  <a:cubicBezTo>
                    <a:pt x="4716076" y="901059"/>
                    <a:pt x="4667033" y="1095399"/>
                    <a:pt x="4591165" y="1290918"/>
                  </a:cubicBezTo>
                  <a:cubicBezTo>
                    <a:pt x="4503881" y="1515813"/>
                    <a:pt x="4395154" y="1705668"/>
                    <a:pt x="4258792" y="1871353"/>
                  </a:cubicBezTo>
                  <a:cubicBezTo>
                    <a:pt x="4179036" y="1968259"/>
                    <a:pt x="4088164" y="2058358"/>
                    <a:pt x="3988689" y="2139134"/>
                  </a:cubicBezTo>
                  <a:cubicBezTo>
                    <a:pt x="3880771" y="2226788"/>
                    <a:pt x="3759009" y="2306543"/>
                    <a:pt x="3626799" y="2376184"/>
                  </a:cubicBezTo>
                  <a:cubicBezTo>
                    <a:pt x="3485054" y="2450821"/>
                    <a:pt x="3326740" y="2516257"/>
                    <a:pt x="3156217" y="2570665"/>
                  </a:cubicBezTo>
                  <a:cubicBezTo>
                    <a:pt x="2974999" y="2628485"/>
                    <a:pt x="2774432" y="2675645"/>
                    <a:pt x="2560074" y="2710809"/>
                  </a:cubicBezTo>
                  <a:cubicBezTo>
                    <a:pt x="2240155" y="2763316"/>
                    <a:pt x="1923455" y="2801664"/>
                    <a:pt x="1591873" y="2828067"/>
                  </a:cubicBezTo>
                  <a:cubicBezTo>
                    <a:pt x="1556041" y="2830917"/>
                    <a:pt x="1520139" y="2832359"/>
                    <a:pt x="1484184" y="2832359"/>
                  </a:cubicBezTo>
                  <a:cubicBezTo>
                    <a:pt x="1260432" y="2832359"/>
                    <a:pt x="1033690" y="2776949"/>
                    <a:pt x="794389" y="2664159"/>
                  </a:cubicBezTo>
                  <a:cubicBezTo>
                    <a:pt x="552255" y="2550031"/>
                    <a:pt x="328925" y="2392086"/>
                    <a:pt x="131876" y="2252716"/>
                  </a:cubicBezTo>
                  <a:cubicBezTo>
                    <a:pt x="86176" y="2220402"/>
                    <a:pt x="43026" y="2189882"/>
                    <a:pt x="0" y="2160084"/>
                  </a:cubicBezTo>
                  <a:lnTo>
                    <a:pt x="2216" y="2156883"/>
                  </a:lnTo>
                  <a:cubicBezTo>
                    <a:pt x="45260" y="2186699"/>
                    <a:pt x="88428" y="2217218"/>
                    <a:pt x="134128" y="2249532"/>
                  </a:cubicBezTo>
                  <a:cubicBezTo>
                    <a:pt x="525201" y="2526126"/>
                    <a:pt x="1011931" y="2870320"/>
                    <a:pt x="1591557" y="2824180"/>
                  </a:cubicBezTo>
                  <a:cubicBezTo>
                    <a:pt x="1923032" y="2797776"/>
                    <a:pt x="2239627" y="2759446"/>
                    <a:pt x="2559441" y="2706957"/>
                  </a:cubicBezTo>
                  <a:cubicBezTo>
                    <a:pt x="4329682" y="2416449"/>
                    <a:pt x="4575844" y="1440913"/>
                    <a:pt x="4755584" y="728619"/>
                  </a:cubicBezTo>
                  <a:cubicBezTo>
                    <a:pt x="4805066" y="532502"/>
                    <a:pt x="4847811" y="363141"/>
                    <a:pt x="4916871" y="238054"/>
                  </a:cubicBezTo>
                  <a:cubicBezTo>
                    <a:pt x="4992563" y="100953"/>
                    <a:pt x="5093516" y="32421"/>
                    <a:pt x="5234592" y="22341"/>
                  </a:cubicBezTo>
                  <a:cubicBezTo>
                    <a:pt x="5322808" y="16044"/>
                    <a:pt x="5415141" y="36871"/>
                    <a:pt x="5509039" y="84225"/>
                  </a:cubicBezTo>
                  <a:cubicBezTo>
                    <a:pt x="5583078" y="121570"/>
                    <a:pt x="5659861" y="175889"/>
                    <a:pt x="5743750" y="250262"/>
                  </a:cubicBezTo>
                  <a:cubicBezTo>
                    <a:pt x="5960975" y="442808"/>
                    <a:pt x="6127100" y="683482"/>
                    <a:pt x="6292152" y="933848"/>
                  </a:cubicBezTo>
                  <a:cubicBezTo>
                    <a:pt x="6413175" y="1117423"/>
                    <a:pt x="6529238" y="1307717"/>
                    <a:pt x="6641465" y="1491732"/>
                  </a:cubicBezTo>
                  <a:cubicBezTo>
                    <a:pt x="6692460" y="1575340"/>
                    <a:pt x="6745179" y="1661780"/>
                    <a:pt x="6797669" y="1746443"/>
                  </a:cubicBezTo>
                  <a:lnTo>
                    <a:pt x="6806112" y="1760058"/>
                  </a:lnTo>
                  <a:cubicBezTo>
                    <a:pt x="6963372" y="2013749"/>
                    <a:pt x="7125978" y="2276076"/>
                    <a:pt x="7325755" y="2509256"/>
                  </a:cubicBezTo>
                  <a:cubicBezTo>
                    <a:pt x="7447270" y="2651089"/>
                    <a:pt x="7592884" y="2807310"/>
                    <a:pt x="7783760" y="2866010"/>
                  </a:cubicBezTo>
                  <a:cubicBezTo>
                    <a:pt x="7878238" y="2895070"/>
                    <a:pt x="7975180" y="2894120"/>
                    <a:pt x="8071909" y="2863195"/>
                  </a:cubicBezTo>
                  <a:cubicBezTo>
                    <a:pt x="8351142" y="2774205"/>
                    <a:pt x="8585395" y="2456696"/>
                    <a:pt x="8740420" y="2246594"/>
                  </a:cubicBezTo>
                  <a:cubicBezTo>
                    <a:pt x="8752646" y="2230024"/>
                    <a:pt x="8764202" y="2214369"/>
                    <a:pt x="8775391" y="2199329"/>
                  </a:cubicBezTo>
                  <a:cubicBezTo>
                    <a:pt x="8971191" y="1936280"/>
                    <a:pt x="9144581" y="1651735"/>
                    <a:pt x="9312253" y="1376567"/>
                  </a:cubicBezTo>
                  <a:cubicBezTo>
                    <a:pt x="9474966" y="1109560"/>
                    <a:pt x="9643202" y="833441"/>
                    <a:pt x="9832406" y="575916"/>
                  </a:cubicBezTo>
                  <a:cubicBezTo>
                    <a:pt x="9845370" y="558272"/>
                    <a:pt x="9859583" y="538413"/>
                    <a:pt x="9874640" y="517392"/>
                  </a:cubicBezTo>
                  <a:cubicBezTo>
                    <a:pt x="9959004" y="399588"/>
                    <a:pt x="10074557" y="238265"/>
                    <a:pt x="10209248" y="126812"/>
                  </a:cubicBezTo>
                  <a:cubicBezTo>
                    <a:pt x="10283005" y="65790"/>
                    <a:pt x="10355214" y="26334"/>
                    <a:pt x="10423869" y="9571"/>
                  </a:cubicBezTo>
                  <a:cubicBezTo>
                    <a:pt x="10504153" y="-10060"/>
                    <a:pt x="10582360" y="547"/>
                    <a:pt x="10656311" y="41040"/>
                  </a:cubicBezTo>
                  <a:cubicBezTo>
                    <a:pt x="10782382" y="110101"/>
                    <a:pt x="10865796" y="233129"/>
                    <a:pt x="10946467" y="352111"/>
                  </a:cubicBezTo>
                  <a:cubicBezTo>
                    <a:pt x="10972343" y="390283"/>
                    <a:pt x="10996794" y="426326"/>
                    <a:pt x="11022300" y="460100"/>
                  </a:cubicBezTo>
                  <a:cubicBezTo>
                    <a:pt x="11072696" y="526820"/>
                    <a:pt x="11149673" y="600103"/>
                    <a:pt x="11231169" y="677694"/>
                  </a:cubicBezTo>
                  <a:cubicBezTo>
                    <a:pt x="11323380" y="765471"/>
                    <a:pt x="11427884" y="864963"/>
                    <a:pt x="11516752" y="976188"/>
                  </a:cubicBezTo>
                  <a:cubicBezTo>
                    <a:pt x="11618953" y="1104071"/>
                    <a:pt x="11684108" y="1227100"/>
                    <a:pt x="11715947" y="1352309"/>
                  </a:cubicBezTo>
                  <a:lnTo>
                    <a:pt x="11712166" y="1353277"/>
                  </a:lnTo>
                  <a:cubicBezTo>
                    <a:pt x="11640941" y="1073200"/>
                    <a:pt x="11412247" y="855482"/>
                    <a:pt x="11228478" y="680544"/>
                  </a:cubicBezTo>
                  <a:cubicBezTo>
                    <a:pt x="11146858" y="602847"/>
                    <a:pt x="11069776" y="529459"/>
                    <a:pt x="11019186" y="462492"/>
                  </a:cubicBezTo>
                  <a:cubicBezTo>
                    <a:pt x="10993628" y="428648"/>
                    <a:pt x="10969159" y="392552"/>
                    <a:pt x="10943248" y="354345"/>
                  </a:cubicBezTo>
                  <a:cubicBezTo>
                    <a:pt x="10862842" y="235750"/>
                    <a:pt x="10779691" y="113091"/>
                    <a:pt x="10654429" y="44488"/>
                  </a:cubicBezTo>
                  <a:cubicBezTo>
                    <a:pt x="10518858" y="-29762"/>
                    <a:pt x="10369919" y="-1036"/>
                    <a:pt x="10211710" y="129855"/>
                  </a:cubicBezTo>
                  <a:cubicBezTo>
                    <a:pt x="10077406" y="240974"/>
                    <a:pt x="9962030" y="402068"/>
                    <a:pt x="9877789" y="519696"/>
                  </a:cubicBezTo>
                  <a:cubicBezTo>
                    <a:pt x="9862731" y="540735"/>
                    <a:pt x="9848501" y="560594"/>
                    <a:pt x="9835519" y="578255"/>
                  </a:cubicBezTo>
                  <a:cubicBezTo>
                    <a:pt x="9646403" y="835640"/>
                    <a:pt x="9478220" y="1111670"/>
                    <a:pt x="9315543" y="1378624"/>
                  </a:cubicBezTo>
                  <a:cubicBezTo>
                    <a:pt x="9147817" y="1653881"/>
                    <a:pt x="8974374" y="1938514"/>
                    <a:pt x="8778486" y="2201686"/>
                  </a:cubicBezTo>
                  <a:cubicBezTo>
                    <a:pt x="8767299" y="2216726"/>
                    <a:pt x="8755741" y="2232381"/>
                    <a:pt x="8743516" y="2248952"/>
                  </a:cubicBezTo>
                  <a:cubicBezTo>
                    <a:pt x="8588209" y="2459457"/>
                    <a:pt x="8353499" y="2777582"/>
                    <a:pt x="8073071" y="2866942"/>
                  </a:cubicBezTo>
                  <a:cubicBezTo>
                    <a:pt x="8022832" y="2883002"/>
                    <a:pt x="7972489" y="2891041"/>
                    <a:pt x="7922478" y="289104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" name="任意多边形: 形状 1405"/>
            <p:cNvSpPr/>
            <p:nvPr>
              <p:custDataLst>
                <p:tags r:id="rId25"/>
              </p:custDataLst>
            </p:nvPr>
          </p:nvSpPr>
          <p:spPr>
            <a:xfrm>
              <a:off x="395751" y="2308026"/>
              <a:ext cx="11795086" cy="3002069"/>
            </a:xfrm>
            <a:custGeom>
              <a:avLst/>
              <a:gdLst>
                <a:gd name="connsiteX0" fmla="*/ 8038962 w 11795086"/>
                <a:gd name="connsiteY0" fmla="*/ 3002070 h 3002069"/>
                <a:gd name="connsiteX1" fmla="*/ 7895723 w 11795086"/>
                <a:gd name="connsiteY1" fmla="*/ 2979677 h 3002069"/>
                <a:gd name="connsiteX2" fmla="*/ 7634627 w 11795086"/>
                <a:gd name="connsiteY2" fmla="*/ 2824582 h 3002069"/>
                <a:gd name="connsiteX3" fmla="*/ 7429821 w 11795086"/>
                <a:gd name="connsiteY3" fmla="*/ 2605403 h 3002069"/>
                <a:gd name="connsiteX4" fmla="*/ 6914118 w 11795086"/>
                <a:gd name="connsiteY4" fmla="*/ 1830874 h 3002069"/>
                <a:gd name="connsiteX5" fmla="*/ 6901066 w 11795086"/>
                <a:gd name="connsiteY5" fmla="*/ 1808869 h 3002069"/>
                <a:gd name="connsiteX6" fmla="*/ 6751511 w 11795086"/>
                <a:gd name="connsiteY6" fmla="*/ 1554035 h 3002069"/>
                <a:gd name="connsiteX7" fmla="*/ 6396675 w 11795086"/>
                <a:gd name="connsiteY7" fmla="*/ 963098 h 3002069"/>
                <a:gd name="connsiteX8" fmla="*/ 5845317 w 11795086"/>
                <a:gd name="connsiteY8" fmla="*/ 254516 h 3002069"/>
                <a:gd name="connsiteX9" fmla="*/ 5329282 w 11795086"/>
                <a:gd name="connsiteY9" fmla="*/ 21459 h 3002069"/>
                <a:gd name="connsiteX10" fmla="*/ 5022397 w 11795086"/>
                <a:gd name="connsiteY10" fmla="*/ 246178 h 3002069"/>
                <a:gd name="connsiteX11" fmla="*/ 4873300 w 11795086"/>
                <a:gd name="connsiteY11" fmla="*/ 755530 h 3002069"/>
                <a:gd name="connsiteX12" fmla="*/ 4714440 w 11795086"/>
                <a:gd name="connsiteY12" fmla="*/ 1350776 h 3002069"/>
                <a:gd name="connsiteX13" fmla="*/ 4384617 w 11795086"/>
                <a:gd name="connsiteY13" fmla="*/ 1966269 h 3002069"/>
                <a:gd name="connsiteX14" fmla="*/ 4110609 w 11795086"/>
                <a:gd name="connsiteY14" fmla="*/ 2249582 h 3002069"/>
                <a:gd name="connsiteX15" fmla="*/ 3739942 w 11795086"/>
                <a:gd name="connsiteY15" fmla="*/ 2499508 h 3002069"/>
                <a:gd name="connsiteX16" fmla="*/ 3254671 w 11795086"/>
                <a:gd name="connsiteY16" fmla="*/ 2703277 h 3002069"/>
                <a:gd name="connsiteX17" fmla="*/ 2636874 w 11795086"/>
                <a:gd name="connsiteY17" fmla="*/ 2848118 h 3002069"/>
                <a:gd name="connsiteX18" fmla="*/ 1645137 w 11795086"/>
                <a:gd name="connsiteY18" fmla="*/ 2958956 h 3002069"/>
                <a:gd name="connsiteX19" fmla="*/ 1558592 w 11795086"/>
                <a:gd name="connsiteY19" fmla="*/ 2961735 h 3002069"/>
                <a:gd name="connsiteX20" fmla="*/ 820669 w 11795086"/>
                <a:gd name="connsiteY20" fmla="*/ 2768397 h 3002069"/>
                <a:gd name="connsiteX21" fmla="*/ 133459 w 11795086"/>
                <a:gd name="connsiteY21" fmla="*/ 2315300 h 3002069"/>
                <a:gd name="connsiteX22" fmla="*/ 0 w 11795086"/>
                <a:gd name="connsiteY22" fmla="*/ 2216125 h 3002069"/>
                <a:gd name="connsiteX23" fmla="*/ 2269 w 11795086"/>
                <a:gd name="connsiteY23" fmla="*/ 2213029 h 3002069"/>
                <a:gd name="connsiteX24" fmla="*/ 135764 w 11795086"/>
                <a:gd name="connsiteY24" fmla="*/ 2312222 h 3002069"/>
                <a:gd name="connsiteX25" fmla="*/ 1644891 w 11795086"/>
                <a:gd name="connsiteY25" fmla="*/ 2955121 h 3002069"/>
                <a:gd name="connsiteX26" fmla="*/ 2636259 w 11795086"/>
                <a:gd name="connsiteY26" fmla="*/ 2844318 h 3002069"/>
                <a:gd name="connsiteX27" fmla="*/ 4869571 w 11795086"/>
                <a:gd name="connsiteY27" fmla="*/ 754685 h 3002069"/>
                <a:gd name="connsiteX28" fmla="*/ 5019002 w 11795086"/>
                <a:gd name="connsiteY28" fmla="*/ 244437 h 3002069"/>
                <a:gd name="connsiteX29" fmla="*/ 5328982 w 11795086"/>
                <a:gd name="connsiteY29" fmla="*/ 17624 h 3002069"/>
                <a:gd name="connsiteX30" fmla="*/ 5847903 w 11795086"/>
                <a:gd name="connsiteY30" fmla="*/ 251649 h 3002069"/>
                <a:gd name="connsiteX31" fmla="*/ 6399930 w 11795086"/>
                <a:gd name="connsiteY31" fmla="*/ 961022 h 3002069"/>
                <a:gd name="connsiteX32" fmla="*/ 6754836 w 11795086"/>
                <a:gd name="connsiteY32" fmla="*/ 1552082 h 3002069"/>
                <a:gd name="connsiteX33" fmla="*/ 6904373 w 11795086"/>
                <a:gd name="connsiteY33" fmla="*/ 1806898 h 3002069"/>
                <a:gd name="connsiteX34" fmla="*/ 6917426 w 11795086"/>
                <a:gd name="connsiteY34" fmla="*/ 1828904 h 3002069"/>
                <a:gd name="connsiteX35" fmla="*/ 7432793 w 11795086"/>
                <a:gd name="connsiteY35" fmla="*/ 2602958 h 3002069"/>
                <a:gd name="connsiteX36" fmla="*/ 7896902 w 11795086"/>
                <a:gd name="connsiteY36" fmla="*/ 2976019 h 3002069"/>
                <a:gd name="connsiteX37" fmla="*/ 8191033 w 11795086"/>
                <a:gd name="connsiteY37" fmla="*/ 2973345 h 3002069"/>
                <a:gd name="connsiteX38" fmla="*/ 8870608 w 11795086"/>
                <a:gd name="connsiteY38" fmla="*/ 2326681 h 3002069"/>
                <a:gd name="connsiteX39" fmla="*/ 8902201 w 11795086"/>
                <a:gd name="connsiteY39" fmla="*/ 2282318 h 3002069"/>
                <a:gd name="connsiteX40" fmla="*/ 9439081 w 11795086"/>
                <a:gd name="connsiteY40" fmla="*/ 1428597 h 3002069"/>
                <a:gd name="connsiteX41" fmla="*/ 9959972 w 11795086"/>
                <a:gd name="connsiteY41" fmla="*/ 596951 h 3002069"/>
                <a:gd name="connsiteX42" fmla="*/ 9998618 w 11795086"/>
                <a:gd name="connsiteY42" fmla="*/ 541471 h 3002069"/>
                <a:gd name="connsiteX43" fmla="*/ 10337377 w 11795086"/>
                <a:gd name="connsiteY43" fmla="*/ 133388 h 3002069"/>
                <a:gd name="connsiteX44" fmla="*/ 10556943 w 11795086"/>
                <a:gd name="connsiteY44" fmla="*/ 9990 h 3002069"/>
                <a:gd name="connsiteX45" fmla="*/ 10795417 w 11795086"/>
                <a:gd name="connsiteY45" fmla="*/ 43764 h 3002069"/>
                <a:gd name="connsiteX46" fmla="*/ 11097253 w 11795086"/>
                <a:gd name="connsiteY46" fmla="*/ 383068 h 3002069"/>
                <a:gd name="connsiteX47" fmla="*/ 11163657 w 11795086"/>
                <a:gd name="connsiteY47" fmla="*/ 484037 h 3002069"/>
                <a:gd name="connsiteX48" fmla="*/ 11360073 w 11795086"/>
                <a:gd name="connsiteY48" fmla="*/ 711940 h 3002069"/>
                <a:gd name="connsiteX49" fmla="*/ 11613887 w 11795086"/>
                <a:gd name="connsiteY49" fmla="*/ 1006494 h 3002069"/>
                <a:gd name="connsiteX50" fmla="*/ 11795087 w 11795086"/>
                <a:gd name="connsiteY50" fmla="*/ 1365007 h 3002069"/>
                <a:gd name="connsiteX51" fmla="*/ 11791376 w 11795086"/>
                <a:gd name="connsiteY51" fmla="*/ 1365992 h 3002069"/>
                <a:gd name="connsiteX52" fmla="*/ 11357277 w 11795086"/>
                <a:gd name="connsiteY52" fmla="*/ 714561 h 3002069"/>
                <a:gd name="connsiteX53" fmla="*/ 11160508 w 11795086"/>
                <a:gd name="connsiteY53" fmla="*/ 486236 h 3002069"/>
                <a:gd name="connsiteX54" fmla="*/ 11094016 w 11795086"/>
                <a:gd name="connsiteY54" fmla="*/ 385143 h 3002069"/>
                <a:gd name="connsiteX55" fmla="*/ 10793517 w 11795086"/>
                <a:gd name="connsiteY55" fmla="*/ 47124 h 3002069"/>
                <a:gd name="connsiteX56" fmla="*/ 10339857 w 11795086"/>
                <a:gd name="connsiteY56" fmla="*/ 136343 h 3002069"/>
                <a:gd name="connsiteX57" fmla="*/ 10001767 w 11795086"/>
                <a:gd name="connsiteY57" fmla="*/ 543687 h 3002069"/>
                <a:gd name="connsiteX58" fmla="*/ 9963103 w 11795086"/>
                <a:gd name="connsiteY58" fmla="*/ 599203 h 3002069"/>
                <a:gd name="connsiteX59" fmla="*/ 9442388 w 11795086"/>
                <a:gd name="connsiteY59" fmla="*/ 1430584 h 3002069"/>
                <a:gd name="connsiteX60" fmla="*/ 8905331 w 11795086"/>
                <a:gd name="connsiteY60" fmla="*/ 2284587 h 3002069"/>
                <a:gd name="connsiteX61" fmla="*/ 8873739 w 11795086"/>
                <a:gd name="connsiteY61" fmla="*/ 2328933 h 3002069"/>
                <a:gd name="connsiteX62" fmla="*/ 8192229 w 11795086"/>
                <a:gd name="connsiteY62" fmla="*/ 2977021 h 3002069"/>
                <a:gd name="connsiteX63" fmla="*/ 8038962 w 11795086"/>
                <a:gd name="connsiteY63" fmla="*/ 3002070 h 3002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795086" h="3002069">
                  <a:moveTo>
                    <a:pt x="8038962" y="3002070"/>
                  </a:moveTo>
                  <a:cubicBezTo>
                    <a:pt x="7990853" y="3002070"/>
                    <a:pt x="7943006" y="2994611"/>
                    <a:pt x="7895723" y="2979677"/>
                  </a:cubicBezTo>
                  <a:cubicBezTo>
                    <a:pt x="7807102" y="2951691"/>
                    <a:pt x="7721700" y="2900959"/>
                    <a:pt x="7634627" y="2824582"/>
                  </a:cubicBezTo>
                  <a:cubicBezTo>
                    <a:pt x="7556314" y="2755890"/>
                    <a:pt x="7487148" y="2675238"/>
                    <a:pt x="7429821" y="2605403"/>
                  </a:cubicBezTo>
                  <a:cubicBezTo>
                    <a:pt x="7230396" y="2364413"/>
                    <a:pt x="7069619" y="2093167"/>
                    <a:pt x="6914118" y="1830874"/>
                  </a:cubicBezTo>
                  <a:lnTo>
                    <a:pt x="6901066" y="1808869"/>
                  </a:lnTo>
                  <a:cubicBezTo>
                    <a:pt x="6850827" y="1724135"/>
                    <a:pt x="6800343" y="1637660"/>
                    <a:pt x="6751511" y="1554035"/>
                  </a:cubicBezTo>
                  <a:cubicBezTo>
                    <a:pt x="6637683" y="1359061"/>
                    <a:pt x="6519985" y="1157456"/>
                    <a:pt x="6396675" y="963098"/>
                  </a:cubicBezTo>
                  <a:cubicBezTo>
                    <a:pt x="6239275" y="715001"/>
                    <a:pt x="6067064" y="455928"/>
                    <a:pt x="5845317" y="254516"/>
                  </a:cubicBezTo>
                  <a:cubicBezTo>
                    <a:pt x="5724840" y="145895"/>
                    <a:pt x="5540263" y="3570"/>
                    <a:pt x="5329282" y="21459"/>
                  </a:cubicBezTo>
                  <a:cubicBezTo>
                    <a:pt x="5191301" y="33174"/>
                    <a:pt x="5093797" y="104574"/>
                    <a:pt x="5022397" y="246178"/>
                  </a:cubicBezTo>
                  <a:cubicBezTo>
                    <a:pt x="4956872" y="376120"/>
                    <a:pt x="4918138" y="551937"/>
                    <a:pt x="4873300" y="755530"/>
                  </a:cubicBezTo>
                  <a:cubicBezTo>
                    <a:pt x="4833263" y="937310"/>
                    <a:pt x="4787880" y="1143331"/>
                    <a:pt x="4714440" y="1350776"/>
                  </a:cubicBezTo>
                  <a:cubicBezTo>
                    <a:pt x="4629935" y="1589479"/>
                    <a:pt x="4522052" y="1790821"/>
                    <a:pt x="4384617" y="1966269"/>
                  </a:cubicBezTo>
                  <a:cubicBezTo>
                    <a:pt x="4304211" y="2068927"/>
                    <a:pt x="4212019" y="2164233"/>
                    <a:pt x="4110609" y="2249582"/>
                  </a:cubicBezTo>
                  <a:cubicBezTo>
                    <a:pt x="4000563" y="2342196"/>
                    <a:pt x="3875846" y="2426297"/>
                    <a:pt x="3739942" y="2499508"/>
                  </a:cubicBezTo>
                  <a:cubicBezTo>
                    <a:pt x="3594221" y="2578015"/>
                    <a:pt x="3430964" y="2646565"/>
                    <a:pt x="3254671" y="2703277"/>
                  </a:cubicBezTo>
                  <a:cubicBezTo>
                    <a:pt x="3067297" y="2763542"/>
                    <a:pt x="2859430" y="2812268"/>
                    <a:pt x="2636874" y="2848118"/>
                  </a:cubicBezTo>
                  <a:cubicBezTo>
                    <a:pt x="2326489" y="2899271"/>
                    <a:pt x="1992814" y="2936563"/>
                    <a:pt x="1645137" y="2958956"/>
                  </a:cubicBezTo>
                  <a:cubicBezTo>
                    <a:pt x="1616342" y="2960803"/>
                    <a:pt x="1587475" y="2961735"/>
                    <a:pt x="1558592" y="2961735"/>
                  </a:cubicBezTo>
                  <a:cubicBezTo>
                    <a:pt x="1319695" y="2961735"/>
                    <a:pt x="1077403" y="2898145"/>
                    <a:pt x="820669" y="2768397"/>
                  </a:cubicBezTo>
                  <a:cubicBezTo>
                    <a:pt x="569810" y="2641622"/>
                    <a:pt x="337985" y="2468250"/>
                    <a:pt x="133459" y="2315300"/>
                  </a:cubicBezTo>
                  <a:cubicBezTo>
                    <a:pt x="87231" y="2280735"/>
                    <a:pt x="43572" y="2248069"/>
                    <a:pt x="0" y="2216125"/>
                  </a:cubicBezTo>
                  <a:lnTo>
                    <a:pt x="2269" y="2213029"/>
                  </a:lnTo>
                  <a:cubicBezTo>
                    <a:pt x="45859" y="2244991"/>
                    <a:pt x="89518" y="2277657"/>
                    <a:pt x="135764" y="2312222"/>
                  </a:cubicBezTo>
                  <a:cubicBezTo>
                    <a:pt x="541736" y="2615817"/>
                    <a:pt x="1046971" y="2993644"/>
                    <a:pt x="1644891" y="2955121"/>
                  </a:cubicBezTo>
                  <a:cubicBezTo>
                    <a:pt x="1992445" y="2932728"/>
                    <a:pt x="2325979" y="2895454"/>
                    <a:pt x="2636259" y="2844318"/>
                  </a:cubicBezTo>
                  <a:cubicBezTo>
                    <a:pt x="4474452" y="2548304"/>
                    <a:pt x="4712223" y="1468932"/>
                    <a:pt x="4869571" y="754685"/>
                  </a:cubicBezTo>
                  <a:cubicBezTo>
                    <a:pt x="4914479" y="550846"/>
                    <a:pt x="4953249" y="374800"/>
                    <a:pt x="5019002" y="244437"/>
                  </a:cubicBezTo>
                  <a:cubicBezTo>
                    <a:pt x="5091053" y="101531"/>
                    <a:pt x="5189560" y="29463"/>
                    <a:pt x="5328982" y="17624"/>
                  </a:cubicBezTo>
                  <a:cubicBezTo>
                    <a:pt x="5541423" y="-406"/>
                    <a:pt x="5726898" y="142552"/>
                    <a:pt x="5847903" y="251649"/>
                  </a:cubicBezTo>
                  <a:cubicBezTo>
                    <a:pt x="6070001" y="453395"/>
                    <a:pt x="6242389" y="712714"/>
                    <a:pt x="6399930" y="961022"/>
                  </a:cubicBezTo>
                  <a:cubicBezTo>
                    <a:pt x="6523274" y="1155451"/>
                    <a:pt x="6640990" y="1357091"/>
                    <a:pt x="6754836" y="1552082"/>
                  </a:cubicBezTo>
                  <a:cubicBezTo>
                    <a:pt x="6803650" y="1635707"/>
                    <a:pt x="6854135" y="1722183"/>
                    <a:pt x="6904373" y="1806898"/>
                  </a:cubicBezTo>
                  <a:lnTo>
                    <a:pt x="6917426" y="1828904"/>
                  </a:lnTo>
                  <a:cubicBezTo>
                    <a:pt x="7072856" y="2091074"/>
                    <a:pt x="7233562" y="2362179"/>
                    <a:pt x="7432793" y="2602958"/>
                  </a:cubicBezTo>
                  <a:cubicBezTo>
                    <a:pt x="7563174" y="2761783"/>
                    <a:pt x="7709650" y="2916897"/>
                    <a:pt x="7896902" y="2976019"/>
                  </a:cubicBezTo>
                  <a:cubicBezTo>
                    <a:pt x="7993421" y="3006485"/>
                    <a:pt x="8092368" y="3005588"/>
                    <a:pt x="8191033" y="2973345"/>
                  </a:cubicBezTo>
                  <a:cubicBezTo>
                    <a:pt x="8477389" y="2880027"/>
                    <a:pt x="8714017" y="2547038"/>
                    <a:pt x="8870608" y="2326681"/>
                  </a:cubicBezTo>
                  <a:cubicBezTo>
                    <a:pt x="8881532" y="2311307"/>
                    <a:pt x="8892068" y="2296478"/>
                    <a:pt x="8902201" y="2282318"/>
                  </a:cubicBezTo>
                  <a:cubicBezTo>
                    <a:pt x="9098124" y="2008627"/>
                    <a:pt x="9271461" y="1713757"/>
                    <a:pt x="9439081" y="1428597"/>
                  </a:cubicBezTo>
                  <a:cubicBezTo>
                    <a:pt x="9601970" y="1151475"/>
                    <a:pt x="9770399" y="864925"/>
                    <a:pt x="9959972" y="596951"/>
                  </a:cubicBezTo>
                  <a:cubicBezTo>
                    <a:pt x="9971863" y="580152"/>
                    <a:pt x="9984863" y="561365"/>
                    <a:pt x="9998618" y="541471"/>
                  </a:cubicBezTo>
                  <a:cubicBezTo>
                    <a:pt x="10083563" y="418724"/>
                    <a:pt x="10199890" y="250629"/>
                    <a:pt x="10337377" y="133388"/>
                  </a:cubicBezTo>
                  <a:cubicBezTo>
                    <a:pt x="10412753" y="69112"/>
                    <a:pt x="10486616" y="27598"/>
                    <a:pt x="10556943" y="9990"/>
                  </a:cubicBezTo>
                  <a:cubicBezTo>
                    <a:pt x="10639301" y="-10644"/>
                    <a:pt x="10719531" y="720"/>
                    <a:pt x="10795417" y="43764"/>
                  </a:cubicBezTo>
                  <a:cubicBezTo>
                    <a:pt x="10928261" y="119104"/>
                    <a:pt x="11014173" y="253285"/>
                    <a:pt x="11097253" y="383068"/>
                  </a:cubicBezTo>
                  <a:cubicBezTo>
                    <a:pt x="11119998" y="418583"/>
                    <a:pt x="11141476" y="452146"/>
                    <a:pt x="11163657" y="484037"/>
                  </a:cubicBezTo>
                  <a:cubicBezTo>
                    <a:pt x="11212770" y="554681"/>
                    <a:pt x="11284328" y="631059"/>
                    <a:pt x="11360073" y="711940"/>
                  </a:cubicBezTo>
                  <a:cubicBezTo>
                    <a:pt x="11442010" y="799418"/>
                    <a:pt x="11534871" y="898576"/>
                    <a:pt x="11613887" y="1006494"/>
                  </a:cubicBezTo>
                  <a:cubicBezTo>
                    <a:pt x="11704425" y="1130155"/>
                    <a:pt x="11763706" y="1247432"/>
                    <a:pt x="11795087" y="1365007"/>
                  </a:cubicBezTo>
                  <a:lnTo>
                    <a:pt x="11791376" y="1365992"/>
                  </a:lnTo>
                  <a:cubicBezTo>
                    <a:pt x="11721207" y="1103136"/>
                    <a:pt x="11527870" y="896711"/>
                    <a:pt x="11357277" y="714561"/>
                  </a:cubicBezTo>
                  <a:cubicBezTo>
                    <a:pt x="11281426" y="633575"/>
                    <a:pt x="11209797" y="557091"/>
                    <a:pt x="11160508" y="486236"/>
                  </a:cubicBezTo>
                  <a:cubicBezTo>
                    <a:pt x="11138275" y="454274"/>
                    <a:pt x="11116779" y="420694"/>
                    <a:pt x="11094016" y="385143"/>
                  </a:cubicBezTo>
                  <a:cubicBezTo>
                    <a:pt x="11011183" y="255765"/>
                    <a:pt x="10925534" y="121989"/>
                    <a:pt x="10793517" y="47124"/>
                  </a:cubicBezTo>
                  <a:cubicBezTo>
                    <a:pt x="10654429" y="-31752"/>
                    <a:pt x="10501796" y="-1743"/>
                    <a:pt x="10339857" y="136343"/>
                  </a:cubicBezTo>
                  <a:cubicBezTo>
                    <a:pt x="10202757" y="253267"/>
                    <a:pt x="10086589" y="421134"/>
                    <a:pt x="10001767" y="543687"/>
                  </a:cubicBezTo>
                  <a:cubicBezTo>
                    <a:pt x="9987994" y="563582"/>
                    <a:pt x="9974995" y="582369"/>
                    <a:pt x="9963103" y="599203"/>
                  </a:cubicBezTo>
                  <a:cubicBezTo>
                    <a:pt x="9773635" y="867054"/>
                    <a:pt x="9605241" y="1153533"/>
                    <a:pt x="9442388" y="1430584"/>
                  </a:cubicBezTo>
                  <a:cubicBezTo>
                    <a:pt x="9274733" y="1715815"/>
                    <a:pt x="9101343" y="2010773"/>
                    <a:pt x="8905331" y="2284587"/>
                  </a:cubicBezTo>
                  <a:cubicBezTo>
                    <a:pt x="8895200" y="2298748"/>
                    <a:pt x="8884662" y="2313576"/>
                    <a:pt x="8873739" y="2328933"/>
                  </a:cubicBezTo>
                  <a:cubicBezTo>
                    <a:pt x="8716867" y="2549694"/>
                    <a:pt x="8479781" y="2883317"/>
                    <a:pt x="8192229" y="2977021"/>
                  </a:cubicBezTo>
                  <a:cubicBezTo>
                    <a:pt x="8141093" y="2993714"/>
                    <a:pt x="8089870" y="3002070"/>
                    <a:pt x="8038962" y="3002070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9" name="任意多边形: 形状 1406"/>
            <p:cNvSpPr/>
            <p:nvPr>
              <p:custDataLst>
                <p:tags r:id="rId26"/>
              </p:custDataLst>
            </p:nvPr>
          </p:nvSpPr>
          <p:spPr>
            <a:xfrm>
              <a:off x="316541" y="2245264"/>
              <a:ext cx="11874174" cy="3113100"/>
            </a:xfrm>
            <a:custGeom>
              <a:avLst/>
              <a:gdLst>
                <a:gd name="connsiteX0" fmla="*/ 8155272 w 11874174"/>
                <a:gd name="connsiteY0" fmla="*/ 3113101 h 3113100"/>
                <a:gd name="connsiteX1" fmla="*/ 8008901 w 11874174"/>
                <a:gd name="connsiteY1" fmla="*/ 3089529 h 3113100"/>
                <a:gd name="connsiteX2" fmla="*/ 7743600 w 11874174"/>
                <a:gd name="connsiteY2" fmla="*/ 2927749 h 3113100"/>
                <a:gd name="connsiteX3" fmla="*/ 7536876 w 11874174"/>
                <a:gd name="connsiteY3" fmla="*/ 2698914 h 3113100"/>
                <a:gd name="connsiteX4" fmla="*/ 7018888 w 11874174"/>
                <a:gd name="connsiteY4" fmla="*/ 1888641 h 3113100"/>
                <a:gd name="connsiteX5" fmla="*/ 7007788 w 11874174"/>
                <a:gd name="connsiteY5" fmla="*/ 1869116 h 3113100"/>
                <a:gd name="connsiteX6" fmla="*/ 6864196 w 11874174"/>
                <a:gd name="connsiteY6" fmla="*/ 1613842 h 3113100"/>
                <a:gd name="connsiteX7" fmla="*/ 6504488 w 11874174"/>
                <a:gd name="connsiteY7" fmla="*/ 990081 h 3113100"/>
                <a:gd name="connsiteX8" fmla="*/ 5949506 w 11874174"/>
                <a:gd name="connsiteY8" fmla="*/ 255729 h 3113100"/>
                <a:gd name="connsiteX9" fmla="*/ 5423743 w 11874174"/>
                <a:gd name="connsiteY9" fmla="*/ 16568 h 3113100"/>
                <a:gd name="connsiteX10" fmla="*/ 5124017 w 11874174"/>
                <a:gd name="connsiteY10" fmla="*/ 251701 h 3113100"/>
                <a:gd name="connsiteX11" fmla="*/ 4986143 w 11874174"/>
                <a:gd name="connsiteY11" fmla="*/ 779716 h 3113100"/>
                <a:gd name="connsiteX12" fmla="*/ 4509492 w 11874174"/>
                <a:gd name="connsiteY12" fmla="*/ 2058354 h 3113100"/>
                <a:gd name="connsiteX13" fmla="*/ 4231720 w 11874174"/>
                <a:gd name="connsiteY13" fmla="*/ 2357394 h 3113100"/>
                <a:gd name="connsiteX14" fmla="*/ 3852468 w 11874174"/>
                <a:gd name="connsiteY14" fmla="*/ 2620706 h 3113100"/>
                <a:gd name="connsiteX15" fmla="*/ 3352791 w 11874174"/>
                <a:gd name="connsiteY15" fmla="*/ 2834572 h 3113100"/>
                <a:gd name="connsiteX16" fmla="*/ 2713674 w 11874174"/>
                <a:gd name="connsiteY16" fmla="*/ 2985305 h 3113100"/>
                <a:gd name="connsiteX17" fmla="*/ 1698419 w 11874174"/>
                <a:gd name="connsiteY17" fmla="*/ 3089741 h 3113100"/>
                <a:gd name="connsiteX18" fmla="*/ 847090 w 11874174"/>
                <a:gd name="connsiteY18" fmla="*/ 2872497 h 3113100"/>
                <a:gd name="connsiteX19" fmla="*/ 135236 w 11874174"/>
                <a:gd name="connsiteY19" fmla="*/ 2377693 h 3113100"/>
                <a:gd name="connsiteX20" fmla="*/ 0 w 11874174"/>
                <a:gd name="connsiteY20" fmla="*/ 2272080 h 3113100"/>
                <a:gd name="connsiteX21" fmla="*/ 2304 w 11874174"/>
                <a:gd name="connsiteY21" fmla="*/ 2269089 h 3113100"/>
                <a:gd name="connsiteX22" fmla="*/ 137558 w 11874174"/>
                <a:gd name="connsiteY22" fmla="*/ 2374738 h 3113100"/>
                <a:gd name="connsiteX23" fmla="*/ 1698208 w 11874174"/>
                <a:gd name="connsiteY23" fmla="*/ 3085994 h 3113100"/>
                <a:gd name="connsiteX24" fmla="*/ 2713059 w 11874174"/>
                <a:gd name="connsiteY24" fmla="*/ 2981612 h 3113100"/>
                <a:gd name="connsiteX25" fmla="*/ 4982414 w 11874174"/>
                <a:gd name="connsiteY25" fmla="*/ 779030 h 3113100"/>
                <a:gd name="connsiteX26" fmla="*/ 5120570 w 11874174"/>
                <a:gd name="connsiteY26" fmla="*/ 250153 h 3113100"/>
                <a:gd name="connsiteX27" fmla="*/ 5423356 w 11874174"/>
                <a:gd name="connsiteY27" fmla="*/ 12856 h 3113100"/>
                <a:gd name="connsiteX28" fmla="*/ 5952040 w 11874174"/>
                <a:gd name="connsiteY28" fmla="*/ 253003 h 3113100"/>
                <a:gd name="connsiteX29" fmla="*/ 6507672 w 11874174"/>
                <a:gd name="connsiteY29" fmla="*/ 988164 h 3113100"/>
                <a:gd name="connsiteX30" fmla="*/ 6867451 w 11874174"/>
                <a:gd name="connsiteY30" fmla="*/ 1612047 h 3113100"/>
                <a:gd name="connsiteX31" fmla="*/ 7011025 w 11874174"/>
                <a:gd name="connsiteY31" fmla="*/ 1867304 h 3113100"/>
                <a:gd name="connsiteX32" fmla="*/ 7022124 w 11874174"/>
                <a:gd name="connsiteY32" fmla="*/ 1886829 h 3113100"/>
                <a:gd name="connsiteX33" fmla="*/ 7539779 w 11874174"/>
                <a:gd name="connsiteY33" fmla="*/ 2696610 h 3113100"/>
                <a:gd name="connsiteX34" fmla="*/ 8009991 w 11874174"/>
                <a:gd name="connsiteY34" fmla="*/ 3085994 h 3113100"/>
                <a:gd name="connsiteX35" fmla="*/ 8310121 w 11874174"/>
                <a:gd name="connsiteY35" fmla="*/ 3083478 h 3113100"/>
                <a:gd name="connsiteX36" fmla="*/ 9000796 w 11874174"/>
                <a:gd name="connsiteY36" fmla="*/ 2406366 h 3113100"/>
                <a:gd name="connsiteX37" fmla="*/ 9028993 w 11874174"/>
                <a:gd name="connsiteY37" fmla="*/ 2365292 h 3113100"/>
                <a:gd name="connsiteX38" fmla="*/ 9566014 w 11874174"/>
                <a:gd name="connsiteY38" fmla="*/ 1480488 h 3113100"/>
                <a:gd name="connsiteX39" fmla="*/ 10087521 w 11874174"/>
                <a:gd name="connsiteY39" fmla="*/ 617971 h 3113100"/>
                <a:gd name="connsiteX40" fmla="*/ 10122544 w 11874174"/>
                <a:gd name="connsiteY40" fmla="*/ 565956 h 3113100"/>
                <a:gd name="connsiteX41" fmla="*/ 10465348 w 11874174"/>
                <a:gd name="connsiteY41" fmla="*/ 140212 h 3113100"/>
                <a:gd name="connsiteX42" fmla="*/ 10689891 w 11874174"/>
                <a:gd name="connsiteY42" fmla="*/ 10447 h 3113100"/>
                <a:gd name="connsiteX43" fmla="*/ 10934470 w 11874174"/>
                <a:gd name="connsiteY43" fmla="*/ 46472 h 3113100"/>
                <a:gd name="connsiteX44" fmla="*/ 11249130 w 11874174"/>
                <a:gd name="connsiteY44" fmla="*/ 417245 h 3113100"/>
                <a:gd name="connsiteX45" fmla="*/ 11304962 w 11874174"/>
                <a:gd name="connsiteY45" fmla="*/ 507960 h 3113100"/>
                <a:gd name="connsiteX46" fmla="*/ 11486162 w 11874174"/>
                <a:gd name="connsiteY46" fmla="*/ 744130 h 3113100"/>
                <a:gd name="connsiteX47" fmla="*/ 11874174 w 11874174"/>
                <a:gd name="connsiteY47" fmla="*/ 1377689 h 3113100"/>
                <a:gd name="connsiteX48" fmla="*/ 11870550 w 11874174"/>
                <a:gd name="connsiteY48" fmla="*/ 1378709 h 3113100"/>
                <a:gd name="connsiteX49" fmla="*/ 11483260 w 11874174"/>
                <a:gd name="connsiteY49" fmla="*/ 746523 h 3113100"/>
                <a:gd name="connsiteX50" fmla="*/ 11301796 w 11874174"/>
                <a:gd name="connsiteY50" fmla="*/ 509983 h 3113100"/>
                <a:gd name="connsiteX51" fmla="*/ 11245910 w 11874174"/>
                <a:gd name="connsiteY51" fmla="*/ 419198 h 3113100"/>
                <a:gd name="connsiteX52" fmla="*/ 10932570 w 11874174"/>
                <a:gd name="connsiteY52" fmla="*/ 49726 h 3113100"/>
                <a:gd name="connsiteX53" fmla="*/ 10125675 w 11874174"/>
                <a:gd name="connsiteY53" fmla="*/ 568067 h 3113100"/>
                <a:gd name="connsiteX54" fmla="*/ 10090635 w 11874174"/>
                <a:gd name="connsiteY54" fmla="*/ 620117 h 3113100"/>
                <a:gd name="connsiteX55" fmla="*/ 9569287 w 11874174"/>
                <a:gd name="connsiteY55" fmla="*/ 1482370 h 3113100"/>
                <a:gd name="connsiteX56" fmla="*/ 9032089 w 11874174"/>
                <a:gd name="connsiteY56" fmla="*/ 2367455 h 3113100"/>
                <a:gd name="connsiteX57" fmla="*/ 9003891 w 11874174"/>
                <a:gd name="connsiteY57" fmla="*/ 2408512 h 3113100"/>
                <a:gd name="connsiteX58" fmla="*/ 8311299 w 11874174"/>
                <a:gd name="connsiteY58" fmla="*/ 3087067 h 3113100"/>
                <a:gd name="connsiteX59" fmla="*/ 8155272 w 11874174"/>
                <a:gd name="connsiteY59" fmla="*/ 3113101 h 311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11874174" h="3113100">
                  <a:moveTo>
                    <a:pt x="8155272" y="3113101"/>
                  </a:moveTo>
                  <a:cubicBezTo>
                    <a:pt x="8106035" y="3113101"/>
                    <a:pt x="8057151" y="3105256"/>
                    <a:pt x="8008901" y="3089529"/>
                  </a:cubicBezTo>
                  <a:cubicBezTo>
                    <a:pt x="7918590" y="3060487"/>
                    <a:pt x="7831817" y="3007575"/>
                    <a:pt x="7743600" y="2927749"/>
                  </a:cubicBezTo>
                  <a:cubicBezTo>
                    <a:pt x="7664284" y="2855980"/>
                    <a:pt x="7594591" y="2771792"/>
                    <a:pt x="7536876" y="2698914"/>
                  </a:cubicBezTo>
                  <a:cubicBezTo>
                    <a:pt x="7335781" y="2446560"/>
                    <a:pt x="7174687" y="2162930"/>
                    <a:pt x="7018888" y="1888641"/>
                  </a:cubicBezTo>
                  <a:lnTo>
                    <a:pt x="7007788" y="1869116"/>
                  </a:lnTo>
                  <a:cubicBezTo>
                    <a:pt x="6959555" y="1784224"/>
                    <a:pt x="6911075" y="1697608"/>
                    <a:pt x="6864196" y="1613842"/>
                  </a:cubicBezTo>
                  <a:cubicBezTo>
                    <a:pt x="6748996" y="1408015"/>
                    <a:pt x="6629873" y="1195169"/>
                    <a:pt x="6504488" y="990081"/>
                  </a:cubicBezTo>
                  <a:cubicBezTo>
                    <a:pt x="6347228" y="732872"/>
                    <a:pt x="6174841" y="464318"/>
                    <a:pt x="5949506" y="255729"/>
                  </a:cubicBezTo>
                  <a:cubicBezTo>
                    <a:pt x="5826935" y="142939"/>
                    <a:pt x="5639086" y="-4558"/>
                    <a:pt x="5423743" y="16568"/>
                  </a:cubicBezTo>
                  <a:cubicBezTo>
                    <a:pt x="5287258" y="29955"/>
                    <a:pt x="5192023" y="104679"/>
                    <a:pt x="5124017" y="251701"/>
                  </a:cubicBezTo>
                  <a:cubicBezTo>
                    <a:pt x="5061606" y="386638"/>
                    <a:pt x="5026636" y="568788"/>
                    <a:pt x="4986143" y="779716"/>
                  </a:cubicBezTo>
                  <a:cubicBezTo>
                    <a:pt x="4912386" y="1163876"/>
                    <a:pt x="4820598" y="1641969"/>
                    <a:pt x="4509492" y="2058354"/>
                  </a:cubicBezTo>
                  <a:cubicBezTo>
                    <a:pt x="4428488" y="2166783"/>
                    <a:pt x="4335030" y="2267401"/>
                    <a:pt x="4231720" y="2357394"/>
                  </a:cubicBezTo>
                  <a:cubicBezTo>
                    <a:pt x="4119598" y="2455092"/>
                    <a:pt x="3991996" y="2543678"/>
                    <a:pt x="3852468" y="2620706"/>
                  </a:cubicBezTo>
                  <a:cubicBezTo>
                    <a:pt x="3702861" y="2703312"/>
                    <a:pt x="3534730" y="2775257"/>
                    <a:pt x="3352791" y="2834572"/>
                  </a:cubicBezTo>
                  <a:cubicBezTo>
                    <a:pt x="3159348" y="2897634"/>
                    <a:pt x="2944322" y="2948348"/>
                    <a:pt x="2713674" y="2985305"/>
                  </a:cubicBezTo>
                  <a:cubicBezTo>
                    <a:pt x="2399578" y="3036582"/>
                    <a:pt x="2057987" y="3071710"/>
                    <a:pt x="1698419" y="3089741"/>
                  </a:cubicBezTo>
                  <a:cubicBezTo>
                    <a:pt x="1423303" y="3103514"/>
                    <a:pt x="1144845" y="3032466"/>
                    <a:pt x="847090" y="2872497"/>
                  </a:cubicBezTo>
                  <a:cubicBezTo>
                    <a:pt x="587542" y="2733057"/>
                    <a:pt x="347255" y="2544258"/>
                    <a:pt x="135236" y="2377693"/>
                  </a:cubicBezTo>
                  <a:cubicBezTo>
                    <a:pt x="88410" y="2340894"/>
                    <a:pt x="44170" y="2306153"/>
                    <a:pt x="0" y="2272080"/>
                  </a:cubicBezTo>
                  <a:lnTo>
                    <a:pt x="2304" y="2269089"/>
                  </a:lnTo>
                  <a:cubicBezTo>
                    <a:pt x="46492" y="2303179"/>
                    <a:pt x="90732" y="2337938"/>
                    <a:pt x="137558" y="2374738"/>
                  </a:cubicBezTo>
                  <a:cubicBezTo>
                    <a:pt x="558394" y="2705370"/>
                    <a:pt x="1082082" y="3116883"/>
                    <a:pt x="1698208" y="3085994"/>
                  </a:cubicBezTo>
                  <a:cubicBezTo>
                    <a:pt x="2057653" y="3067981"/>
                    <a:pt x="2399085" y="3032870"/>
                    <a:pt x="2713059" y="2981612"/>
                  </a:cubicBezTo>
                  <a:cubicBezTo>
                    <a:pt x="4618149" y="2676293"/>
                    <a:pt x="4837362" y="1534544"/>
                    <a:pt x="4982414" y="779030"/>
                  </a:cubicBezTo>
                  <a:cubicBezTo>
                    <a:pt x="5022960" y="567873"/>
                    <a:pt x="5057965" y="385512"/>
                    <a:pt x="5120570" y="250153"/>
                  </a:cubicBezTo>
                  <a:cubicBezTo>
                    <a:pt x="5189190" y="101794"/>
                    <a:pt x="5285393" y="26384"/>
                    <a:pt x="5423356" y="12856"/>
                  </a:cubicBezTo>
                  <a:cubicBezTo>
                    <a:pt x="5640194" y="-8410"/>
                    <a:pt x="5828923" y="139719"/>
                    <a:pt x="5952040" y="253003"/>
                  </a:cubicBezTo>
                  <a:cubicBezTo>
                    <a:pt x="6177743" y="461925"/>
                    <a:pt x="6350289" y="730744"/>
                    <a:pt x="6507672" y="988164"/>
                  </a:cubicBezTo>
                  <a:cubicBezTo>
                    <a:pt x="6633092" y="1193322"/>
                    <a:pt x="6752233" y="1406185"/>
                    <a:pt x="6867451" y="1612047"/>
                  </a:cubicBezTo>
                  <a:cubicBezTo>
                    <a:pt x="6914330" y="1695814"/>
                    <a:pt x="6962809" y="1782429"/>
                    <a:pt x="7011025" y="1867304"/>
                  </a:cubicBezTo>
                  <a:lnTo>
                    <a:pt x="7022124" y="1886829"/>
                  </a:lnTo>
                  <a:cubicBezTo>
                    <a:pt x="7177854" y="2160995"/>
                    <a:pt x="7338877" y="2444484"/>
                    <a:pt x="7539779" y="2696610"/>
                  </a:cubicBezTo>
                  <a:cubicBezTo>
                    <a:pt x="7671180" y="2862559"/>
                    <a:pt x="7819098" y="3024585"/>
                    <a:pt x="8009991" y="3085994"/>
                  </a:cubicBezTo>
                  <a:cubicBezTo>
                    <a:pt x="8108234" y="3117973"/>
                    <a:pt x="8209204" y="3117147"/>
                    <a:pt x="8310121" y="3083478"/>
                  </a:cubicBezTo>
                  <a:cubicBezTo>
                    <a:pt x="8603689" y="2985763"/>
                    <a:pt x="8842657" y="2637083"/>
                    <a:pt x="9000796" y="2406366"/>
                  </a:cubicBezTo>
                  <a:cubicBezTo>
                    <a:pt x="9010523" y="2392170"/>
                    <a:pt x="9019917" y="2378449"/>
                    <a:pt x="9028993" y="2365292"/>
                  </a:cubicBezTo>
                  <a:cubicBezTo>
                    <a:pt x="9225057" y="2080923"/>
                    <a:pt x="9398394" y="1775675"/>
                    <a:pt x="9566014" y="1480488"/>
                  </a:cubicBezTo>
                  <a:cubicBezTo>
                    <a:pt x="9729079" y="1193322"/>
                    <a:pt x="9897702" y="896376"/>
                    <a:pt x="10087521" y="617971"/>
                  </a:cubicBezTo>
                  <a:cubicBezTo>
                    <a:pt x="10098322" y="602122"/>
                    <a:pt x="10110090" y="584549"/>
                    <a:pt x="10122544" y="565956"/>
                  </a:cubicBezTo>
                  <a:cubicBezTo>
                    <a:pt x="10203179" y="445478"/>
                    <a:pt x="10325064" y="263398"/>
                    <a:pt x="10465348" y="140212"/>
                  </a:cubicBezTo>
                  <a:cubicBezTo>
                    <a:pt x="10542359" y="72594"/>
                    <a:pt x="10617911" y="28934"/>
                    <a:pt x="10689891" y="10447"/>
                  </a:cubicBezTo>
                  <a:cubicBezTo>
                    <a:pt x="10774343" y="-11243"/>
                    <a:pt x="10856632" y="877"/>
                    <a:pt x="10934470" y="46472"/>
                  </a:cubicBezTo>
                  <a:cubicBezTo>
                    <a:pt x="11074896" y="128743"/>
                    <a:pt x="11167474" y="282009"/>
                    <a:pt x="11249130" y="417245"/>
                  </a:cubicBezTo>
                  <a:cubicBezTo>
                    <a:pt x="11268303" y="449014"/>
                    <a:pt x="11286439" y="479006"/>
                    <a:pt x="11304962" y="507960"/>
                  </a:cubicBezTo>
                  <a:cubicBezTo>
                    <a:pt x="11352386" y="582016"/>
                    <a:pt x="11417366" y="660769"/>
                    <a:pt x="11486162" y="744130"/>
                  </a:cubicBezTo>
                  <a:cubicBezTo>
                    <a:pt x="11635400" y="924996"/>
                    <a:pt x="11804569" y="1129979"/>
                    <a:pt x="11874174" y="1377689"/>
                  </a:cubicBezTo>
                  <a:lnTo>
                    <a:pt x="11870550" y="1378709"/>
                  </a:lnTo>
                  <a:cubicBezTo>
                    <a:pt x="11801155" y="1131773"/>
                    <a:pt x="11632269" y="927107"/>
                    <a:pt x="11483260" y="746523"/>
                  </a:cubicBezTo>
                  <a:cubicBezTo>
                    <a:pt x="11414393" y="663056"/>
                    <a:pt x="11349343" y="584232"/>
                    <a:pt x="11301796" y="509983"/>
                  </a:cubicBezTo>
                  <a:cubicBezTo>
                    <a:pt x="11283238" y="480993"/>
                    <a:pt x="11265102" y="450966"/>
                    <a:pt x="11245910" y="419198"/>
                  </a:cubicBezTo>
                  <a:cubicBezTo>
                    <a:pt x="11164467" y="284349"/>
                    <a:pt x="11072169" y="131522"/>
                    <a:pt x="10932570" y="49726"/>
                  </a:cubicBezTo>
                  <a:cubicBezTo>
                    <a:pt x="10602167" y="-143840"/>
                    <a:pt x="10292205" y="319266"/>
                    <a:pt x="10125675" y="568067"/>
                  </a:cubicBezTo>
                  <a:cubicBezTo>
                    <a:pt x="10113221" y="586677"/>
                    <a:pt x="10101453" y="604250"/>
                    <a:pt x="10090635" y="620117"/>
                  </a:cubicBezTo>
                  <a:cubicBezTo>
                    <a:pt x="9900886" y="898382"/>
                    <a:pt x="9732315" y="1195257"/>
                    <a:pt x="9569287" y="1482370"/>
                  </a:cubicBezTo>
                  <a:cubicBezTo>
                    <a:pt x="9401631" y="1777627"/>
                    <a:pt x="9228259" y="2082946"/>
                    <a:pt x="9032089" y="2367455"/>
                  </a:cubicBezTo>
                  <a:cubicBezTo>
                    <a:pt x="9023012" y="2380613"/>
                    <a:pt x="9013619" y="2394334"/>
                    <a:pt x="9003891" y="2408512"/>
                  </a:cubicBezTo>
                  <a:cubicBezTo>
                    <a:pt x="8845471" y="2639651"/>
                    <a:pt x="8606081" y="2988964"/>
                    <a:pt x="8311299" y="3087067"/>
                  </a:cubicBezTo>
                  <a:cubicBezTo>
                    <a:pt x="8259249" y="3104411"/>
                    <a:pt x="8207075" y="3113101"/>
                    <a:pt x="8155272" y="311310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" name="任意多边形: 形状 767"/>
            <p:cNvSpPr/>
            <p:nvPr>
              <p:custDataLst>
                <p:tags r:id="rId27"/>
              </p:custDataLst>
            </p:nvPr>
          </p:nvSpPr>
          <p:spPr>
            <a:xfrm>
              <a:off x="237437" y="2182363"/>
              <a:ext cx="11953349" cy="3224181"/>
            </a:xfrm>
            <a:custGeom>
              <a:avLst/>
              <a:gdLst>
                <a:gd name="connsiteX0" fmla="*/ 8271738 w 11953349"/>
                <a:gd name="connsiteY0" fmla="*/ 3224182 h 3224181"/>
                <a:gd name="connsiteX1" fmla="*/ 8121973 w 11953349"/>
                <a:gd name="connsiteY1" fmla="*/ 3199538 h 3224181"/>
                <a:gd name="connsiteX2" fmla="*/ 7852538 w 11953349"/>
                <a:gd name="connsiteY2" fmla="*/ 3030915 h 3224181"/>
                <a:gd name="connsiteX3" fmla="*/ 7643862 w 11953349"/>
                <a:gd name="connsiteY3" fmla="*/ 2792598 h 3224181"/>
                <a:gd name="connsiteX4" fmla="*/ 7123499 w 11953349"/>
                <a:gd name="connsiteY4" fmla="*/ 1946106 h 3224181"/>
                <a:gd name="connsiteX5" fmla="*/ 7114475 w 11953349"/>
                <a:gd name="connsiteY5" fmla="*/ 1929536 h 3224181"/>
                <a:gd name="connsiteX6" fmla="*/ 6976266 w 11953349"/>
                <a:gd name="connsiteY6" fmla="*/ 1673558 h 3224181"/>
                <a:gd name="connsiteX7" fmla="*/ 6612247 w 11953349"/>
                <a:gd name="connsiteY7" fmla="*/ 1017238 h 3224181"/>
                <a:gd name="connsiteX8" fmla="*/ 6053642 w 11953349"/>
                <a:gd name="connsiteY8" fmla="*/ 257098 h 3224181"/>
                <a:gd name="connsiteX9" fmla="*/ 5518151 w 11953349"/>
                <a:gd name="connsiteY9" fmla="*/ 11833 h 3224181"/>
                <a:gd name="connsiteX10" fmla="*/ 5225234 w 11953349"/>
                <a:gd name="connsiteY10" fmla="*/ 257169 h 3224181"/>
                <a:gd name="connsiteX11" fmla="*/ 5098230 w 11953349"/>
                <a:gd name="connsiteY11" fmla="*/ 803566 h 3224181"/>
                <a:gd name="connsiteX12" fmla="*/ 4633998 w 11953349"/>
                <a:gd name="connsiteY12" fmla="*/ 2150333 h 3224181"/>
                <a:gd name="connsiteX13" fmla="*/ 4352567 w 11953349"/>
                <a:gd name="connsiteY13" fmla="*/ 2465203 h 3224181"/>
                <a:gd name="connsiteX14" fmla="*/ 3964854 w 11953349"/>
                <a:gd name="connsiteY14" fmla="*/ 2741973 h 3224181"/>
                <a:gd name="connsiteX15" fmla="*/ 3450823 w 11953349"/>
                <a:gd name="connsiteY15" fmla="*/ 2965988 h 3224181"/>
                <a:gd name="connsiteX16" fmla="*/ 2790457 w 11953349"/>
                <a:gd name="connsiteY16" fmla="*/ 3122632 h 3224181"/>
                <a:gd name="connsiteX17" fmla="*/ 1751666 w 11953349"/>
                <a:gd name="connsiteY17" fmla="*/ 3220646 h 3224181"/>
                <a:gd name="connsiteX18" fmla="*/ 873581 w 11953349"/>
                <a:gd name="connsiteY18" fmla="*/ 2976683 h 3224181"/>
                <a:gd name="connsiteX19" fmla="*/ 137171 w 11953349"/>
                <a:gd name="connsiteY19" fmla="*/ 2440137 h 3224181"/>
                <a:gd name="connsiteX20" fmla="*/ 0 w 11953349"/>
                <a:gd name="connsiteY20" fmla="*/ 2328138 h 3224181"/>
                <a:gd name="connsiteX21" fmla="*/ 2322 w 11953349"/>
                <a:gd name="connsiteY21" fmla="*/ 2325253 h 3224181"/>
                <a:gd name="connsiteX22" fmla="*/ 139511 w 11953349"/>
                <a:gd name="connsiteY22" fmla="*/ 2437270 h 3224181"/>
                <a:gd name="connsiteX23" fmla="*/ 1751507 w 11953349"/>
                <a:gd name="connsiteY23" fmla="*/ 3216935 h 3224181"/>
                <a:gd name="connsiteX24" fmla="*/ 2789841 w 11953349"/>
                <a:gd name="connsiteY24" fmla="*/ 3118973 h 3224181"/>
                <a:gd name="connsiteX25" fmla="*/ 5094553 w 11953349"/>
                <a:gd name="connsiteY25" fmla="*/ 802950 h 3224181"/>
                <a:gd name="connsiteX26" fmla="*/ 5221803 w 11953349"/>
                <a:gd name="connsiteY26" fmla="*/ 255708 h 3224181"/>
                <a:gd name="connsiteX27" fmla="*/ 5517729 w 11953349"/>
                <a:gd name="connsiteY27" fmla="*/ 8139 h 3224181"/>
                <a:gd name="connsiteX28" fmla="*/ 6056175 w 11953349"/>
                <a:gd name="connsiteY28" fmla="*/ 254389 h 3224181"/>
                <a:gd name="connsiteX29" fmla="*/ 6615431 w 11953349"/>
                <a:gd name="connsiteY29" fmla="*/ 1015338 h 3224181"/>
                <a:gd name="connsiteX30" fmla="*/ 6979520 w 11953349"/>
                <a:gd name="connsiteY30" fmla="*/ 1671782 h 3224181"/>
                <a:gd name="connsiteX31" fmla="*/ 7117711 w 11953349"/>
                <a:gd name="connsiteY31" fmla="*/ 1927742 h 3224181"/>
                <a:gd name="connsiteX32" fmla="*/ 7126735 w 11953349"/>
                <a:gd name="connsiteY32" fmla="*/ 1944312 h 3224181"/>
                <a:gd name="connsiteX33" fmla="*/ 7646799 w 11953349"/>
                <a:gd name="connsiteY33" fmla="*/ 2790329 h 3224181"/>
                <a:gd name="connsiteX34" fmla="*/ 8123133 w 11953349"/>
                <a:gd name="connsiteY34" fmla="*/ 3196020 h 3224181"/>
                <a:gd name="connsiteX35" fmla="*/ 8429244 w 11953349"/>
                <a:gd name="connsiteY35" fmla="*/ 3193663 h 3224181"/>
                <a:gd name="connsiteX36" fmla="*/ 9131036 w 11953349"/>
                <a:gd name="connsiteY36" fmla="*/ 2485714 h 3224181"/>
                <a:gd name="connsiteX37" fmla="*/ 9155821 w 11953349"/>
                <a:gd name="connsiteY37" fmla="*/ 2448316 h 3224181"/>
                <a:gd name="connsiteX38" fmla="*/ 9693106 w 11953349"/>
                <a:gd name="connsiteY38" fmla="*/ 1532236 h 3224181"/>
                <a:gd name="connsiteX39" fmla="*/ 10215106 w 11953349"/>
                <a:gd name="connsiteY39" fmla="*/ 639041 h 3224181"/>
                <a:gd name="connsiteX40" fmla="*/ 10246452 w 11953349"/>
                <a:gd name="connsiteY40" fmla="*/ 590896 h 3224181"/>
                <a:gd name="connsiteX41" fmla="*/ 10593214 w 11953349"/>
                <a:gd name="connsiteY41" fmla="*/ 147333 h 3224181"/>
                <a:gd name="connsiteX42" fmla="*/ 10822805 w 11953349"/>
                <a:gd name="connsiteY42" fmla="*/ 10954 h 3224181"/>
                <a:gd name="connsiteX43" fmla="*/ 11073594 w 11953349"/>
                <a:gd name="connsiteY43" fmla="*/ 49213 h 3224181"/>
                <a:gd name="connsiteX44" fmla="*/ 11402326 w 11953349"/>
                <a:gd name="connsiteY44" fmla="*/ 455361 h 3224181"/>
                <a:gd name="connsiteX45" fmla="*/ 11446355 w 11953349"/>
                <a:gd name="connsiteY45" fmla="*/ 531898 h 3224181"/>
                <a:gd name="connsiteX46" fmla="*/ 11608293 w 11953349"/>
                <a:gd name="connsiteY46" fmla="*/ 771516 h 3224181"/>
                <a:gd name="connsiteX47" fmla="*/ 11953349 w 11953349"/>
                <a:gd name="connsiteY47" fmla="*/ 1390386 h 3224181"/>
                <a:gd name="connsiteX48" fmla="*/ 11949796 w 11953349"/>
                <a:gd name="connsiteY48" fmla="*/ 1391441 h 3224181"/>
                <a:gd name="connsiteX49" fmla="*/ 11605285 w 11953349"/>
                <a:gd name="connsiteY49" fmla="*/ 773662 h 3224181"/>
                <a:gd name="connsiteX50" fmla="*/ 11443153 w 11953349"/>
                <a:gd name="connsiteY50" fmla="*/ 533762 h 3224181"/>
                <a:gd name="connsiteX51" fmla="*/ 11399089 w 11953349"/>
                <a:gd name="connsiteY51" fmla="*/ 457173 h 3224181"/>
                <a:gd name="connsiteX52" fmla="*/ 11071676 w 11953349"/>
                <a:gd name="connsiteY52" fmla="*/ 52362 h 3224181"/>
                <a:gd name="connsiteX53" fmla="*/ 10595711 w 11953349"/>
                <a:gd name="connsiteY53" fmla="*/ 150060 h 3224181"/>
                <a:gd name="connsiteX54" fmla="*/ 10249583 w 11953349"/>
                <a:gd name="connsiteY54" fmla="*/ 592884 h 3224181"/>
                <a:gd name="connsiteX55" fmla="*/ 10218219 w 11953349"/>
                <a:gd name="connsiteY55" fmla="*/ 641064 h 3224181"/>
                <a:gd name="connsiteX56" fmla="*/ 9696378 w 11953349"/>
                <a:gd name="connsiteY56" fmla="*/ 1533995 h 3224181"/>
                <a:gd name="connsiteX57" fmla="*/ 9158917 w 11953349"/>
                <a:gd name="connsiteY57" fmla="*/ 2450339 h 3224181"/>
                <a:gd name="connsiteX58" fmla="*/ 9134132 w 11953349"/>
                <a:gd name="connsiteY58" fmla="*/ 2487719 h 3224181"/>
                <a:gd name="connsiteX59" fmla="*/ 8836975 w 11953349"/>
                <a:gd name="connsiteY59" fmla="*/ 2892583 h 3224181"/>
                <a:gd name="connsiteX60" fmla="*/ 8430457 w 11953349"/>
                <a:gd name="connsiteY60" fmla="*/ 3197128 h 3224181"/>
                <a:gd name="connsiteX61" fmla="*/ 8271738 w 11953349"/>
                <a:gd name="connsiteY61" fmla="*/ 3224182 h 322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1953349" h="3224181">
                  <a:moveTo>
                    <a:pt x="8271738" y="3224182"/>
                  </a:moveTo>
                  <a:cubicBezTo>
                    <a:pt x="8221395" y="3224182"/>
                    <a:pt x="8171384" y="3215967"/>
                    <a:pt x="8121973" y="3199538"/>
                  </a:cubicBezTo>
                  <a:cubicBezTo>
                    <a:pt x="8029992" y="3169212"/>
                    <a:pt x="7941845" y="3114048"/>
                    <a:pt x="7852538" y="3030915"/>
                  </a:cubicBezTo>
                  <a:cubicBezTo>
                    <a:pt x="7771868" y="2955803"/>
                    <a:pt x="7701770" y="2868290"/>
                    <a:pt x="7643862" y="2792598"/>
                  </a:cubicBezTo>
                  <a:cubicBezTo>
                    <a:pt x="7441043" y="2528740"/>
                    <a:pt x="7279615" y="2232551"/>
                    <a:pt x="7123499" y="1946106"/>
                  </a:cubicBezTo>
                  <a:lnTo>
                    <a:pt x="7114475" y="1929536"/>
                  </a:lnTo>
                  <a:cubicBezTo>
                    <a:pt x="7068071" y="1844398"/>
                    <a:pt x="7021403" y="1757553"/>
                    <a:pt x="6976266" y="1673558"/>
                  </a:cubicBezTo>
                  <a:cubicBezTo>
                    <a:pt x="6859887" y="1456949"/>
                    <a:pt x="6739533" y="1232968"/>
                    <a:pt x="6612247" y="1017238"/>
                  </a:cubicBezTo>
                  <a:cubicBezTo>
                    <a:pt x="6455111" y="750917"/>
                    <a:pt x="6282548" y="472846"/>
                    <a:pt x="6053642" y="257098"/>
                  </a:cubicBezTo>
                  <a:cubicBezTo>
                    <a:pt x="5928961" y="140121"/>
                    <a:pt x="5737822" y="-12582"/>
                    <a:pt x="5518151" y="11833"/>
                  </a:cubicBezTo>
                  <a:cubicBezTo>
                    <a:pt x="5383021" y="26856"/>
                    <a:pt x="5289949" y="104799"/>
                    <a:pt x="5225234" y="257169"/>
                  </a:cubicBezTo>
                  <a:cubicBezTo>
                    <a:pt x="5165830" y="397013"/>
                    <a:pt x="5134501" y="585426"/>
                    <a:pt x="5098230" y="803566"/>
                  </a:cubicBezTo>
                  <a:cubicBezTo>
                    <a:pt x="5030964" y="1208166"/>
                    <a:pt x="4947233" y="1711712"/>
                    <a:pt x="4633998" y="2150333"/>
                  </a:cubicBezTo>
                  <a:cubicBezTo>
                    <a:pt x="4552413" y="2264565"/>
                    <a:pt x="4457741" y="2370513"/>
                    <a:pt x="4352567" y="2465203"/>
                  </a:cubicBezTo>
                  <a:cubicBezTo>
                    <a:pt x="4238387" y="2568020"/>
                    <a:pt x="4107953" y="2661127"/>
                    <a:pt x="3964854" y="2741973"/>
                  </a:cubicBezTo>
                  <a:cubicBezTo>
                    <a:pt x="3811377" y="2828677"/>
                    <a:pt x="3638426" y="2904052"/>
                    <a:pt x="3450823" y="2965988"/>
                  </a:cubicBezTo>
                  <a:cubicBezTo>
                    <a:pt x="3251347" y="3031847"/>
                    <a:pt x="3029161" y="3084548"/>
                    <a:pt x="2790457" y="3122632"/>
                  </a:cubicBezTo>
                  <a:cubicBezTo>
                    <a:pt x="2472315" y="3174102"/>
                    <a:pt x="2122808" y="3207066"/>
                    <a:pt x="1751666" y="3220646"/>
                  </a:cubicBezTo>
                  <a:cubicBezTo>
                    <a:pt x="1468493" y="3231007"/>
                    <a:pt x="1181275" y="3151199"/>
                    <a:pt x="873581" y="2976683"/>
                  </a:cubicBezTo>
                  <a:cubicBezTo>
                    <a:pt x="605361" y="2824560"/>
                    <a:pt x="356631" y="2620334"/>
                    <a:pt x="137171" y="2440137"/>
                  </a:cubicBezTo>
                  <a:cubicBezTo>
                    <a:pt x="89677" y="2401139"/>
                    <a:pt x="44821" y="2364304"/>
                    <a:pt x="0" y="2328138"/>
                  </a:cubicBezTo>
                  <a:lnTo>
                    <a:pt x="2322" y="2325253"/>
                  </a:lnTo>
                  <a:cubicBezTo>
                    <a:pt x="47143" y="2361437"/>
                    <a:pt x="92016" y="2398271"/>
                    <a:pt x="139511" y="2437270"/>
                  </a:cubicBezTo>
                  <a:cubicBezTo>
                    <a:pt x="575158" y="2794955"/>
                    <a:pt x="1117351" y="3240119"/>
                    <a:pt x="1751507" y="3216935"/>
                  </a:cubicBezTo>
                  <a:cubicBezTo>
                    <a:pt x="2122492" y="3203372"/>
                    <a:pt x="2471840" y="3170408"/>
                    <a:pt x="2789841" y="3118973"/>
                  </a:cubicBezTo>
                  <a:cubicBezTo>
                    <a:pt x="4761776" y="2804366"/>
                    <a:pt x="4962027" y="1599942"/>
                    <a:pt x="5094553" y="802950"/>
                  </a:cubicBezTo>
                  <a:cubicBezTo>
                    <a:pt x="5130860" y="584564"/>
                    <a:pt x="5162224" y="395958"/>
                    <a:pt x="5221803" y="255708"/>
                  </a:cubicBezTo>
                  <a:cubicBezTo>
                    <a:pt x="5287099" y="101985"/>
                    <a:pt x="5381139" y="23320"/>
                    <a:pt x="5517729" y="8139"/>
                  </a:cubicBezTo>
                  <a:cubicBezTo>
                    <a:pt x="5738912" y="-16452"/>
                    <a:pt x="5930966" y="136902"/>
                    <a:pt x="6056175" y="254389"/>
                  </a:cubicBezTo>
                  <a:cubicBezTo>
                    <a:pt x="6285433" y="470471"/>
                    <a:pt x="6458154" y="748789"/>
                    <a:pt x="6615431" y="1015338"/>
                  </a:cubicBezTo>
                  <a:cubicBezTo>
                    <a:pt x="6742751" y="1231121"/>
                    <a:pt x="6863124" y="1455155"/>
                    <a:pt x="6979520" y="1671782"/>
                  </a:cubicBezTo>
                  <a:cubicBezTo>
                    <a:pt x="7024640" y="1755777"/>
                    <a:pt x="7071308" y="1842621"/>
                    <a:pt x="7117711" y="1927742"/>
                  </a:cubicBezTo>
                  <a:lnTo>
                    <a:pt x="7126735" y="1944312"/>
                  </a:lnTo>
                  <a:cubicBezTo>
                    <a:pt x="7282781" y="2230633"/>
                    <a:pt x="7444139" y="2526682"/>
                    <a:pt x="7646799" y="2790329"/>
                  </a:cubicBezTo>
                  <a:cubicBezTo>
                    <a:pt x="7778922" y="2963033"/>
                    <a:pt x="7928073" y="3131708"/>
                    <a:pt x="8123133" y="3196020"/>
                  </a:cubicBezTo>
                  <a:cubicBezTo>
                    <a:pt x="8223488" y="3229406"/>
                    <a:pt x="8326480" y="3228615"/>
                    <a:pt x="8429244" y="3193663"/>
                  </a:cubicBezTo>
                  <a:cubicBezTo>
                    <a:pt x="8730147" y="3091497"/>
                    <a:pt x="8971401" y="2726933"/>
                    <a:pt x="9131036" y="2485714"/>
                  </a:cubicBezTo>
                  <a:cubicBezTo>
                    <a:pt x="9139567" y="2472838"/>
                    <a:pt x="9147817" y="2460348"/>
                    <a:pt x="9155821" y="2448316"/>
                  </a:cubicBezTo>
                  <a:cubicBezTo>
                    <a:pt x="9352043" y="2153200"/>
                    <a:pt x="9525433" y="1837520"/>
                    <a:pt x="9693106" y="1532236"/>
                  </a:cubicBezTo>
                  <a:cubicBezTo>
                    <a:pt x="9856329" y="1235079"/>
                    <a:pt x="10025093" y="927808"/>
                    <a:pt x="10215106" y="639041"/>
                  </a:cubicBezTo>
                  <a:cubicBezTo>
                    <a:pt x="10224816" y="624265"/>
                    <a:pt x="10235335" y="608065"/>
                    <a:pt x="10246452" y="590896"/>
                  </a:cubicBezTo>
                  <a:cubicBezTo>
                    <a:pt x="10327544" y="465757"/>
                    <a:pt x="10450097" y="276659"/>
                    <a:pt x="10593214" y="147333"/>
                  </a:cubicBezTo>
                  <a:cubicBezTo>
                    <a:pt x="10671861" y="76267"/>
                    <a:pt x="10749119" y="30391"/>
                    <a:pt x="10822805" y="10954"/>
                  </a:cubicBezTo>
                  <a:cubicBezTo>
                    <a:pt x="10909386" y="-11861"/>
                    <a:pt x="10993750" y="998"/>
                    <a:pt x="11073594" y="49213"/>
                  </a:cubicBezTo>
                  <a:cubicBezTo>
                    <a:pt x="11222621" y="139206"/>
                    <a:pt x="11318084" y="307178"/>
                    <a:pt x="11402326" y="455361"/>
                  </a:cubicBezTo>
                  <a:cubicBezTo>
                    <a:pt x="11417489" y="482028"/>
                    <a:pt x="11431807" y="507236"/>
                    <a:pt x="11446355" y="531898"/>
                  </a:cubicBezTo>
                  <a:cubicBezTo>
                    <a:pt x="11491246" y="608012"/>
                    <a:pt x="11548099" y="687433"/>
                    <a:pt x="11608293" y="771516"/>
                  </a:cubicBezTo>
                  <a:cubicBezTo>
                    <a:pt x="11737478" y="951960"/>
                    <a:pt x="11883884" y="1156467"/>
                    <a:pt x="11953349" y="1390386"/>
                  </a:cubicBezTo>
                  <a:lnTo>
                    <a:pt x="11949796" y="1391441"/>
                  </a:lnTo>
                  <a:cubicBezTo>
                    <a:pt x="11880525" y="1158103"/>
                    <a:pt x="11734294" y="953859"/>
                    <a:pt x="11605285" y="773662"/>
                  </a:cubicBezTo>
                  <a:cubicBezTo>
                    <a:pt x="11545038" y="689509"/>
                    <a:pt x="11488132" y="610017"/>
                    <a:pt x="11443153" y="533762"/>
                  </a:cubicBezTo>
                  <a:cubicBezTo>
                    <a:pt x="11428589" y="509065"/>
                    <a:pt x="11414270" y="483858"/>
                    <a:pt x="11399089" y="457173"/>
                  </a:cubicBezTo>
                  <a:cubicBezTo>
                    <a:pt x="11315077" y="309377"/>
                    <a:pt x="11219876" y="141863"/>
                    <a:pt x="11071676" y="52362"/>
                  </a:cubicBezTo>
                  <a:cubicBezTo>
                    <a:pt x="10925376" y="-35995"/>
                    <a:pt x="10765231" y="-3119"/>
                    <a:pt x="10595711" y="150060"/>
                  </a:cubicBezTo>
                  <a:cubicBezTo>
                    <a:pt x="10452947" y="279051"/>
                    <a:pt x="10330569" y="467921"/>
                    <a:pt x="10249583" y="592884"/>
                  </a:cubicBezTo>
                  <a:cubicBezTo>
                    <a:pt x="10238448" y="610052"/>
                    <a:pt x="10227946" y="626271"/>
                    <a:pt x="10218219" y="641064"/>
                  </a:cubicBezTo>
                  <a:cubicBezTo>
                    <a:pt x="10028312" y="929690"/>
                    <a:pt x="9859565" y="1236909"/>
                    <a:pt x="9696378" y="1533995"/>
                  </a:cubicBezTo>
                  <a:cubicBezTo>
                    <a:pt x="9528652" y="1839349"/>
                    <a:pt x="9355227" y="2155099"/>
                    <a:pt x="9158917" y="2450339"/>
                  </a:cubicBezTo>
                  <a:cubicBezTo>
                    <a:pt x="9150931" y="2462371"/>
                    <a:pt x="9142664" y="2474843"/>
                    <a:pt x="9134132" y="2487719"/>
                  </a:cubicBezTo>
                  <a:cubicBezTo>
                    <a:pt x="9054535" y="2608003"/>
                    <a:pt x="8955482" y="2757699"/>
                    <a:pt x="8836975" y="2892583"/>
                  </a:cubicBezTo>
                  <a:cubicBezTo>
                    <a:pt x="8696690" y="3052270"/>
                    <a:pt x="8563724" y="3151885"/>
                    <a:pt x="8430457" y="3197128"/>
                  </a:cubicBezTo>
                  <a:cubicBezTo>
                    <a:pt x="8377475" y="3215176"/>
                    <a:pt x="8324439" y="3224182"/>
                    <a:pt x="8271738" y="3224182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1" name="任意多边形: 形状 768"/>
            <p:cNvSpPr/>
            <p:nvPr>
              <p:custDataLst>
                <p:tags r:id="rId28"/>
              </p:custDataLst>
            </p:nvPr>
          </p:nvSpPr>
          <p:spPr>
            <a:xfrm>
              <a:off x="158279" y="2119305"/>
              <a:ext cx="12032418" cy="3352113"/>
            </a:xfrm>
            <a:custGeom>
              <a:avLst/>
              <a:gdLst>
                <a:gd name="connsiteX0" fmla="*/ 1771437 w 12032418"/>
                <a:gd name="connsiteY0" fmla="*/ 3352114 h 3352113"/>
                <a:gd name="connsiteX1" fmla="*/ 901040 w 12032418"/>
                <a:gd name="connsiteY1" fmla="*/ 3081923 h 3352113"/>
                <a:gd name="connsiteX2" fmla="*/ 140689 w 12032418"/>
                <a:gd name="connsiteY2" fmla="*/ 2503915 h 3352113"/>
                <a:gd name="connsiteX3" fmla="*/ 0 w 12032418"/>
                <a:gd name="connsiteY3" fmla="*/ 2384335 h 3352113"/>
                <a:gd name="connsiteX4" fmla="*/ 2340 w 12032418"/>
                <a:gd name="connsiteY4" fmla="*/ 2381556 h 3352113"/>
                <a:gd name="connsiteX5" fmla="*/ 143046 w 12032418"/>
                <a:gd name="connsiteY5" fmla="*/ 2501154 h 3352113"/>
                <a:gd name="connsiteX6" fmla="*/ 1804824 w 12032418"/>
                <a:gd name="connsiteY6" fmla="*/ 3348050 h 3352113"/>
                <a:gd name="connsiteX7" fmla="*/ 2866642 w 12032418"/>
                <a:gd name="connsiteY7" fmla="*/ 3256509 h 3352113"/>
                <a:gd name="connsiteX8" fmla="*/ 5206060 w 12032418"/>
                <a:gd name="connsiteY8" fmla="*/ 826587 h 3352113"/>
                <a:gd name="connsiteX9" fmla="*/ 5322720 w 12032418"/>
                <a:gd name="connsiteY9" fmla="*/ 261228 h 3352113"/>
                <a:gd name="connsiteX10" fmla="*/ 5612102 w 12032418"/>
                <a:gd name="connsiteY10" fmla="*/ 3614 h 3352113"/>
                <a:gd name="connsiteX11" fmla="*/ 5909963 w 12032418"/>
                <a:gd name="connsiteY11" fmla="*/ 66729 h 3352113"/>
                <a:gd name="connsiteX12" fmla="*/ 6160294 w 12032418"/>
                <a:gd name="connsiteY12" fmla="*/ 255986 h 3352113"/>
                <a:gd name="connsiteX13" fmla="*/ 6723156 w 12032418"/>
                <a:gd name="connsiteY13" fmla="*/ 1042722 h 3352113"/>
                <a:gd name="connsiteX14" fmla="*/ 7079575 w 12032418"/>
                <a:gd name="connsiteY14" fmla="*/ 1710160 h 3352113"/>
                <a:gd name="connsiteX15" fmla="*/ 7224345 w 12032418"/>
                <a:gd name="connsiteY15" fmla="*/ 1988407 h 3352113"/>
                <a:gd name="connsiteX16" fmla="*/ 7753767 w 12032418"/>
                <a:gd name="connsiteY16" fmla="*/ 2884241 h 3352113"/>
                <a:gd name="connsiteX17" fmla="*/ 8236223 w 12032418"/>
                <a:gd name="connsiteY17" fmla="*/ 3306238 h 3352113"/>
                <a:gd name="connsiteX18" fmla="*/ 8548332 w 12032418"/>
                <a:gd name="connsiteY18" fmla="*/ 3304021 h 3352113"/>
                <a:gd name="connsiteX19" fmla="*/ 9261259 w 12032418"/>
                <a:gd name="connsiteY19" fmla="*/ 2564832 h 3352113"/>
                <a:gd name="connsiteX20" fmla="*/ 9282596 w 12032418"/>
                <a:gd name="connsiteY20" fmla="*/ 2531515 h 3352113"/>
                <a:gd name="connsiteX21" fmla="*/ 9820268 w 12032418"/>
                <a:gd name="connsiteY21" fmla="*/ 1584001 h 3352113"/>
                <a:gd name="connsiteX22" fmla="*/ 10342619 w 12032418"/>
                <a:gd name="connsiteY22" fmla="*/ 660304 h 3352113"/>
                <a:gd name="connsiteX23" fmla="*/ 10370254 w 12032418"/>
                <a:gd name="connsiteY23" fmla="*/ 616451 h 3352113"/>
                <a:gd name="connsiteX24" fmla="*/ 10720991 w 12032418"/>
                <a:gd name="connsiteY24" fmla="*/ 154699 h 3352113"/>
                <a:gd name="connsiteX25" fmla="*/ 10955684 w 12032418"/>
                <a:gd name="connsiteY25" fmla="*/ 11460 h 3352113"/>
                <a:gd name="connsiteX26" fmla="*/ 11212612 w 12032418"/>
                <a:gd name="connsiteY26" fmla="*/ 52146 h 3352113"/>
                <a:gd name="connsiteX27" fmla="*/ 11556331 w 12032418"/>
                <a:gd name="connsiteY27" fmla="*/ 497662 h 3352113"/>
                <a:gd name="connsiteX28" fmla="*/ 11587624 w 12032418"/>
                <a:gd name="connsiteY28" fmla="*/ 556028 h 3352113"/>
                <a:gd name="connsiteX29" fmla="*/ 11722139 w 12032418"/>
                <a:gd name="connsiteY29" fmla="*/ 784880 h 3352113"/>
                <a:gd name="connsiteX30" fmla="*/ 12032418 w 12032418"/>
                <a:gd name="connsiteY30" fmla="*/ 1403293 h 3352113"/>
                <a:gd name="connsiteX31" fmla="*/ 12028935 w 12032418"/>
                <a:gd name="connsiteY31" fmla="*/ 1404384 h 3352113"/>
                <a:gd name="connsiteX32" fmla="*/ 11719026 w 12032418"/>
                <a:gd name="connsiteY32" fmla="*/ 786762 h 3352113"/>
                <a:gd name="connsiteX33" fmla="*/ 11584423 w 12032418"/>
                <a:gd name="connsiteY33" fmla="*/ 557751 h 3352113"/>
                <a:gd name="connsiteX34" fmla="*/ 11553129 w 12032418"/>
                <a:gd name="connsiteY34" fmla="*/ 499351 h 3352113"/>
                <a:gd name="connsiteX35" fmla="*/ 11210712 w 12032418"/>
                <a:gd name="connsiteY35" fmla="*/ 55225 h 3352113"/>
                <a:gd name="connsiteX36" fmla="*/ 10723507 w 12032418"/>
                <a:gd name="connsiteY36" fmla="*/ 157338 h 3352113"/>
                <a:gd name="connsiteX37" fmla="*/ 10373367 w 12032418"/>
                <a:gd name="connsiteY37" fmla="*/ 618351 h 3352113"/>
                <a:gd name="connsiteX38" fmla="*/ 10345715 w 12032418"/>
                <a:gd name="connsiteY38" fmla="*/ 662222 h 3352113"/>
                <a:gd name="connsiteX39" fmla="*/ 9823505 w 12032418"/>
                <a:gd name="connsiteY39" fmla="*/ 1585672 h 3352113"/>
                <a:gd name="connsiteX40" fmla="*/ 9285674 w 12032418"/>
                <a:gd name="connsiteY40" fmla="*/ 2533450 h 3352113"/>
                <a:gd name="connsiteX41" fmla="*/ 9264337 w 12032418"/>
                <a:gd name="connsiteY41" fmla="*/ 2566766 h 3352113"/>
                <a:gd name="connsiteX42" fmla="*/ 8964524 w 12032418"/>
                <a:gd name="connsiteY42" fmla="*/ 2988447 h 3352113"/>
                <a:gd name="connsiteX43" fmla="*/ 8769990 w 12032418"/>
                <a:gd name="connsiteY43" fmla="*/ 3180782 h 3352113"/>
                <a:gd name="connsiteX44" fmla="*/ 8549527 w 12032418"/>
                <a:gd name="connsiteY44" fmla="*/ 3307434 h 3352113"/>
                <a:gd name="connsiteX45" fmla="*/ 8235062 w 12032418"/>
                <a:gd name="connsiteY45" fmla="*/ 3309650 h 3352113"/>
                <a:gd name="connsiteX46" fmla="*/ 7750865 w 12032418"/>
                <a:gd name="connsiteY46" fmla="*/ 2886369 h 3352113"/>
                <a:gd name="connsiteX47" fmla="*/ 7221143 w 12032418"/>
                <a:gd name="connsiteY47" fmla="*/ 1990043 h 3352113"/>
                <a:gd name="connsiteX48" fmla="*/ 7076356 w 12032418"/>
                <a:gd name="connsiteY48" fmla="*/ 1711778 h 3352113"/>
                <a:gd name="connsiteX49" fmla="*/ 6719989 w 12032418"/>
                <a:gd name="connsiteY49" fmla="*/ 1044464 h 3352113"/>
                <a:gd name="connsiteX50" fmla="*/ 6157778 w 12032418"/>
                <a:gd name="connsiteY50" fmla="*/ 258554 h 3352113"/>
                <a:gd name="connsiteX51" fmla="*/ 5612542 w 12032418"/>
                <a:gd name="connsiteY51" fmla="*/ 7168 h 3352113"/>
                <a:gd name="connsiteX52" fmla="*/ 5326098 w 12032418"/>
                <a:gd name="connsiteY52" fmla="*/ 262494 h 3352113"/>
                <a:gd name="connsiteX53" fmla="*/ 5209649 w 12032418"/>
                <a:gd name="connsiteY53" fmla="*/ 827045 h 3352113"/>
                <a:gd name="connsiteX54" fmla="*/ 4758187 w 12032418"/>
                <a:gd name="connsiteY54" fmla="*/ 2242186 h 3352113"/>
                <a:gd name="connsiteX55" fmla="*/ 4473203 w 12032418"/>
                <a:gd name="connsiteY55" fmla="*/ 2572958 h 3352113"/>
                <a:gd name="connsiteX56" fmla="*/ 4077099 w 12032418"/>
                <a:gd name="connsiteY56" fmla="*/ 2863255 h 3352113"/>
                <a:gd name="connsiteX57" fmla="*/ 3548803 w 12032418"/>
                <a:gd name="connsiteY57" fmla="*/ 3097473 h 3352113"/>
                <a:gd name="connsiteX58" fmla="*/ 2867205 w 12032418"/>
                <a:gd name="connsiteY58" fmla="*/ 3260045 h 3352113"/>
                <a:gd name="connsiteX59" fmla="*/ 1804895 w 12032418"/>
                <a:gd name="connsiteY59" fmla="*/ 3351639 h 3352113"/>
                <a:gd name="connsiteX60" fmla="*/ 1771437 w 12032418"/>
                <a:gd name="connsiteY60" fmla="*/ 3352114 h 335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2032418" h="3352113">
                  <a:moveTo>
                    <a:pt x="1771437" y="3352114"/>
                  </a:moveTo>
                  <a:cubicBezTo>
                    <a:pt x="1491326" y="3352114"/>
                    <a:pt x="1206218" y="3263545"/>
                    <a:pt x="901040" y="3081923"/>
                  </a:cubicBezTo>
                  <a:cubicBezTo>
                    <a:pt x="624411" y="2917293"/>
                    <a:pt x="367414" y="2697675"/>
                    <a:pt x="140689" y="2503915"/>
                  </a:cubicBezTo>
                  <a:cubicBezTo>
                    <a:pt x="91981" y="2462296"/>
                    <a:pt x="45982" y="2422981"/>
                    <a:pt x="0" y="2384335"/>
                  </a:cubicBezTo>
                  <a:lnTo>
                    <a:pt x="2340" y="2381556"/>
                  </a:lnTo>
                  <a:cubicBezTo>
                    <a:pt x="48321" y="2420202"/>
                    <a:pt x="94338" y="2459535"/>
                    <a:pt x="143046" y="2501154"/>
                  </a:cubicBezTo>
                  <a:cubicBezTo>
                    <a:pt x="593153" y="2885789"/>
                    <a:pt x="1153376" y="3364532"/>
                    <a:pt x="1804824" y="3348050"/>
                  </a:cubicBezTo>
                  <a:cubicBezTo>
                    <a:pt x="2182898" y="3339660"/>
                    <a:pt x="2540144" y="3308859"/>
                    <a:pt x="2866642" y="3256509"/>
                  </a:cubicBezTo>
                  <a:cubicBezTo>
                    <a:pt x="4905350" y="2932650"/>
                    <a:pt x="5086303" y="1665252"/>
                    <a:pt x="5206060" y="826587"/>
                  </a:cubicBezTo>
                  <a:cubicBezTo>
                    <a:pt x="5238251" y="601077"/>
                    <a:pt x="5266061" y="406314"/>
                    <a:pt x="5322720" y="261228"/>
                  </a:cubicBezTo>
                  <a:cubicBezTo>
                    <a:pt x="5384815" y="102244"/>
                    <a:pt x="5476761" y="20378"/>
                    <a:pt x="5612102" y="3614"/>
                  </a:cubicBezTo>
                  <a:cubicBezTo>
                    <a:pt x="5708006" y="-8277"/>
                    <a:pt x="5808219" y="12955"/>
                    <a:pt x="5909963" y="66729"/>
                  </a:cubicBezTo>
                  <a:cubicBezTo>
                    <a:pt x="5988786" y="108401"/>
                    <a:pt x="6070670" y="170302"/>
                    <a:pt x="6160294" y="255986"/>
                  </a:cubicBezTo>
                  <a:cubicBezTo>
                    <a:pt x="6390712" y="476923"/>
                    <a:pt x="6558015" y="754202"/>
                    <a:pt x="6723156" y="1042722"/>
                  </a:cubicBezTo>
                  <a:cubicBezTo>
                    <a:pt x="6847802" y="1262270"/>
                    <a:pt x="6965641" y="1489962"/>
                    <a:pt x="7079575" y="1710160"/>
                  </a:cubicBezTo>
                  <a:cubicBezTo>
                    <a:pt x="7126824" y="1801473"/>
                    <a:pt x="7175690" y="1895881"/>
                    <a:pt x="7224345" y="1988407"/>
                  </a:cubicBezTo>
                  <a:cubicBezTo>
                    <a:pt x="7381868" y="2290472"/>
                    <a:pt x="7544774" y="2602810"/>
                    <a:pt x="7753767" y="2884241"/>
                  </a:cubicBezTo>
                  <a:cubicBezTo>
                    <a:pt x="7886611" y="3063682"/>
                    <a:pt x="8037010" y="3239007"/>
                    <a:pt x="8236223" y="3306238"/>
                  </a:cubicBezTo>
                  <a:cubicBezTo>
                    <a:pt x="8338671" y="3341014"/>
                    <a:pt x="8443685" y="3340275"/>
                    <a:pt x="8548332" y="3304021"/>
                  </a:cubicBezTo>
                  <a:cubicBezTo>
                    <a:pt x="8856694" y="3197317"/>
                    <a:pt x="9109945" y="2801389"/>
                    <a:pt x="9261259" y="2564832"/>
                  </a:cubicBezTo>
                  <a:cubicBezTo>
                    <a:pt x="9268576" y="2553398"/>
                    <a:pt x="9275682" y="2542280"/>
                    <a:pt x="9282596" y="2531515"/>
                  </a:cubicBezTo>
                  <a:cubicBezTo>
                    <a:pt x="9478977" y="2225598"/>
                    <a:pt x="9652472" y="1899434"/>
                    <a:pt x="9820268" y="1584001"/>
                  </a:cubicBezTo>
                  <a:cubicBezTo>
                    <a:pt x="9983631" y="1276905"/>
                    <a:pt x="10152535" y="959361"/>
                    <a:pt x="10342619" y="660304"/>
                  </a:cubicBezTo>
                  <a:cubicBezTo>
                    <a:pt x="10351221" y="646759"/>
                    <a:pt x="10360473" y="632036"/>
                    <a:pt x="10370254" y="616451"/>
                  </a:cubicBezTo>
                  <a:cubicBezTo>
                    <a:pt x="10451786" y="486615"/>
                    <a:pt x="10574990" y="290393"/>
                    <a:pt x="10720991" y="154699"/>
                  </a:cubicBezTo>
                  <a:cubicBezTo>
                    <a:pt x="10801327" y="80045"/>
                    <a:pt x="10880291" y="31847"/>
                    <a:pt x="10955684" y="11460"/>
                  </a:cubicBezTo>
                  <a:cubicBezTo>
                    <a:pt x="11044394" y="-12516"/>
                    <a:pt x="11130851" y="1169"/>
                    <a:pt x="11212612" y="52146"/>
                  </a:cubicBezTo>
                  <a:cubicBezTo>
                    <a:pt x="11371366" y="150442"/>
                    <a:pt x="11469627" y="334914"/>
                    <a:pt x="11556331" y="497662"/>
                  </a:cubicBezTo>
                  <a:cubicBezTo>
                    <a:pt x="11567114" y="517909"/>
                    <a:pt x="11577298" y="537047"/>
                    <a:pt x="11587624" y="556028"/>
                  </a:cubicBezTo>
                  <a:cubicBezTo>
                    <a:pt x="11627678" y="629802"/>
                    <a:pt x="11673554" y="705125"/>
                    <a:pt x="11722139" y="784880"/>
                  </a:cubicBezTo>
                  <a:cubicBezTo>
                    <a:pt x="11834244" y="968930"/>
                    <a:pt x="11961317" y="1177554"/>
                    <a:pt x="12032418" y="1403293"/>
                  </a:cubicBezTo>
                  <a:lnTo>
                    <a:pt x="12028935" y="1404384"/>
                  </a:lnTo>
                  <a:cubicBezTo>
                    <a:pt x="11957975" y="1179049"/>
                    <a:pt x="11831025" y="970636"/>
                    <a:pt x="11719026" y="786762"/>
                  </a:cubicBezTo>
                  <a:cubicBezTo>
                    <a:pt x="11670423" y="706972"/>
                    <a:pt x="11624512" y="631596"/>
                    <a:pt x="11584423" y="557751"/>
                  </a:cubicBezTo>
                  <a:cubicBezTo>
                    <a:pt x="11574115" y="538753"/>
                    <a:pt x="11563912" y="519615"/>
                    <a:pt x="11553129" y="499351"/>
                  </a:cubicBezTo>
                  <a:cubicBezTo>
                    <a:pt x="11466654" y="337008"/>
                    <a:pt x="11368640" y="152993"/>
                    <a:pt x="11210712" y="55225"/>
                  </a:cubicBezTo>
                  <a:cubicBezTo>
                    <a:pt x="11060876" y="-38199"/>
                    <a:pt x="10896949" y="-3844"/>
                    <a:pt x="10723507" y="157338"/>
                  </a:cubicBezTo>
                  <a:cubicBezTo>
                    <a:pt x="10577857" y="292697"/>
                    <a:pt x="10454794" y="488673"/>
                    <a:pt x="10373367" y="618351"/>
                  </a:cubicBezTo>
                  <a:cubicBezTo>
                    <a:pt x="10363587" y="633936"/>
                    <a:pt x="10354334" y="648677"/>
                    <a:pt x="10345715" y="662222"/>
                  </a:cubicBezTo>
                  <a:cubicBezTo>
                    <a:pt x="10155702" y="961173"/>
                    <a:pt x="9986815" y="1278647"/>
                    <a:pt x="9823505" y="1585672"/>
                  </a:cubicBezTo>
                  <a:cubicBezTo>
                    <a:pt x="9655673" y="1901176"/>
                    <a:pt x="9482126" y="2227410"/>
                    <a:pt x="9285674" y="2533450"/>
                  </a:cubicBezTo>
                  <a:cubicBezTo>
                    <a:pt x="9278761" y="2544216"/>
                    <a:pt x="9271654" y="2555333"/>
                    <a:pt x="9264337" y="2566766"/>
                  </a:cubicBezTo>
                  <a:cubicBezTo>
                    <a:pt x="9184406" y="2691730"/>
                    <a:pt x="9084914" y="2847265"/>
                    <a:pt x="8964524" y="2988447"/>
                  </a:cubicBezTo>
                  <a:cubicBezTo>
                    <a:pt x="8899017" y="3065265"/>
                    <a:pt x="8833562" y="3129980"/>
                    <a:pt x="8769990" y="3180782"/>
                  </a:cubicBezTo>
                  <a:cubicBezTo>
                    <a:pt x="8696198" y="3239745"/>
                    <a:pt x="8622019" y="3282367"/>
                    <a:pt x="8549527" y="3307434"/>
                  </a:cubicBezTo>
                  <a:cubicBezTo>
                    <a:pt x="8444108" y="3343952"/>
                    <a:pt x="8338301" y="3344708"/>
                    <a:pt x="8235062" y="3309650"/>
                  </a:cubicBezTo>
                  <a:cubicBezTo>
                    <a:pt x="8034900" y="3242103"/>
                    <a:pt x="7884061" y="3066303"/>
                    <a:pt x="7750865" y="2886369"/>
                  </a:cubicBezTo>
                  <a:cubicBezTo>
                    <a:pt x="7541696" y="2604692"/>
                    <a:pt x="7378738" y="2292231"/>
                    <a:pt x="7221143" y="1990043"/>
                  </a:cubicBezTo>
                  <a:cubicBezTo>
                    <a:pt x="7172471" y="1897517"/>
                    <a:pt x="7123622" y="1803091"/>
                    <a:pt x="7076356" y="1711778"/>
                  </a:cubicBezTo>
                  <a:cubicBezTo>
                    <a:pt x="6962422" y="1491615"/>
                    <a:pt x="6844618" y="1263941"/>
                    <a:pt x="6719989" y="1044464"/>
                  </a:cubicBezTo>
                  <a:cubicBezTo>
                    <a:pt x="6554990" y="756190"/>
                    <a:pt x="6387827" y="479139"/>
                    <a:pt x="6157778" y="258554"/>
                  </a:cubicBezTo>
                  <a:cubicBezTo>
                    <a:pt x="6030986" y="137338"/>
                    <a:pt x="5836540" y="-20590"/>
                    <a:pt x="5612542" y="7168"/>
                  </a:cubicBezTo>
                  <a:cubicBezTo>
                    <a:pt x="5478678" y="23755"/>
                    <a:pt x="5387647" y="104901"/>
                    <a:pt x="5326098" y="262494"/>
                  </a:cubicBezTo>
                  <a:cubicBezTo>
                    <a:pt x="5269597" y="407176"/>
                    <a:pt x="5241804" y="601745"/>
                    <a:pt x="5209649" y="827045"/>
                  </a:cubicBezTo>
                  <a:cubicBezTo>
                    <a:pt x="5148961" y="1252138"/>
                    <a:pt x="5073409" y="1781191"/>
                    <a:pt x="4758187" y="2242186"/>
                  </a:cubicBezTo>
                  <a:cubicBezTo>
                    <a:pt x="4676075" y="2362259"/>
                    <a:pt x="4580189" y="2473554"/>
                    <a:pt x="4473203" y="2572958"/>
                  </a:cubicBezTo>
                  <a:cubicBezTo>
                    <a:pt x="4357017" y="2680912"/>
                    <a:pt x="4223751" y="2778574"/>
                    <a:pt x="4077099" y="2863255"/>
                  </a:cubicBezTo>
                  <a:cubicBezTo>
                    <a:pt x="3919770" y="2954093"/>
                    <a:pt x="3742035" y="3032898"/>
                    <a:pt x="3548803" y="3097473"/>
                  </a:cubicBezTo>
                  <a:cubicBezTo>
                    <a:pt x="3343310" y="3166147"/>
                    <a:pt x="3113982" y="3220853"/>
                    <a:pt x="2867205" y="3260045"/>
                  </a:cubicBezTo>
                  <a:cubicBezTo>
                    <a:pt x="2540548" y="3312429"/>
                    <a:pt x="2183126" y="3343231"/>
                    <a:pt x="1804895" y="3351639"/>
                  </a:cubicBezTo>
                  <a:cubicBezTo>
                    <a:pt x="1793777" y="3351973"/>
                    <a:pt x="1782607" y="3352114"/>
                    <a:pt x="1771437" y="3352114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2" name="任意多边形: 形状 769"/>
            <p:cNvSpPr/>
            <p:nvPr>
              <p:custDataLst>
                <p:tags r:id="rId29"/>
              </p:custDataLst>
            </p:nvPr>
          </p:nvSpPr>
          <p:spPr>
            <a:xfrm>
              <a:off x="79139" y="2051468"/>
              <a:ext cx="12111540" cy="3487639"/>
            </a:xfrm>
            <a:custGeom>
              <a:avLst/>
              <a:gdLst>
                <a:gd name="connsiteX0" fmla="*/ 1841817 w 12111540"/>
                <a:gd name="connsiteY0" fmla="*/ 3487640 h 3487639"/>
                <a:gd name="connsiteX1" fmla="*/ 927250 w 12111540"/>
                <a:gd name="connsiteY1" fmla="*/ 3190535 h 3487639"/>
                <a:gd name="connsiteX2" fmla="*/ 142149 w 12111540"/>
                <a:gd name="connsiteY2" fmla="*/ 2570610 h 3487639"/>
                <a:gd name="connsiteX3" fmla="*/ 0 w 12111540"/>
                <a:gd name="connsiteY3" fmla="*/ 2445365 h 3487639"/>
                <a:gd name="connsiteX4" fmla="*/ 2357 w 12111540"/>
                <a:gd name="connsiteY4" fmla="*/ 2442674 h 3487639"/>
                <a:gd name="connsiteX5" fmla="*/ 144524 w 12111540"/>
                <a:gd name="connsiteY5" fmla="*/ 2567936 h 3487639"/>
                <a:gd name="connsiteX6" fmla="*/ 1842186 w 12111540"/>
                <a:gd name="connsiteY6" fmla="*/ 3484069 h 3487639"/>
                <a:gd name="connsiteX7" fmla="*/ 1858141 w 12111540"/>
                <a:gd name="connsiteY7" fmla="*/ 3483963 h 3487639"/>
                <a:gd name="connsiteX8" fmla="*/ 2943460 w 12111540"/>
                <a:gd name="connsiteY8" fmla="*/ 3398843 h 3487639"/>
                <a:gd name="connsiteX9" fmla="*/ 5316986 w 12111540"/>
                <a:gd name="connsiteY9" fmla="*/ 854600 h 3487639"/>
                <a:gd name="connsiteX10" fmla="*/ 5423374 w 12111540"/>
                <a:gd name="connsiteY10" fmla="*/ 271368 h 3487639"/>
                <a:gd name="connsiteX11" fmla="*/ 5706511 w 12111540"/>
                <a:gd name="connsiteY11" fmla="*/ 3869 h 3487639"/>
                <a:gd name="connsiteX12" fmla="*/ 6010211 w 12111540"/>
                <a:gd name="connsiteY12" fmla="*/ 67195 h 3487639"/>
                <a:gd name="connsiteX13" fmla="*/ 6264447 w 12111540"/>
                <a:gd name="connsiteY13" fmla="*/ 262344 h 3487639"/>
                <a:gd name="connsiteX14" fmla="*/ 6577225 w 12111540"/>
                <a:gd name="connsiteY14" fmla="*/ 647911 h 3487639"/>
                <a:gd name="connsiteX15" fmla="*/ 6830933 w 12111540"/>
                <a:gd name="connsiteY15" fmla="*/ 1074869 h 3487639"/>
                <a:gd name="connsiteX16" fmla="*/ 7196552 w 12111540"/>
                <a:gd name="connsiteY16" fmla="*/ 1784875 h 3487639"/>
                <a:gd name="connsiteX17" fmla="*/ 7331049 w 12111540"/>
                <a:gd name="connsiteY17" fmla="*/ 2053817 h 3487639"/>
                <a:gd name="connsiteX18" fmla="*/ 7860805 w 12111540"/>
                <a:gd name="connsiteY18" fmla="*/ 2982914 h 3487639"/>
                <a:gd name="connsiteX19" fmla="*/ 8349365 w 12111540"/>
                <a:gd name="connsiteY19" fmla="*/ 3421218 h 3487639"/>
                <a:gd name="connsiteX20" fmla="*/ 8667455 w 12111540"/>
                <a:gd name="connsiteY20" fmla="*/ 3419159 h 3487639"/>
                <a:gd name="connsiteX21" fmla="*/ 9388949 w 12111540"/>
                <a:gd name="connsiteY21" fmla="*/ 2652441 h 3487639"/>
                <a:gd name="connsiteX22" fmla="*/ 9409423 w 12111540"/>
                <a:gd name="connsiteY22" fmla="*/ 2619476 h 3487639"/>
                <a:gd name="connsiteX23" fmla="*/ 9944387 w 12111540"/>
                <a:gd name="connsiteY23" fmla="*/ 1645523 h 3487639"/>
                <a:gd name="connsiteX24" fmla="*/ 10470221 w 12111540"/>
                <a:gd name="connsiteY24" fmla="*/ 686311 h 3487639"/>
                <a:gd name="connsiteX25" fmla="*/ 10494091 w 12111540"/>
                <a:gd name="connsiteY25" fmla="*/ 647207 h 3487639"/>
                <a:gd name="connsiteX26" fmla="*/ 10747659 w 12111540"/>
                <a:gd name="connsiteY26" fmla="*/ 276452 h 3487639"/>
                <a:gd name="connsiteX27" fmla="*/ 10915683 w 12111540"/>
                <a:gd name="connsiteY27" fmla="*/ 109201 h 3487639"/>
                <a:gd name="connsiteX28" fmla="*/ 11103216 w 12111540"/>
                <a:gd name="connsiteY28" fmla="*/ 13332 h 3487639"/>
                <a:gd name="connsiteX29" fmla="*/ 11351717 w 12111540"/>
                <a:gd name="connsiteY29" fmla="*/ 59842 h 3487639"/>
                <a:gd name="connsiteX30" fmla="*/ 11563050 w 12111540"/>
                <a:gd name="connsiteY30" fmla="*/ 280322 h 3487639"/>
                <a:gd name="connsiteX31" fmla="*/ 11712429 w 12111540"/>
                <a:gd name="connsiteY31" fmla="*/ 551691 h 3487639"/>
                <a:gd name="connsiteX32" fmla="*/ 11728964 w 12111540"/>
                <a:gd name="connsiteY32" fmla="*/ 584919 h 3487639"/>
                <a:gd name="connsiteX33" fmla="*/ 11799995 w 12111540"/>
                <a:gd name="connsiteY33" fmla="*/ 725309 h 3487639"/>
                <a:gd name="connsiteX34" fmla="*/ 12111541 w 12111540"/>
                <a:gd name="connsiteY34" fmla="*/ 1420980 h 3487639"/>
                <a:gd name="connsiteX35" fmla="*/ 12108146 w 12111540"/>
                <a:gd name="connsiteY35" fmla="*/ 1422123 h 3487639"/>
                <a:gd name="connsiteX36" fmla="*/ 11796811 w 12111540"/>
                <a:gd name="connsiteY36" fmla="*/ 726945 h 3487639"/>
                <a:gd name="connsiteX37" fmla="*/ 11725763 w 12111540"/>
                <a:gd name="connsiteY37" fmla="*/ 586538 h 3487639"/>
                <a:gd name="connsiteX38" fmla="*/ 11709210 w 12111540"/>
                <a:gd name="connsiteY38" fmla="*/ 553309 h 3487639"/>
                <a:gd name="connsiteX39" fmla="*/ 11349783 w 12111540"/>
                <a:gd name="connsiteY39" fmla="*/ 62885 h 3487639"/>
                <a:gd name="connsiteX40" fmla="*/ 11104026 w 12111540"/>
                <a:gd name="connsiteY40" fmla="*/ 16851 h 3487639"/>
                <a:gd name="connsiteX41" fmla="*/ 10750421 w 12111540"/>
                <a:gd name="connsiteY41" fmla="*/ 278774 h 3487639"/>
                <a:gd name="connsiteX42" fmla="*/ 10497152 w 12111540"/>
                <a:gd name="connsiteY42" fmla="*/ 649090 h 3487639"/>
                <a:gd name="connsiteX43" fmla="*/ 10473264 w 12111540"/>
                <a:gd name="connsiteY43" fmla="*/ 688193 h 3487639"/>
                <a:gd name="connsiteX44" fmla="*/ 9947571 w 12111540"/>
                <a:gd name="connsiteY44" fmla="*/ 1647177 h 3487639"/>
                <a:gd name="connsiteX45" fmla="*/ 9412467 w 12111540"/>
                <a:gd name="connsiteY45" fmla="*/ 2621376 h 3487639"/>
                <a:gd name="connsiteX46" fmla="*/ 9391974 w 12111540"/>
                <a:gd name="connsiteY46" fmla="*/ 2654341 h 3487639"/>
                <a:gd name="connsiteX47" fmla="*/ 9090032 w 12111540"/>
                <a:gd name="connsiteY47" fmla="*/ 3091149 h 3487639"/>
                <a:gd name="connsiteX48" fmla="*/ 8892877 w 12111540"/>
                <a:gd name="connsiteY48" fmla="*/ 3290960 h 3487639"/>
                <a:gd name="connsiteX49" fmla="*/ 8668651 w 12111540"/>
                <a:gd name="connsiteY49" fmla="*/ 3422537 h 3487639"/>
                <a:gd name="connsiteX50" fmla="*/ 8348204 w 12111540"/>
                <a:gd name="connsiteY50" fmla="*/ 3424613 h 3487639"/>
                <a:gd name="connsiteX51" fmla="*/ 7857903 w 12111540"/>
                <a:gd name="connsiteY51" fmla="*/ 2985008 h 3487639"/>
                <a:gd name="connsiteX52" fmla="*/ 7327866 w 12111540"/>
                <a:gd name="connsiteY52" fmla="*/ 2055436 h 3487639"/>
                <a:gd name="connsiteX53" fmla="*/ 7193368 w 12111540"/>
                <a:gd name="connsiteY53" fmla="*/ 1786476 h 3487639"/>
                <a:gd name="connsiteX54" fmla="*/ 6827819 w 12111540"/>
                <a:gd name="connsiteY54" fmla="*/ 1076593 h 3487639"/>
                <a:gd name="connsiteX55" fmla="*/ 6261985 w 12111540"/>
                <a:gd name="connsiteY55" fmla="*/ 264895 h 3487639"/>
                <a:gd name="connsiteX56" fmla="*/ 5707021 w 12111540"/>
                <a:gd name="connsiteY56" fmla="*/ 7404 h 3487639"/>
                <a:gd name="connsiteX57" fmla="*/ 5426768 w 12111540"/>
                <a:gd name="connsiteY57" fmla="*/ 272564 h 3487639"/>
                <a:gd name="connsiteX58" fmla="*/ 5320557 w 12111540"/>
                <a:gd name="connsiteY58" fmla="*/ 855022 h 3487639"/>
                <a:gd name="connsiteX59" fmla="*/ 4882183 w 12111540"/>
                <a:gd name="connsiteY59" fmla="*/ 2338731 h 3487639"/>
                <a:gd name="connsiteX60" fmla="*/ 4593733 w 12111540"/>
                <a:gd name="connsiteY60" fmla="*/ 2685494 h 3487639"/>
                <a:gd name="connsiteX61" fmla="*/ 4189327 w 12111540"/>
                <a:gd name="connsiteY61" fmla="*/ 2989405 h 3487639"/>
                <a:gd name="connsiteX62" fmla="*/ 3646817 w 12111540"/>
                <a:gd name="connsiteY62" fmla="*/ 3233878 h 3487639"/>
                <a:gd name="connsiteX63" fmla="*/ 2944040 w 12111540"/>
                <a:gd name="connsiteY63" fmla="*/ 3402396 h 3487639"/>
                <a:gd name="connsiteX64" fmla="*/ 1858211 w 12111540"/>
                <a:gd name="connsiteY64" fmla="*/ 3487569 h 3487639"/>
                <a:gd name="connsiteX65" fmla="*/ 1841817 w 12111540"/>
                <a:gd name="connsiteY65" fmla="*/ 3487640 h 3487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12111540" h="3487639">
                  <a:moveTo>
                    <a:pt x="1841817" y="3487640"/>
                  </a:moveTo>
                  <a:cubicBezTo>
                    <a:pt x="1548002" y="3487640"/>
                    <a:pt x="1248664" y="3390364"/>
                    <a:pt x="927250" y="3190535"/>
                  </a:cubicBezTo>
                  <a:cubicBezTo>
                    <a:pt x="641861" y="3013117"/>
                    <a:pt x="376385" y="2778019"/>
                    <a:pt x="142149" y="2570610"/>
                  </a:cubicBezTo>
                  <a:cubicBezTo>
                    <a:pt x="92948" y="2527038"/>
                    <a:pt x="46474" y="2485876"/>
                    <a:pt x="0" y="2445365"/>
                  </a:cubicBezTo>
                  <a:lnTo>
                    <a:pt x="2357" y="2442674"/>
                  </a:lnTo>
                  <a:cubicBezTo>
                    <a:pt x="48831" y="2483202"/>
                    <a:pt x="95306" y="2524364"/>
                    <a:pt x="144524" y="2567936"/>
                  </a:cubicBezTo>
                  <a:cubicBezTo>
                    <a:pt x="605836" y="2976423"/>
                    <a:pt x="1179146" y="3484069"/>
                    <a:pt x="1842186" y="3484069"/>
                  </a:cubicBezTo>
                  <a:cubicBezTo>
                    <a:pt x="1847534" y="3484069"/>
                    <a:pt x="1852776" y="3484033"/>
                    <a:pt x="1858141" y="3483963"/>
                  </a:cubicBezTo>
                  <a:cubicBezTo>
                    <a:pt x="2249530" y="3479741"/>
                    <a:pt x="2614675" y="3451104"/>
                    <a:pt x="2943460" y="3398843"/>
                  </a:cubicBezTo>
                  <a:cubicBezTo>
                    <a:pt x="5048888" y="3065766"/>
                    <a:pt x="5210229" y="1735112"/>
                    <a:pt x="5316986" y="854600"/>
                  </a:cubicBezTo>
                  <a:cubicBezTo>
                    <a:pt x="5345183" y="622035"/>
                    <a:pt x="5369529" y="421204"/>
                    <a:pt x="5423374" y="271368"/>
                  </a:cubicBezTo>
                  <a:cubicBezTo>
                    <a:pt x="5482372" y="107196"/>
                    <a:pt x="5572330" y="22198"/>
                    <a:pt x="5706511" y="3869"/>
                  </a:cubicBezTo>
                  <a:cubicBezTo>
                    <a:pt x="5804331" y="-9500"/>
                    <a:pt x="5906515" y="11820"/>
                    <a:pt x="6010211" y="67195"/>
                  </a:cubicBezTo>
                  <a:cubicBezTo>
                    <a:pt x="6090336" y="109992"/>
                    <a:pt x="6173504" y="173829"/>
                    <a:pt x="6264447" y="262344"/>
                  </a:cubicBezTo>
                  <a:cubicBezTo>
                    <a:pt x="6371820" y="367008"/>
                    <a:pt x="6474126" y="493132"/>
                    <a:pt x="6577225" y="647911"/>
                  </a:cubicBezTo>
                  <a:cubicBezTo>
                    <a:pt x="6673533" y="792505"/>
                    <a:pt x="6758688" y="944118"/>
                    <a:pt x="6830933" y="1074869"/>
                  </a:cubicBezTo>
                  <a:cubicBezTo>
                    <a:pt x="6959361" y="1308242"/>
                    <a:pt x="7079945" y="1550552"/>
                    <a:pt x="7196552" y="1784875"/>
                  </a:cubicBezTo>
                  <a:cubicBezTo>
                    <a:pt x="7240458" y="1873110"/>
                    <a:pt x="7285877" y="1964352"/>
                    <a:pt x="7331049" y="2053817"/>
                  </a:cubicBezTo>
                  <a:cubicBezTo>
                    <a:pt x="7488977" y="2367896"/>
                    <a:pt x="7652270" y="2692670"/>
                    <a:pt x="7860805" y="2982914"/>
                  </a:cubicBezTo>
                  <a:cubicBezTo>
                    <a:pt x="7994371" y="3169110"/>
                    <a:pt x="8146001" y="3351066"/>
                    <a:pt x="8349365" y="3421218"/>
                  </a:cubicBezTo>
                  <a:cubicBezTo>
                    <a:pt x="8453923" y="3457384"/>
                    <a:pt x="8560944" y="3456698"/>
                    <a:pt x="8667455" y="3419159"/>
                  </a:cubicBezTo>
                  <a:cubicBezTo>
                    <a:pt x="8981657" y="3308480"/>
                    <a:pt x="9236614" y="2897811"/>
                    <a:pt x="9388949" y="2652441"/>
                  </a:cubicBezTo>
                  <a:cubicBezTo>
                    <a:pt x="9395967" y="2641130"/>
                    <a:pt x="9402792" y="2630136"/>
                    <a:pt x="9409423" y="2619476"/>
                  </a:cubicBezTo>
                  <a:cubicBezTo>
                    <a:pt x="9604327" y="2304113"/>
                    <a:pt x="9777206" y="1969312"/>
                    <a:pt x="9944387" y="1645523"/>
                  </a:cubicBezTo>
                  <a:cubicBezTo>
                    <a:pt x="10108911" y="1326871"/>
                    <a:pt x="10279047" y="997365"/>
                    <a:pt x="10470221" y="686311"/>
                  </a:cubicBezTo>
                  <a:cubicBezTo>
                    <a:pt x="10477697" y="674139"/>
                    <a:pt x="10485665" y="661051"/>
                    <a:pt x="10494091" y="647207"/>
                  </a:cubicBezTo>
                  <a:cubicBezTo>
                    <a:pt x="10557135" y="543652"/>
                    <a:pt x="10643488" y="401819"/>
                    <a:pt x="10747659" y="276452"/>
                  </a:cubicBezTo>
                  <a:cubicBezTo>
                    <a:pt x="10804687" y="207813"/>
                    <a:pt x="10861223" y="151559"/>
                    <a:pt x="10915683" y="109201"/>
                  </a:cubicBezTo>
                  <a:cubicBezTo>
                    <a:pt x="10979414" y="59648"/>
                    <a:pt x="11042511" y="27387"/>
                    <a:pt x="11103216" y="13332"/>
                  </a:cubicBezTo>
                  <a:cubicBezTo>
                    <a:pt x="11188830" y="-6492"/>
                    <a:pt x="11272437" y="9163"/>
                    <a:pt x="11351717" y="59842"/>
                  </a:cubicBezTo>
                  <a:cubicBezTo>
                    <a:pt x="11427586" y="108181"/>
                    <a:pt x="11496716" y="180302"/>
                    <a:pt x="11563050" y="280322"/>
                  </a:cubicBezTo>
                  <a:cubicBezTo>
                    <a:pt x="11620958" y="367623"/>
                    <a:pt x="11669543" y="465409"/>
                    <a:pt x="11712429" y="551691"/>
                  </a:cubicBezTo>
                  <a:cubicBezTo>
                    <a:pt x="11718005" y="562896"/>
                    <a:pt x="11723512" y="573978"/>
                    <a:pt x="11728964" y="584919"/>
                  </a:cubicBezTo>
                  <a:cubicBezTo>
                    <a:pt x="11752043" y="631095"/>
                    <a:pt x="11775333" y="676848"/>
                    <a:pt x="11799995" y="725309"/>
                  </a:cubicBezTo>
                  <a:cubicBezTo>
                    <a:pt x="11912662" y="946616"/>
                    <a:pt x="12029182" y="1175434"/>
                    <a:pt x="12111541" y="1420980"/>
                  </a:cubicBezTo>
                  <a:lnTo>
                    <a:pt x="12108146" y="1422123"/>
                  </a:lnTo>
                  <a:cubicBezTo>
                    <a:pt x="12025857" y="1176841"/>
                    <a:pt x="11909408" y="948129"/>
                    <a:pt x="11796811" y="726945"/>
                  </a:cubicBezTo>
                  <a:cubicBezTo>
                    <a:pt x="11772131" y="678483"/>
                    <a:pt x="11748842" y="632713"/>
                    <a:pt x="11725763" y="586538"/>
                  </a:cubicBezTo>
                  <a:cubicBezTo>
                    <a:pt x="11720292" y="575596"/>
                    <a:pt x="11714787" y="564514"/>
                    <a:pt x="11709210" y="553309"/>
                  </a:cubicBezTo>
                  <a:cubicBezTo>
                    <a:pt x="11620097" y="373991"/>
                    <a:pt x="11519092" y="170750"/>
                    <a:pt x="11349783" y="62885"/>
                  </a:cubicBezTo>
                  <a:cubicBezTo>
                    <a:pt x="11271346" y="12734"/>
                    <a:pt x="11188671" y="-2763"/>
                    <a:pt x="11104026" y="16851"/>
                  </a:cubicBezTo>
                  <a:cubicBezTo>
                    <a:pt x="10992308" y="42726"/>
                    <a:pt x="10873343" y="130837"/>
                    <a:pt x="10750421" y="278774"/>
                  </a:cubicBezTo>
                  <a:cubicBezTo>
                    <a:pt x="10646425" y="403930"/>
                    <a:pt x="10560143" y="545640"/>
                    <a:pt x="10497152" y="649090"/>
                  </a:cubicBezTo>
                  <a:cubicBezTo>
                    <a:pt x="10488726" y="662933"/>
                    <a:pt x="10480757" y="676021"/>
                    <a:pt x="10473264" y="688193"/>
                  </a:cubicBezTo>
                  <a:cubicBezTo>
                    <a:pt x="10282178" y="999124"/>
                    <a:pt x="10112078" y="1328577"/>
                    <a:pt x="9947571" y="1647177"/>
                  </a:cubicBezTo>
                  <a:cubicBezTo>
                    <a:pt x="9780355" y="1971019"/>
                    <a:pt x="9607458" y="2305890"/>
                    <a:pt x="9412467" y="2621376"/>
                  </a:cubicBezTo>
                  <a:cubicBezTo>
                    <a:pt x="9405835" y="2632036"/>
                    <a:pt x="9398993" y="2643030"/>
                    <a:pt x="9391974" y="2654341"/>
                  </a:cubicBezTo>
                  <a:cubicBezTo>
                    <a:pt x="9311708" y="2783631"/>
                    <a:pt x="9211812" y="2944549"/>
                    <a:pt x="9090032" y="3091149"/>
                  </a:cubicBezTo>
                  <a:cubicBezTo>
                    <a:pt x="9023734" y="3170957"/>
                    <a:pt x="8957400" y="3238188"/>
                    <a:pt x="8892877" y="3290960"/>
                  </a:cubicBezTo>
                  <a:cubicBezTo>
                    <a:pt x="8817942" y="3352245"/>
                    <a:pt x="8742496" y="3396521"/>
                    <a:pt x="8668651" y="3422537"/>
                  </a:cubicBezTo>
                  <a:cubicBezTo>
                    <a:pt x="8561348" y="3460357"/>
                    <a:pt x="8453537" y="3461042"/>
                    <a:pt x="8348204" y="3424613"/>
                  </a:cubicBezTo>
                  <a:cubicBezTo>
                    <a:pt x="8143890" y="3354127"/>
                    <a:pt x="7991803" y="3171678"/>
                    <a:pt x="7857903" y="2985008"/>
                  </a:cubicBezTo>
                  <a:cubicBezTo>
                    <a:pt x="7649210" y="2694535"/>
                    <a:pt x="7485846" y="2369638"/>
                    <a:pt x="7327866" y="2055436"/>
                  </a:cubicBezTo>
                  <a:cubicBezTo>
                    <a:pt x="7282693" y="1965970"/>
                    <a:pt x="7237274" y="1874728"/>
                    <a:pt x="7193368" y="1786476"/>
                  </a:cubicBezTo>
                  <a:cubicBezTo>
                    <a:pt x="7076778" y="1552170"/>
                    <a:pt x="6956213" y="1309896"/>
                    <a:pt x="6827819" y="1076593"/>
                  </a:cubicBezTo>
                  <a:cubicBezTo>
                    <a:pt x="6670190" y="791309"/>
                    <a:pt x="6496660" y="493642"/>
                    <a:pt x="6261985" y="264895"/>
                  </a:cubicBezTo>
                  <a:cubicBezTo>
                    <a:pt x="6133064" y="139421"/>
                    <a:pt x="5935276" y="-23784"/>
                    <a:pt x="5707021" y="7404"/>
                  </a:cubicBezTo>
                  <a:cubicBezTo>
                    <a:pt x="5574300" y="25540"/>
                    <a:pt x="5485257" y="109799"/>
                    <a:pt x="5426768" y="272564"/>
                  </a:cubicBezTo>
                  <a:cubicBezTo>
                    <a:pt x="5373064" y="422013"/>
                    <a:pt x="5348737" y="622669"/>
                    <a:pt x="5320557" y="855022"/>
                  </a:cubicBezTo>
                  <a:cubicBezTo>
                    <a:pt x="5266518" y="1300661"/>
                    <a:pt x="5199287" y="1855255"/>
                    <a:pt x="4882183" y="2338731"/>
                  </a:cubicBezTo>
                  <a:cubicBezTo>
                    <a:pt x="4799578" y="2464679"/>
                    <a:pt x="4702531" y="2581340"/>
                    <a:pt x="4593733" y="2685494"/>
                  </a:cubicBezTo>
                  <a:cubicBezTo>
                    <a:pt x="4475560" y="2798618"/>
                    <a:pt x="4339497" y="2900854"/>
                    <a:pt x="4189327" y="2989405"/>
                  </a:cubicBezTo>
                  <a:cubicBezTo>
                    <a:pt x="4028197" y="3084394"/>
                    <a:pt x="3845660" y="3166648"/>
                    <a:pt x="3646817" y="3233878"/>
                  </a:cubicBezTo>
                  <a:cubicBezTo>
                    <a:pt x="3435309" y="3305384"/>
                    <a:pt x="3198857" y="3362078"/>
                    <a:pt x="2944040" y="3402396"/>
                  </a:cubicBezTo>
                  <a:cubicBezTo>
                    <a:pt x="2615097" y="3454675"/>
                    <a:pt x="2249777" y="3483330"/>
                    <a:pt x="1858211" y="3487569"/>
                  </a:cubicBezTo>
                  <a:cubicBezTo>
                    <a:pt x="1852741" y="3487604"/>
                    <a:pt x="1847270" y="3487640"/>
                    <a:pt x="1841817" y="3487640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3" name="任意多边形: 形状 770"/>
            <p:cNvSpPr/>
            <p:nvPr>
              <p:custDataLst>
                <p:tags r:id="rId30"/>
              </p:custDataLst>
            </p:nvPr>
          </p:nvSpPr>
          <p:spPr>
            <a:xfrm>
              <a:off x="0" y="1983176"/>
              <a:ext cx="12190575" cy="3623830"/>
            </a:xfrm>
            <a:custGeom>
              <a:avLst/>
              <a:gdLst>
                <a:gd name="connsiteX0" fmla="*/ 1911423 w 12190575"/>
                <a:gd name="connsiteY0" fmla="*/ 3623831 h 3623830"/>
                <a:gd name="connsiteX1" fmla="*/ 953513 w 12190575"/>
                <a:gd name="connsiteY1" fmla="*/ 3299550 h 3623830"/>
                <a:gd name="connsiteX2" fmla="*/ 143697 w 12190575"/>
                <a:gd name="connsiteY2" fmla="*/ 2637635 h 3623830"/>
                <a:gd name="connsiteX3" fmla="*/ 0 w 12190575"/>
                <a:gd name="connsiteY3" fmla="*/ 2506814 h 3623830"/>
                <a:gd name="connsiteX4" fmla="*/ 2357 w 12190575"/>
                <a:gd name="connsiteY4" fmla="*/ 2504193 h 3623830"/>
                <a:gd name="connsiteX5" fmla="*/ 146072 w 12190575"/>
                <a:gd name="connsiteY5" fmla="*/ 2635032 h 3623830"/>
                <a:gd name="connsiteX6" fmla="*/ 1911423 w 12190575"/>
                <a:gd name="connsiteY6" fmla="*/ 3620313 h 3623830"/>
                <a:gd name="connsiteX7" fmla="*/ 4843062 w 12190575"/>
                <a:gd name="connsiteY7" fmla="*/ 2653168 h 3623830"/>
                <a:gd name="connsiteX8" fmla="*/ 5427296 w 12190575"/>
                <a:gd name="connsiteY8" fmla="*/ 882680 h 3623830"/>
                <a:gd name="connsiteX9" fmla="*/ 5523674 w 12190575"/>
                <a:gd name="connsiteY9" fmla="*/ 281787 h 3623830"/>
                <a:gd name="connsiteX10" fmla="*/ 5800849 w 12190575"/>
                <a:gd name="connsiteY10" fmla="*/ 4578 h 3623830"/>
                <a:gd name="connsiteX11" fmla="*/ 6110389 w 12190575"/>
                <a:gd name="connsiteY11" fmla="*/ 68098 h 3623830"/>
                <a:gd name="connsiteX12" fmla="*/ 6368548 w 12190575"/>
                <a:gd name="connsiteY12" fmla="*/ 269175 h 3623830"/>
                <a:gd name="connsiteX13" fmla="*/ 6938640 w 12190575"/>
                <a:gd name="connsiteY13" fmla="*/ 1107487 h 3623830"/>
                <a:gd name="connsiteX14" fmla="*/ 7312773 w 12190575"/>
                <a:gd name="connsiteY14" fmla="*/ 1860116 h 3623830"/>
                <a:gd name="connsiteX15" fmla="*/ 7437666 w 12190575"/>
                <a:gd name="connsiteY15" fmla="*/ 2119699 h 3623830"/>
                <a:gd name="connsiteX16" fmla="*/ 7440058 w 12190575"/>
                <a:gd name="connsiteY16" fmla="*/ 2124642 h 3623830"/>
                <a:gd name="connsiteX17" fmla="*/ 7967739 w 12190575"/>
                <a:gd name="connsiteY17" fmla="*/ 3082060 h 3623830"/>
                <a:gd name="connsiteX18" fmla="*/ 8462419 w 12190575"/>
                <a:gd name="connsiteY18" fmla="*/ 3536687 h 3623830"/>
                <a:gd name="connsiteX19" fmla="*/ 8620980 w 12190575"/>
                <a:gd name="connsiteY19" fmla="*/ 3564498 h 3623830"/>
                <a:gd name="connsiteX20" fmla="*/ 9521757 w 12190575"/>
                <a:gd name="connsiteY20" fmla="*/ 2731991 h 3623830"/>
                <a:gd name="connsiteX21" fmla="*/ 9536163 w 12190575"/>
                <a:gd name="connsiteY21" fmla="*/ 2707962 h 3623830"/>
                <a:gd name="connsiteX22" fmla="*/ 10074962 w 12190575"/>
                <a:gd name="connsiteY22" fmla="*/ 1696981 h 3623830"/>
                <a:gd name="connsiteX23" fmla="*/ 10597700 w 12190575"/>
                <a:gd name="connsiteY23" fmla="*/ 712844 h 3623830"/>
                <a:gd name="connsiteX24" fmla="*/ 10617770 w 12190575"/>
                <a:gd name="connsiteY24" fmla="*/ 678929 h 3623830"/>
                <a:gd name="connsiteX25" fmla="*/ 11237696 w 12190575"/>
                <a:gd name="connsiteY25" fmla="*/ 18985 h 3623830"/>
                <a:gd name="connsiteX26" fmla="*/ 11490700 w 12190575"/>
                <a:gd name="connsiteY26" fmla="*/ 68062 h 3623830"/>
                <a:gd name="connsiteX27" fmla="*/ 11870058 w 12190575"/>
                <a:gd name="connsiteY27" fmla="*/ 614020 h 3623830"/>
                <a:gd name="connsiteX28" fmla="*/ 11870199 w 12190575"/>
                <a:gd name="connsiteY28" fmla="*/ 614337 h 3623830"/>
                <a:gd name="connsiteX29" fmla="*/ 12164735 w 12190575"/>
                <a:gd name="connsiteY29" fmla="*/ 1367088 h 3623830"/>
                <a:gd name="connsiteX30" fmla="*/ 12190575 w 12190575"/>
                <a:gd name="connsiteY30" fmla="*/ 1439157 h 3623830"/>
                <a:gd name="connsiteX31" fmla="*/ 12187268 w 12190575"/>
                <a:gd name="connsiteY31" fmla="*/ 1440353 h 3623830"/>
                <a:gd name="connsiteX32" fmla="*/ 12161428 w 12190575"/>
                <a:gd name="connsiteY32" fmla="*/ 1368285 h 3623830"/>
                <a:gd name="connsiteX33" fmla="*/ 11866998 w 12190575"/>
                <a:gd name="connsiteY33" fmla="*/ 615814 h 3623830"/>
                <a:gd name="connsiteX34" fmla="*/ 11866857 w 12190575"/>
                <a:gd name="connsiteY34" fmla="*/ 615497 h 3623830"/>
                <a:gd name="connsiteX35" fmla="*/ 11488783 w 12190575"/>
                <a:gd name="connsiteY35" fmla="*/ 71018 h 3623830"/>
                <a:gd name="connsiteX36" fmla="*/ 11238487 w 12190575"/>
                <a:gd name="connsiteY36" fmla="*/ 22415 h 3623830"/>
                <a:gd name="connsiteX37" fmla="*/ 10620813 w 12190575"/>
                <a:gd name="connsiteY37" fmla="*/ 680723 h 3623830"/>
                <a:gd name="connsiteX38" fmla="*/ 10600725 w 12190575"/>
                <a:gd name="connsiteY38" fmla="*/ 714638 h 3623830"/>
                <a:gd name="connsiteX39" fmla="*/ 10078110 w 12190575"/>
                <a:gd name="connsiteY39" fmla="*/ 1698547 h 3623830"/>
                <a:gd name="connsiteX40" fmla="*/ 9539189 w 12190575"/>
                <a:gd name="connsiteY40" fmla="*/ 2709774 h 3623830"/>
                <a:gd name="connsiteX41" fmla="*/ 9524783 w 12190575"/>
                <a:gd name="connsiteY41" fmla="*/ 2733803 h 3623830"/>
                <a:gd name="connsiteX42" fmla="*/ 8621086 w 12190575"/>
                <a:gd name="connsiteY42" fmla="*/ 3568051 h 3623830"/>
                <a:gd name="connsiteX43" fmla="*/ 8461259 w 12190575"/>
                <a:gd name="connsiteY43" fmla="*/ 3540012 h 3623830"/>
                <a:gd name="connsiteX44" fmla="*/ 8179406 w 12190575"/>
                <a:gd name="connsiteY44" fmla="*/ 3350844 h 3623830"/>
                <a:gd name="connsiteX45" fmla="*/ 7964854 w 12190575"/>
                <a:gd name="connsiteY45" fmla="*/ 3084083 h 3623830"/>
                <a:gd name="connsiteX46" fmla="*/ 7436891 w 12190575"/>
                <a:gd name="connsiteY46" fmla="*/ 2126190 h 3623830"/>
                <a:gd name="connsiteX47" fmla="*/ 7434499 w 12190575"/>
                <a:gd name="connsiteY47" fmla="*/ 2121247 h 3623830"/>
                <a:gd name="connsiteX48" fmla="*/ 7309589 w 12190575"/>
                <a:gd name="connsiteY48" fmla="*/ 1861646 h 3623830"/>
                <a:gd name="connsiteX49" fmla="*/ 6935526 w 12190575"/>
                <a:gd name="connsiteY49" fmla="*/ 1109158 h 3623830"/>
                <a:gd name="connsiteX50" fmla="*/ 6366068 w 12190575"/>
                <a:gd name="connsiteY50" fmla="*/ 271690 h 3623830"/>
                <a:gd name="connsiteX51" fmla="*/ 5801359 w 12190575"/>
                <a:gd name="connsiteY51" fmla="*/ 8079 h 3623830"/>
                <a:gd name="connsiteX52" fmla="*/ 5526999 w 12190575"/>
                <a:gd name="connsiteY52" fmla="*/ 282913 h 3623830"/>
                <a:gd name="connsiteX53" fmla="*/ 5430779 w 12190575"/>
                <a:gd name="connsiteY53" fmla="*/ 883067 h 3623830"/>
                <a:gd name="connsiteX54" fmla="*/ 5290846 w 12190575"/>
                <a:gd name="connsiteY54" fmla="*/ 1763403 h 3623830"/>
                <a:gd name="connsiteX55" fmla="*/ 4845735 w 12190575"/>
                <a:gd name="connsiteY55" fmla="*/ 2655454 h 3623830"/>
                <a:gd name="connsiteX56" fmla="*/ 4420484 w 12190575"/>
                <a:gd name="connsiteY56" fmla="*/ 3039385 h 3623830"/>
                <a:gd name="connsiteX57" fmla="*/ 3813153 w 12190575"/>
                <a:gd name="connsiteY57" fmla="*/ 3346446 h 3623830"/>
                <a:gd name="connsiteX58" fmla="*/ 2988544 w 12190575"/>
                <a:gd name="connsiteY58" fmla="*/ 3550092 h 3623830"/>
                <a:gd name="connsiteX59" fmla="*/ 1911423 w 12190575"/>
                <a:gd name="connsiteY59" fmla="*/ 3623831 h 3623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12190575" h="3623830">
                  <a:moveTo>
                    <a:pt x="1911423" y="3623831"/>
                  </a:moveTo>
                  <a:cubicBezTo>
                    <a:pt x="1604239" y="3623831"/>
                    <a:pt x="1290899" y="3517760"/>
                    <a:pt x="953513" y="3299550"/>
                  </a:cubicBezTo>
                  <a:cubicBezTo>
                    <a:pt x="659399" y="3109325"/>
                    <a:pt x="385426" y="2858731"/>
                    <a:pt x="143697" y="2637635"/>
                  </a:cubicBezTo>
                  <a:cubicBezTo>
                    <a:pt x="93969" y="2592146"/>
                    <a:pt x="46984" y="2549172"/>
                    <a:pt x="0" y="2506814"/>
                  </a:cubicBezTo>
                  <a:lnTo>
                    <a:pt x="2357" y="2504193"/>
                  </a:lnTo>
                  <a:cubicBezTo>
                    <a:pt x="49359" y="2546569"/>
                    <a:pt x="96343" y="2589543"/>
                    <a:pt x="146072" y="2635032"/>
                  </a:cubicBezTo>
                  <a:cubicBezTo>
                    <a:pt x="626012" y="3074004"/>
                    <a:pt x="1223299" y="3620313"/>
                    <a:pt x="1911423" y="3620313"/>
                  </a:cubicBezTo>
                  <a:cubicBezTo>
                    <a:pt x="3339669" y="3620313"/>
                    <a:pt x="4298617" y="3303947"/>
                    <a:pt x="4843062" y="2653168"/>
                  </a:cubicBezTo>
                  <a:cubicBezTo>
                    <a:pt x="5303564" y="2102725"/>
                    <a:pt x="5372167" y="1426245"/>
                    <a:pt x="5427296" y="882680"/>
                  </a:cubicBezTo>
                  <a:cubicBezTo>
                    <a:pt x="5451588" y="643150"/>
                    <a:pt x="5472574" y="436303"/>
                    <a:pt x="5523674" y="281787"/>
                  </a:cubicBezTo>
                  <a:cubicBezTo>
                    <a:pt x="5579665" y="112514"/>
                    <a:pt x="5667741" y="24420"/>
                    <a:pt x="5800849" y="4578"/>
                  </a:cubicBezTo>
                  <a:cubicBezTo>
                    <a:pt x="5900569" y="-10286"/>
                    <a:pt x="6004706" y="11087"/>
                    <a:pt x="6110389" y="68098"/>
                  </a:cubicBezTo>
                  <a:cubicBezTo>
                    <a:pt x="6191833" y="112039"/>
                    <a:pt x="6276268" y="177810"/>
                    <a:pt x="6368548" y="269175"/>
                  </a:cubicBezTo>
                  <a:cubicBezTo>
                    <a:pt x="6608289" y="506577"/>
                    <a:pt x="6781644" y="813479"/>
                    <a:pt x="6938640" y="1107487"/>
                  </a:cubicBezTo>
                  <a:cubicBezTo>
                    <a:pt x="7070639" y="1354687"/>
                    <a:pt x="7193738" y="1611632"/>
                    <a:pt x="7312773" y="1860116"/>
                  </a:cubicBezTo>
                  <a:cubicBezTo>
                    <a:pt x="7353565" y="1945272"/>
                    <a:pt x="7395748" y="2033330"/>
                    <a:pt x="7437666" y="2119699"/>
                  </a:cubicBezTo>
                  <a:lnTo>
                    <a:pt x="7440058" y="2124642"/>
                  </a:lnTo>
                  <a:cubicBezTo>
                    <a:pt x="7597176" y="2448343"/>
                    <a:pt x="7759642" y="2783056"/>
                    <a:pt x="7967739" y="3082060"/>
                  </a:cubicBezTo>
                  <a:cubicBezTo>
                    <a:pt x="8102025" y="3274993"/>
                    <a:pt x="8254886" y="3463581"/>
                    <a:pt x="8462419" y="3536687"/>
                  </a:cubicBezTo>
                  <a:cubicBezTo>
                    <a:pt x="8516545" y="3555756"/>
                    <a:pt x="8569476" y="3564498"/>
                    <a:pt x="8620980" y="3564498"/>
                  </a:cubicBezTo>
                  <a:cubicBezTo>
                    <a:pt x="9022837" y="3564498"/>
                    <a:pt x="9341207" y="3033264"/>
                    <a:pt x="9521757" y="2731991"/>
                  </a:cubicBezTo>
                  <a:cubicBezTo>
                    <a:pt x="9526665" y="2723811"/>
                    <a:pt x="9531467" y="2715790"/>
                    <a:pt x="9536163" y="2707962"/>
                  </a:cubicBezTo>
                  <a:cubicBezTo>
                    <a:pt x="9732878" y="2380286"/>
                    <a:pt x="9906778" y="2032908"/>
                    <a:pt x="10074962" y="1696981"/>
                  </a:cubicBezTo>
                  <a:cubicBezTo>
                    <a:pt x="10238536" y="1370219"/>
                    <a:pt x="10407687" y="1032323"/>
                    <a:pt x="10597700" y="712844"/>
                  </a:cubicBezTo>
                  <a:cubicBezTo>
                    <a:pt x="10604032" y="702184"/>
                    <a:pt x="10610734" y="690855"/>
                    <a:pt x="10617770" y="678929"/>
                  </a:cubicBezTo>
                  <a:cubicBezTo>
                    <a:pt x="10741185" y="470006"/>
                    <a:pt x="10970918" y="81132"/>
                    <a:pt x="11237696" y="18985"/>
                  </a:cubicBezTo>
                  <a:cubicBezTo>
                    <a:pt x="11324804" y="-1315"/>
                    <a:pt x="11409943" y="15203"/>
                    <a:pt x="11490700" y="68062"/>
                  </a:cubicBezTo>
                  <a:cubicBezTo>
                    <a:pt x="11674346" y="188258"/>
                    <a:pt x="11782862" y="424341"/>
                    <a:pt x="11870058" y="614020"/>
                  </a:cubicBezTo>
                  <a:lnTo>
                    <a:pt x="11870199" y="614337"/>
                  </a:lnTo>
                  <a:cubicBezTo>
                    <a:pt x="11982743" y="859197"/>
                    <a:pt x="12075269" y="1117391"/>
                    <a:pt x="12164735" y="1367088"/>
                  </a:cubicBezTo>
                  <a:cubicBezTo>
                    <a:pt x="12173354" y="1391117"/>
                    <a:pt x="12181956" y="1415146"/>
                    <a:pt x="12190575" y="1439157"/>
                  </a:cubicBezTo>
                  <a:lnTo>
                    <a:pt x="12187268" y="1440353"/>
                  </a:lnTo>
                  <a:cubicBezTo>
                    <a:pt x="12178649" y="1416342"/>
                    <a:pt x="12170029" y="1392313"/>
                    <a:pt x="12161428" y="1368285"/>
                  </a:cubicBezTo>
                  <a:cubicBezTo>
                    <a:pt x="12071980" y="1118657"/>
                    <a:pt x="11979489" y="860534"/>
                    <a:pt x="11866998" y="615814"/>
                  </a:cubicBezTo>
                  <a:lnTo>
                    <a:pt x="11866857" y="615497"/>
                  </a:lnTo>
                  <a:cubicBezTo>
                    <a:pt x="11779854" y="426223"/>
                    <a:pt x="11671584" y="190651"/>
                    <a:pt x="11488783" y="71018"/>
                  </a:cubicBezTo>
                  <a:cubicBezTo>
                    <a:pt x="11408852" y="18703"/>
                    <a:pt x="11324646" y="2344"/>
                    <a:pt x="11238487" y="22415"/>
                  </a:cubicBezTo>
                  <a:cubicBezTo>
                    <a:pt x="10973169" y="84210"/>
                    <a:pt x="10743947" y="472258"/>
                    <a:pt x="10620813" y="680723"/>
                  </a:cubicBezTo>
                  <a:cubicBezTo>
                    <a:pt x="10613760" y="692649"/>
                    <a:pt x="10607076" y="703995"/>
                    <a:pt x="10600725" y="714638"/>
                  </a:cubicBezTo>
                  <a:cubicBezTo>
                    <a:pt x="10410782" y="1034011"/>
                    <a:pt x="10241649" y="1371838"/>
                    <a:pt x="10078110" y="1698547"/>
                  </a:cubicBezTo>
                  <a:cubicBezTo>
                    <a:pt x="9909910" y="2034544"/>
                    <a:pt x="9735974" y="2381992"/>
                    <a:pt x="9539189" y="2709774"/>
                  </a:cubicBezTo>
                  <a:cubicBezTo>
                    <a:pt x="9534493" y="2717602"/>
                    <a:pt x="9529690" y="2725623"/>
                    <a:pt x="9524783" y="2733803"/>
                  </a:cubicBezTo>
                  <a:cubicBezTo>
                    <a:pt x="9343829" y="3035709"/>
                    <a:pt x="9024772" y="3568051"/>
                    <a:pt x="8621086" y="3568051"/>
                  </a:cubicBezTo>
                  <a:cubicBezTo>
                    <a:pt x="8569177" y="3568051"/>
                    <a:pt x="8515860" y="3559256"/>
                    <a:pt x="8461259" y="3540012"/>
                  </a:cubicBezTo>
                  <a:cubicBezTo>
                    <a:pt x="8364212" y="3505834"/>
                    <a:pt x="8272020" y="3443950"/>
                    <a:pt x="8179406" y="3350844"/>
                  </a:cubicBezTo>
                  <a:cubicBezTo>
                    <a:pt x="8094672" y="3265653"/>
                    <a:pt x="8023396" y="3168183"/>
                    <a:pt x="7964854" y="3084083"/>
                  </a:cubicBezTo>
                  <a:cubicBezTo>
                    <a:pt x="7756582" y="2784850"/>
                    <a:pt x="7594063" y="2450015"/>
                    <a:pt x="7436891" y="2126190"/>
                  </a:cubicBezTo>
                  <a:lnTo>
                    <a:pt x="7434499" y="2121247"/>
                  </a:lnTo>
                  <a:cubicBezTo>
                    <a:pt x="7392564" y="2034860"/>
                    <a:pt x="7350381" y="1946802"/>
                    <a:pt x="7309589" y="1861646"/>
                  </a:cubicBezTo>
                  <a:cubicBezTo>
                    <a:pt x="7190571" y="1613198"/>
                    <a:pt x="7067490" y="1356270"/>
                    <a:pt x="6935526" y="1109158"/>
                  </a:cubicBezTo>
                  <a:cubicBezTo>
                    <a:pt x="6778654" y="815396"/>
                    <a:pt x="6605458" y="508740"/>
                    <a:pt x="6366068" y="271690"/>
                  </a:cubicBezTo>
                  <a:cubicBezTo>
                    <a:pt x="6235018" y="141925"/>
                    <a:pt x="6033906" y="-26610"/>
                    <a:pt x="5801359" y="8079"/>
                  </a:cubicBezTo>
                  <a:cubicBezTo>
                    <a:pt x="5669711" y="27710"/>
                    <a:pt x="5582533" y="115047"/>
                    <a:pt x="5526999" y="282913"/>
                  </a:cubicBezTo>
                  <a:cubicBezTo>
                    <a:pt x="5476004" y="437059"/>
                    <a:pt x="5455054" y="643748"/>
                    <a:pt x="5430779" y="883067"/>
                  </a:cubicBezTo>
                  <a:cubicBezTo>
                    <a:pt x="5403531" y="1151727"/>
                    <a:pt x="5372642" y="1456237"/>
                    <a:pt x="5290846" y="1763403"/>
                  </a:cubicBezTo>
                  <a:cubicBezTo>
                    <a:pt x="5196209" y="2118767"/>
                    <a:pt x="5050612" y="2410559"/>
                    <a:pt x="4845735" y="2655454"/>
                  </a:cubicBezTo>
                  <a:cubicBezTo>
                    <a:pt x="4725451" y="2799222"/>
                    <a:pt x="4582388" y="2928407"/>
                    <a:pt x="4420484" y="3039385"/>
                  </a:cubicBezTo>
                  <a:cubicBezTo>
                    <a:pt x="4244315" y="3160145"/>
                    <a:pt x="4039983" y="3263454"/>
                    <a:pt x="3813153" y="3346446"/>
                  </a:cubicBezTo>
                  <a:cubicBezTo>
                    <a:pt x="3569348" y="3435630"/>
                    <a:pt x="3291911" y="3504145"/>
                    <a:pt x="2988544" y="3550092"/>
                  </a:cubicBezTo>
                  <a:cubicBezTo>
                    <a:pt x="2665353" y="3599011"/>
                    <a:pt x="2302953" y="3623831"/>
                    <a:pt x="1911423" y="362383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10" name="图片 109" descr="背景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0" y="2540"/>
            <a:ext cx="12192000" cy="6852285"/>
          </a:xfrm>
          <a:prstGeom prst="rect">
            <a:avLst/>
          </a:prstGeom>
        </p:spPr>
      </p:pic>
      <p:cxnSp>
        <p:nvCxnSpPr>
          <p:cNvPr id="111" name="26"/>
          <p:cNvCxnSpPr/>
          <p:nvPr>
            <p:custDataLst>
              <p:tags r:id="rId32"/>
            </p:custDataLst>
          </p:nvPr>
        </p:nvCxnSpPr>
        <p:spPr>
          <a:xfrm>
            <a:off x="3096640" y="450188"/>
            <a:ext cx="3183563" cy="0"/>
          </a:xfrm>
          <a:prstGeom prst="line">
            <a:avLst/>
          </a:prstGeom>
          <a:ln w="12700">
            <a:gradFill>
              <a:gsLst>
                <a:gs pos="34000">
                  <a:srgbClr val="3884C0"/>
                </a:gs>
                <a:gs pos="100000">
                  <a:srgbClr val="50B99A">
                    <a:alpha val="0"/>
                  </a:srgbClr>
                </a:gs>
              </a:gsLst>
              <a:lin ang="0" scaled="0"/>
            </a:gra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组合 111"/>
          <p:cNvGrpSpPr/>
          <p:nvPr/>
        </p:nvGrpSpPr>
        <p:grpSpPr>
          <a:xfrm>
            <a:off x="119860" y="246745"/>
            <a:ext cx="406400" cy="406400"/>
            <a:chOff x="1061" y="-1328"/>
            <a:chExt cx="640" cy="640"/>
          </a:xfrm>
        </p:grpSpPr>
        <p:sp>
          <p:nvSpPr>
            <p:cNvPr id="113" name="27"/>
            <p:cNvSpPr/>
            <p:nvPr>
              <p:custDataLst>
                <p:tags r:id="rId33"/>
              </p:custDataLst>
            </p:nvPr>
          </p:nvSpPr>
          <p:spPr>
            <a:xfrm>
              <a:off x="1061" y="-1328"/>
              <a:ext cx="641" cy="641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rgbClr val="0E4F92"/>
                  </a:gs>
                  <a:gs pos="100000">
                    <a:srgbClr val="50B99A"/>
                  </a:gs>
                </a:gsLst>
                <a:path path="circle">
                  <a:fillToRect r="100000" b="100000"/>
                </a:path>
                <a:tileRect l="-100000" t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4" name="28"/>
            <p:cNvSpPr/>
            <p:nvPr>
              <p:custDataLst>
                <p:tags r:id="rId34"/>
              </p:custDataLst>
            </p:nvPr>
          </p:nvSpPr>
          <p:spPr>
            <a:xfrm>
              <a:off x="1146" y="-1243"/>
              <a:ext cx="471" cy="471"/>
            </a:xfrm>
            <a:custGeom>
              <a:avLst/>
              <a:gdLst>
                <a:gd name="connsiteX0" fmla="*/ 203577 w 407154"/>
                <a:gd name="connsiteY0" fmla="*/ 0 h 407154"/>
                <a:gd name="connsiteX1" fmla="*/ 407154 w 407154"/>
                <a:gd name="connsiteY1" fmla="*/ 203577 h 407154"/>
                <a:gd name="connsiteX2" fmla="*/ 203577 w 407154"/>
                <a:gd name="connsiteY2" fmla="*/ 407154 h 407154"/>
                <a:gd name="connsiteX3" fmla="*/ 0 w 407154"/>
                <a:gd name="connsiteY3" fmla="*/ 203577 h 407154"/>
                <a:gd name="connsiteX4" fmla="*/ 203577 w 407154"/>
                <a:gd name="connsiteY4" fmla="*/ 0 h 407154"/>
                <a:gd name="connsiteX5" fmla="*/ 203576 w 407154"/>
                <a:gd name="connsiteY5" fmla="*/ 113987 h 407154"/>
                <a:gd name="connsiteX6" fmla="*/ 113987 w 407154"/>
                <a:gd name="connsiteY6" fmla="*/ 203576 h 407154"/>
                <a:gd name="connsiteX7" fmla="*/ 203576 w 407154"/>
                <a:gd name="connsiteY7" fmla="*/ 293165 h 407154"/>
                <a:gd name="connsiteX8" fmla="*/ 293165 w 407154"/>
                <a:gd name="connsiteY8" fmla="*/ 203576 h 407154"/>
                <a:gd name="connsiteX9" fmla="*/ 203576 w 407154"/>
                <a:gd name="connsiteY9" fmla="*/ 113987 h 407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154" h="407154">
                  <a:moveTo>
                    <a:pt x="203577" y="0"/>
                  </a:moveTo>
                  <a:cubicBezTo>
                    <a:pt x="316009" y="0"/>
                    <a:pt x="407154" y="91145"/>
                    <a:pt x="407154" y="203577"/>
                  </a:cubicBezTo>
                  <a:cubicBezTo>
                    <a:pt x="407154" y="316009"/>
                    <a:pt x="316009" y="407154"/>
                    <a:pt x="203577" y="407154"/>
                  </a:cubicBezTo>
                  <a:cubicBezTo>
                    <a:pt x="91145" y="407154"/>
                    <a:pt x="0" y="316009"/>
                    <a:pt x="0" y="203577"/>
                  </a:cubicBezTo>
                  <a:cubicBezTo>
                    <a:pt x="0" y="91145"/>
                    <a:pt x="91145" y="0"/>
                    <a:pt x="203577" y="0"/>
                  </a:cubicBezTo>
                  <a:close/>
                  <a:moveTo>
                    <a:pt x="203576" y="113987"/>
                  </a:moveTo>
                  <a:cubicBezTo>
                    <a:pt x="154097" y="113987"/>
                    <a:pt x="113987" y="154097"/>
                    <a:pt x="113987" y="203576"/>
                  </a:cubicBezTo>
                  <a:cubicBezTo>
                    <a:pt x="113987" y="253055"/>
                    <a:pt x="154097" y="293165"/>
                    <a:pt x="203576" y="293165"/>
                  </a:cubicBezTo>
                  <a:cubicBezTo>
                    <a:pt x="253055" y="293165"/>
                    <a:pt x="293165" y="253055"/>
                    <a:pt x="293165" y="203576"/>
                  </a:cubicBezTo>
                  <a:cubicBezTo>
                    <a:pt x="293165" y="154097"/>
                    <a:pt x="253055" y="113987"/>
                    <a:pt x="203576" y="113987"/>
                  </a:cubicBezTo>
                  <a:close/>
                </a:path>
              </a:pathLst>
            </a:custGeom>
            <a:gradFill>
              <a:gsLst>
                <a:gs pos="60000">
                  <a:srgbClr val="0E4F92"/>
                </a:gs>
                <a:gs pos="100000">
                  <a:srgbClr val="50B99A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15" name="29"/>
          <p:cNvSpPr txBox="1"/>
          <p:nvPr>
            <p:custDataLst>
              <p:tags r:id="rId35"/>
            </p:custDataLst>
          </p:nvPr>
        </p:nvSpPr>
        <p:spPr>
          <a:xfrm>
            <a:off x="572634" y="212381"/>
            <a:ext cx="1452880" cy="47561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defTabSz="348615">
              <a:defRPr sz="3200">
                <a:gradFill flip="none" rotWithShape="1">
                  <a:gsLst>
                    <a:gs pos="81000">
                      <a:schemeClr val="accent1">
                        <a:lumMod val="10000"/>
                        <a:lumOff val="90000"/>
                      </a:schemeClr>
                    </a:gs>
                    <a:gs pos="0">
                      <a:schemeClr val="accent2">
                        <a:lumMod val="10000"/>
                        <a:lumOff val="90000"/>
                      </a:schemeClr>
                    </a:gs>
                    <a:gs pos="33000">
                      <a:schemeClr val="bg1">
                        <a:lumMod val="91000"/>
                        <a:lumOff val="9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50800" dist="76200" dir="5400000" algn="t" rotWithShape="0">
                    <a:prstClr val="black">
                      <a:alpha val="5000"/>
                    </a:prstClr>
                  </a:outerShdw>
                </a:effectLst>
                <a:latin typeface="MiSans Demibold" panose="00000700000000000000" pitchFamily="2" charset="-122"/>
                <a:ea typeface="MiSans Demibold" panose="00000700000000000000" pitchFamily="2" charset="-122"/>
                <a:cs typeface="阿里巴巴普惠体 2.0 115 Black" panose="00020600040101010101" pitchFamily="18" charset="-122"/>
              </a:defRPr>
            </a:lvl1pPr>
          </a:lstStyle>
          <a:p>
            <a:pPr algn="l"/>
            <a:r>
              <a:rPr lang="zh-CN" altLang="en-US" sz="2500" b="1" dirty="0">
                <a:solidFill>
                  <a:srgbClr val="052D9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微软雅黑" panose="020B0503020204020204" charset="-122"/>
              </a:rPr>
              <a:t>产品架构</a:t>
            </a:r>
            <a:endParaRPr lang="zh-CN" altLang="en-US" sz="2500" b="1" dirty="0">
              <a:solidFill>
                <a:srgbClr val="052D9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微软雅黑" panose="020B0503020204020204" charset="-122"/>
            </a:endParaRPr>
          </a:p>
        </p:txBody>
      </p:sp>
      <p:sp>
        <p:nvSpPr>
          <p:cNvPr id="148" name="Text 2"/>
          <p:cNvSpPr/>
          <p:nvPr/>
        </p:nvSpPr>
        <p:spPr>
          <a:xfrm>
            <a:off x="2234565" y="787400"/>
            <a:ext cx="804672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00" dirty="0">
                <a:solidFill>
                  <a:srgbClr val="141B24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三位一体的智能辅助系统</a:t>
            </a:r>
            <a:endParaRPr lang="en-US" sz="2800" dirty="0">
              <a:solidFill>
                <a:srgbClr val="141B24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150" name="Text 4"/>
          <p:cNvSpPr/>
          <p:nvPr/>
        </p:nvSpPr>
        <p:spPr>
          <a:xfrm>
            <a:off x="273050" y="2044700"/>
            <a:ext cx="4445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00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</a:t>
            </a:r>
            <a:endParaRPr lang="en-US" sz="1600" dirty="0"/>
          </a:p>
        </p:txBody>
      </p:sp>
      <p:sp>
        <p:nvSpPr>
          <p:cNvPr id="151" name="Text 5"/>
          <p:cNvSpPr/>
          <p:nvPr/>
        </p:nvSpPr>
        <p:spPr>
          <a:xfrm>
            <a:off x="781050" y="2044700"/>
            <a:ext cx="2159000" cy="69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轻量化智能眼镜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提供视觉感知</a:t>
            </a:r>
            <a:endParaRPr lang="en-US" sz="1600" dirty="0"/>
          </a:p>
        </p:txBody>
      </p:sp>
      <p:sp>
        <p:nvSpPr>
          <p:cNvPr id="152" name="Shape 6"/>
          <p:cNvSpPr/>
          <p:nvPr/>
        </p:nvSpPr>
        <p:spPr>
          <a:xfrm>
            <a:off x="2529840" y="1854200"/>
            <a:ext cx="4318000" cy="990600"/>
          </a:xfrm>
          <a:prstGeom prst="roundRect">
            <a:avLst>
              <a:gd name="adj" fmla="val 8000"/>
            </a:avLst>
          </a:prstGeom>
          <a:solidFill>
            <a:srgbClr val="1B2838"/>
          </a:solidFill>
          <a:effectLst>
            <a:outerShdw blurRad="177800" dist="63500" dir="5400000" algn="bl" rotWithShape="0">
              <a:srgbClr val="1B2838">
                <a:alpha val="14510"/>
              </a:srgbClr>
            </a:outerShdw>
          </a:effectLst>
        </p:spPr>
      </p:sp>
      <p:sp>
        <p:nvSpPr>
          <p:cNvPr id="153" name="Shape 7"/>
          <p:cNvSpPr/>
          <p:nvPr/>
        </p:nvSpPr>
        <p:spPr>
          <a:xfrm>
            <a:off x="2821940" y="21336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113744" y="76200"/>
                </a:moveTo>
                <a:cubicBezTo>
                  <a:pt x="102632" y="76200"/>
                  <a:pt x="92710" y="83503"/>
                  <a:pt x="89456" y="94139"/>
                </a:cubicBezTo>
                <a:lnTo>
                  <a:pt x="55880" y="203200"/>
                </a:lnTo>
                <a:lnTo>
                  <a:pt x="177800" y="203200"/>
                </a:lnTo>
                <a:cubicBezTo>
                  <a:pt x="191849" y="203200"/>
                  <a:pt x="203200" y="214551"/>
                  <a:pt x="203200" y="228600"/>
                </a:cubicBezTo>
                <a:lnTo>
                  <a:pt x="254000" y="228600"/>
                </a:lnTo>
                <a:cubicBezTo>
                  <a:pt x="254000" y="214551"/>
                  <a:pt x="265351" y="203200"/>
                  <a:pt x="279400" y="203200"/>
                </a:cubicBezTo>
                <a:lnTo>
                  <a:pt x="401320" y="203200"/>
                </a:lnTo>
                <a:lnTo>
                  <a:pt x="367744" y="94139"/>
                </a:lnTo>
                <a:cubicBezTo>
                  <a:pt x="364490" y="83503"/>
                  <a:pt x="354648" y="76200"/>
                  <a:pt x="343456" y="76200"/>
                </a:cubicBezTo>
                <a:lnTo>
                  <a:pt x="317500" y="76200"/>
                </a:lnTo>
                <a:cubicBezTo>
                  <a:pt x="303451" y="76200"/>
                  <a:pt x="292100" y="64849"/>
                  <a:pt x="292100" y="50800"/>
                </a:cubicBezTo>
                <a:cubicBezTo>
                  <a:pt x="292100" y="36751"/>
                  <a:pt x="303451" y="25400"/>
                  <a:pt x="317500" y="25400"/>
                </a:cubicBezTo>
                <a:lnTo>
                  <a:pt x="343456" y="25400"/>
                </a:lnTo>
                <a:cubicBezTo>
                  <a:pt x="376873" y="25400"/>
                  <a:pt x="406479" y="47228"/>
                  <a:pt x="416322" y="79216"/>
                </a:cubicBezTo>
                <a:lnTo>
                  <a:pt x="452358" y="196294"/>
                </a:lnTo>
                <a:cubicBezTo>
                  <a:pt x="455613" y="206772"/>
                  <a:pt x="457200" y="217646"/>
                  <a:pt x="457200" y="228600"/>
                </a:cubicBezTo>
                <a:lnTo>
                  <a:pt x="457200" y="304800"/>
                </a:lnTo>
                <a:cubicBezTo>
                  <a:pt x="457200" y="346869"/>
                  <a:pt x="423069" y="381000"/>
                  <a:pt x="381000" y="381000"/>
                </a:cubicBezTo>
                <a:lnTo>
                  <a:pt x="330200" y="381000"/>
                </a:lnTo>
                <a:cubicBezTo>
                  <a:pt x="288131" y="381000"/>
                  <a:pt x="254000" y="346869"/>
                  <a:pt x="254000" y="304800"/>
                </a:cubicBezTo>
                <a:lnTo>
                  <a:pt x="254000" y="279400"/>
                </a:lnTo>
                <a:lnTo>
                  <a:pt x="203200" y="279400"/>
                </a:lnTo>
                <a:lnTo>
                  <a:pt x="203200" y="304800"/>
                </a:lnTo>
                <a:cubicBezTo>
                  <a:pt x="203200" y="346869"/>
                  <a:pt x="169069" y="381000"/>
                  <a:pt x="127000" y="381000"/>
                </a:cubicBezTo>
                <a:lnTo>
                  <a:pt x="76200" y="381000"/>
                </a:lnTo>
                <a:cubicBezTo>
                  <a:pt x="34131" y="381000"/>
                  <a:pt x="0" y="346869"/>
                  <a:pt x="0" y="304800"/>
                </a:cubicBezTo>
                <a:lnTo>
                  <a:pt x="0" y="228600"/>
                </a:lnTo>
                <a:cubicBezTo>
                  <a:pt x="0" y="217646"/>
                  <a:pt x="1667" y="206772"/>
                  <a:pt x="4842" y="196294"/>
                </a:cubicBezTo>
                <a:lnTo>
                  <a:pt x="40878" y="79216"/>
                </a:lnTo>
                <a:cubicBezTo>
                  <a:pt x="50721" y="47228"/>
                  <a:pt x="80248" y="25400"/>
                  <a:pt x="113744" y="25400"/>
                </a:cubicBezTo>
                <a:lnTo>
                  <a:pt x="139700" y="25400"/>
                </a:lnTo>
                <a:cubicBezTo>
                  <a:pt x="153749" y="25400"/>
                  <a:pt x="165100" y="36751"/>
                  <a:pt x="165100" y="50800"/>
                </a:cubicBezTo>
                <a:cubicBezTo>
                  <a:pt x="165100" y="64849"/>
                  <a:pt x="153749" y="76200"/>
                  <a:pt x="139700" y="76200"/>
                </a:cubicBezTo>
                <a:lnTo>
                  <a:pt x="113744" y="76200"/>
                </a:lnTo>
                <a:close/>
                <a:moveTo>
                  <a:pt x="50800" y="254000"/>
                </a:moveTo>
                <a:lnTo>
                  <a:pt x="50800" y="304800"/>
                </a:lnTo>
                <a:cubicBezTo>
                  <a:pt x="50800" y="318849"/>
                  <a:pt x="62151" y="330200"/>
                  <a:pt x="76200" y="330200"/>
                </a:cubicBezTo>
                <a:lnTo>
                  <a:pt x="127000" y="330200"/>
                </a:lnTo>
                <a:cubicBezTo>
                  <a:pt x="141049" y="330200"/>
                  <a:pt x="152400" y="318849"/>
                  <a:pt x="152400" y="304800"/>
                </a:cubicBezTo>
                <a:lnTo>
                  <a:pt x="152400" y="254000"/>
                </a:lnTo>
                <a:lnTo>
                  <a:pt x="50800" y="254000"/>
                </a:lnTo>
                <a:close/>
                <a:moveTo>
                  <a:pt x="381000" y="330200"/>
                </a:moveTo>
                <a:cubicBezTo>
                  <a:pt x="395049" y="330200"/>
                  <a:pt x="406400" y="318849"/>
                  <a:pt x="406400" y="304800"/>
                </a:cubicBezTo>
                <a:lnTo>
                  <a:pt x="406400" y="254000"/>
                </a:lnTo>
                <a:lnTo>
                  <a:pt x="304800" y="254000"/>
                </a:lnTo>
                <a:lnTo>
                  <a:pt x="304800" y="304800"/>
                </a:lnTo>
                <a:cubicBezTo>
                  <a:pt x="304800" y="318849"/>
                  <a:pt x="316151" y="330200"/>
                  <a:pt x="330200" y="330200"/>
                </a:cubicBezTo>
                <a:lnTo>
                  <a:pt x="381000" y="330200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154" name="Text 8"/>
          <p:cNvSpPr/>
          <p:nvPr/>
        </p:nvSpPr>
        <p:spPr>
          <a:xfrm>
            <a:off x="3418840" y="1943100"/>
            <a:ext cx="3175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头戴视觉终端</a:t>
            </a:r>
            <a:endParaRPr lang="en-US" sz="1600" dirty="0"/>
          </a:p>
        </p:txBody>
      </p:sp>
      <p:sp>
        <p:nvSpPr>
          <p:cNvPr id="155" name="Text 9"/>
          <p:cNvSpPr/>
          <p:nvPr/>
        </p:nvSpPr>
        <p:spPr>
          <a:xfrm>
            <a:off x="3418840" y="2311400"/>
            <a:ext cx="3175000" cy="4191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indent="0" algn="l" fontAlgn="auto">
              <a:lnSpc>
                <a:spcPct val="100000"/>
              </a:lnSpc>
            </a:pPr>
            <a:r>
              <a:rPr lang="zh-CN" altLang="en-US" sz="1200" dirty="0">
                <a:solidFill>
                  <a:srgbClr val="9BA5B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  <a:sym typeface="+mn-ea"/>
              </a:rPr>
              <a:t>纯</a:t>
            </a:r>
            <a:r>
              <a:rPr lang="en-US" sz="1200" dirty="0">
                <a:solidFill>
                  <a:srgbClr val="9BA5B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  <a:sym typeface="+mn-ea"/>
              </a:rPr>
              <a:t>感知前端</a:t>
            </a:r>
            <a:r>
              <a:rPr 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  <a:sym typeface="+mn-ea"/>
              </a:rPr>
              <a:t>，</a:t>
            </a:r>
            <a:r>
              <a:rPr lang="en-US" sz="1200" dirty="0">
                <a:solidFill>
                  <a:srgbClr val="9BA5B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  <a:sym typeface="+mn-ea"/>
              </a:rPr>
              <a:t>极致轻便</a:t>
            </a:r>
            <a:endParaRPr 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  <a:sym typeface="+mn-ea"/>
            </a:endParaRPr>
          </a:p>
          <a:p>
            <a:pPr algn="l" fontAlgn="auto">
              <a:lnSpc>
                <a:spcPct val="100000"/>
              </a:lnSpc>
              <a:buClrTx/>
              <a:buSzTx/>
              <a:buFontTx/>
            </a:pPr>
            <a:r>
              <a:rPr lang="zh-CN" altLang="en-US" sz="1200" dirty="0">
                <a:solidFill>
                  <a:srgbClr val="9BA5B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  <a:sym typeface="+mn-ea"/>
              </a:rPr>
              <a:t>去</a:t>
            </a:r>
            <a:r>
              <a:rPr lang="en-US" sz="1200" dirty="0">
                <a:solidFill>
                  <a:srgbClr val="9BA5B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  <a:sym typeface="+mn-ea"/>
              </a:rPr>
              <a:t>计算化设计，</a:t>
            </a:r>
            <a:r>
              <a:rPr lang="en-US" sz="1200" dirty="0">
                <a:solidFill>
                  <a:srgbClr val="9BA5B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  <a:sym typeface="+mn-ea"/>
              </a:rPr>
              <a:t>不发热</a:t>
            </a:r>
            <a:endParaRPr lang="en-US" sz="1200" dirty="0">
              <a:solidFill>
                <a:srgbClr val="9BA5B0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  <a:sym typeface="+mn-ea"/>
            </a:endParaRPr>
          </a:p>
        </p:txBody>
      </p:sp>
      <p:sp>
        <p:nvSpPr>
          <p:cNvPr id="156" name="Shape 10"/>
          <p:cNvSpPr/>
          <p:nvPr/>
        </p:nvSpPr>
        <p:spPr>
          <a:xfrm>
            <a:off x="6847840" y="2349500"/>
            <a:ext cx="1270000" cy="0"/>
          </a:xfrm>
          <a:prstGeom prst="straightConnector1">
            <a:avLst/>
          </a:prstGeom>
          <a:noFill/>
          <a:ln w="25400">
            <a:solidFill>
              <a:srgbClr val="D4A056"/>
            </a:solidFill>
            <a:prstDash val="solid"/>
            <a:headEnd type="none"/>
            <a:tailEnd type="arrow"/>
          </a:ln>
        </p:spPr>
      </p:sp>
      <p:sp>
        <p:nvSpPr>
          <p:cNvPr id="157" name="Text 11"/>
          <p:cNvSpPr/>
          <p:nvPr/>
        </p:nvSpPr>
        <p:spPr>
          <a:xfrm>
            <a:off x="6911340" y="2413000"/>
            <a:ext cx="114300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视觉数据</a:t>
            </a:r>
            <a:endParaRPr lang="en-US" sz="1600" dirty="0"/>
          </a:p>
        </p:txBody>
      </p:sp>
      <p:sp>
        <p:nvSpPr>
          <p:cNvPr id="158" name="Text 12"/>
          <p:cNvSpPr/>
          <p:nvPr/>
        </p:nvSpPr>
        <p:spPr>
          <a:xfrm>
            <a:off x="273050" y="3568700"/>
            <a:ext cx="4445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00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</a:t>
            </a:r>
            <a:endParaRPr lang="en-US" sz="1600" dirty="0"/>
          </a:p>
        </p:txBody>
      </p:sp>
      <p:sp>
        <p:nvSpPr>
          <p:cNvPr id="159" name="Text 13"/>
          <p:cNvSpPr/>
          <p:nvPr/>
        </p:nvSpPr>
        <p:spPr>
          <a:xfrm>
            <a:off x="781050" y="3568700"/>
            <a:ext cx="2159000" cy="69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多功能智能手杖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实现触觉避障</a:t>
            </a:r>
            <a:endParaRPr lang="en-US" sz="1600" dirty="0"/>
          </a:p>
        </p:txBody>
      </p:sp>
      <p:sp>
        <p:nvSpPr>
          <p:cNvPr id="160" name="Shape 14"/>
          <p:cNvSpPr/>
          <p:nvPr/>
        </p:nvSpPr>
        <p:spPr>
          <a:xfrm>
            <a:off x="2529840" y="3378200"/>
            <a:ext cx="4318000" cy="990600"/>
          </a:xfrm>
          <a:prstGeom prst="roundRect">
            <a:avLst>
              <a:gd name="adj" fmla="val 8000"/>
            </a:avLst>
          </a:prstGeom>
          <a:solidFill>
            <a:srgbClr val="1B2838"/>
          </a:solidFill>
          <a:effectLst>
            <a:outerShdw blurRad="177800" dist="63500" dir="5400000" algn="bl" rotWithShape="0">
              <a:srgbClr val="1B2838">
                <a:alpha val="14510"/>
              </a:srgbClr>
            </a:outerShdw>
          </a:effectLst>
        </p:spPr>
      </p:sp>
      <p:sp>
        <p:nvSpPr>
          <p:cNvPr id="161" name="Shape 15"/>
          <p:cNvSpPr/>
          <p:nvPr/>
        </p:nvSpPr>
        <p:spPr>
          <a:xfrm>
            <a:off x="2872740" y="36576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84150" y="-25400"/>
                </a:moveTo>
                <a:cubicBezTo>
                  <a:pt x="208683" y="-25400"/>
                  <a:pt x="228600" y="-5483"/>
                  <a:pt x="228600" y="19050"/>
                </a:cubicBezTo>
                <a:cubicBezTo>
                  <a:pt x="228600" y="43583"/>
                  <a:pt x="208683" y="63500"/>
                  <a:pt x="184150" y="63500"/>
                </a:cubicBezTo>
                <a:cubicBezTo>
                  <a:pt x="159617" y="63500"/>
                  <a:pt x="139700" y="43583"/>
                  <a:pt x="139700" y="19050"/>
                </a:cubicBezTo>
                <a:cubicBezTo>
                  <a:pt x="139700" y="-5483"/>
                  <a:pt x="159617" y="-25400"/>
                  <a:pt x="184150" y="-25400"/>
                </a:cubicBezTo>
                <a:close/>
                <a:moveTo>
                  <a:pt x="114300" y="187881"/>
                </a:moveTo>
                <a:lnTo>
                  <a:pt x="77549" y="237411"/>
                </a:lnTo>
                <a:cubicBezTo>
                  <a:pt x="69215" y="248682"/>
                  <a:pt x="53261" y="251063"/>
                  <a:pt x="41989" y="242649"/>
                </a:cubicBezTo>
                <a:cubicBezTo>
                  <a:pt x="30718" y="234236"/>
                  <a:pt x="28337" y="218361"/>
                  <a:pt x="36751" y="207089"/>
                </a:cubicBezTo>
                <a:lnTo>
                  <a:pt x="92710" y="131683"/>
                </a:lnTo>
                <a:cubicBezTo>
                  <a:pt x="112713" y="104775"/>
                  <a:pt x="144224" y="88900"/>
                  <a:pt x="177800" y="88900"/>
                </a:cubicBezTo>
                <a:cubicBezTo>
                  <a:pt x="211376" y="88900"/>
                  <a:pt x="242888" y="104775"/>
                  <a:pt x="262890" y="131683"/>
                </a:cubicBezTo>
                <a:lnTo>
                  <a:pt x="318849" y="207089"/>
                </a:lnTo>
                <a:cubicBezTo>
                  <a:pt x="327184" y="218361"/>
                  <a:pt x="324882" y="234236"/>
                  <a:pt x="313611" y="242649"/>
                </a:cubicBezTo>
                <a:cubicBezTo>
                  <a:pt x="302339" y="251063"/>
                  <a:pt x="286464" y="248682"/>
                  <a:pt x="278051" y="237411"/>
                </a:cubicBezTo>
                <a:lnTo>
                  <a:pt x="241300" y="187881"/>
                </a:lnTo>
                <a:lnTo>
                  <a:pt x="241300" y="406400"/>
                </a:lnTo>
                <a:cubicBezTo>
                  <a:pt x="241300" y="420449"/>
                  <a:pt x="229949" y="431800"/>
                  <a:pt x="215900" y="431800"/>
                </a:cubicBezTo>
                <a:cubicBezTo>
                  <a:pt x="201851" y="431800"/>
                  <a:pt x="190500" y="420449"/>
                  <a:pt x="190500" y="406400"/>
                </a:cubicBezTo>
                <a:lnTo>
                  <a:pt x="190500" y="279400"/>
                </a:lnTo>
                <a:cubicBezTo>
                  <a:pt x="190500" y="272415"/>
                  <a:pt x="184785" y="266700"/>
                  <a:pt x="177800" y="266700"/>
                </a:cubicBezTo>
                <a:cubicBezTo>
                  <a:pt x="170815" y="266700"/>
                  <a:pt x="165100" y="272415"/>
                  <a:pt x="165100" y="279400"/>
                </a:cubicBezTo>
                <a:lnTo>
                  <a:pt x="165100" y="406400"/>
                </a:lnTo>
                <a:cubicBezTo>
                  <a:pt x="165100" y="420449"/>
                  <a:pt x="153749" y="431800"/>
                  <a:pt x="139700" y="431800"/>
                </a:cubicBezTo>
                <a:cubicBezTo>
                  <a:pt x="125651" y="431800"/>
                  <a:pt x="114300" y="420449"/>
                  <a:pt x="114300" y="406400"/>
                </a:cubicBezTo>
                <a:lnTo>
                  <a:pt x="114300" y="187881"/>
                </a:lnTo>
                <a:close/>
                <a:moveTo>
                  <a:pt x="311150" y="304800"/>
                </a:moveTo>
                <a:cubicBezTo>
                  <a:pt x="307658" y="304800"/>
                  <a:pt x="304800" y="307658"/>
                  <a:pt x="304800" y="311150"/>
                </a:cubicBezTo>
                <a:cubicBezTo>
                  <a:pt x="304800" y="321707"/>
                  <a:pt x="296307" y="330200"/>
                  <a:pt x="285750" y="330200"/>
                </a:cubicBezTo>
                <a:cubicBezTo>
                  <a:pt x="275193" y="330200"/>
                  <a:pt x="266700" y="321707"/>
                  <a:pt x="266700" y="311150"/>
                </a:cubicBezTo>
                <a:cubicBezTo>
                  <a:pt x="266700" y="286623"/>
                  <a:pt x="286623" y="266700"/>
                  <a:pt x="311150" y="266700"/>
                </a:cubicBezTo>
                <a:cubicBezTo>
                  <a:pt x="335677" y="266700"/>
                  <a:pt x="355600" y="286623"/>
                  <a:pt x="355600" y="311150"/>
                </a:cubicBezTo>
                <a:lnTo>
                  <a:pt x="355600" y="412750"/>
                </a:lnTo>
                <a:cubicBezTo>
                  <a:pt x="355600" y="423307"/>
                  <a:pt x="347107" y="431800"/>
                  <a:pt x="336550" y="431800"/>
                </a:cubicBezTo>
                <a:cubicBezTo>
                  <a:pt x="325993" y="431800"/>
                  <a:pt x="317500" y="423307"/>
                  <a:pt x="317500" y="412750"/>
                </a:cubicBezTo>
                <a:lnTo>
                  <a:pt x="317500" y="311150"/>
                </a:lnTo>
                <a:cubicBezTo>
                  <a:pt x="317500" y="307658"/>
                  <a:pt x="314643" y="304800"/>
                  <a:pt x="311150" y="304800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162" name="Text 16"/>
          <p:cNvSpPr/>
          <p:nvPr/>
        </p:nvSpPr>
        <p:spPr>
          <a:xfrm>
            <a:off x="3418840" y="3467100"/>
            <a:ext cx="3175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手持触觉终端</a:t>
            </a:r>
            <a:endParaRPr lang="en-US" sz="1600" dirty="0"/>
          </a:p>
        </p:txBody>
      </p:sp>
      <p:sp>
        <p:nvSpPr>
          <p:cNvPr id="163" name="Text 17"/>
          <p:cNvSpPr/>
          <p:nvPr/>
        </p:nvSpPr>
        <p:spPr>
          <a:xfrm>
            <a:off x="3418840" y="3886200"/>
            <a:ext cx="3175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rgbClr val="9BA5B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近场安全防护与触觉反馈</a:t>
            </a:r>
            <a:endParaRPr lang="zh-CN" altLang="en-US" sz="1200" dirty="0">
              <a:solidFill>
                <a:srgbClr val="9BA5B0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rgbClr val="9BA5B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震动避障，方向引导</a:t>
            </a:r>
            <a:endParaRPr lang="zh-CN" altLang="en-US" sz="1200" dirty="0">
              <a:solidFill>
                <a:srgbClr val="9BA5B0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4" name="Shape 18"/>
          <p:cNvSpPr/>
          <p:nvPr/>
        </p:nvSpPr>
        <p:spPr>
          <a:xfrm>
            <a:off x="6847840" y="3873500"/>
            <a:ext cx="1270000" cy="0"/>
          </a:xfrm>
          <a:prstGeom prst="straightConnector1">
            <a:avLst/>
          </a:prstGeom>
          <a:noFill/>
          <a:ln w="25400">
            <a:solidFill>
              <a:srgbClr val="D4A056"/>
            </a:solidFill>
            <a:prstDash val="solid"/>
            <a:headEnd type="none"/>
            <a:tailEnd type="arrow"/>
          </a:ln>
        </p:spPr>
      </p:sp>
      <p:sp>
        <p:nvSpPr>
          <p:cNvPr id="165" name="Text 19"/>
          <p:cNvSpPr/>
          <p:nvPr/>
        </p:nvSpPr>
        <p:spPr>
          <a:xfrm>
            <a:off x="6911340" y="3937000"/>
            <a:ext cx="114300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测距数据</a:t>
            </a:r>
            <a:endParaRPr lang="en-US" sz="1600" dirty="0"/>
          </a:p>
        </p:txBody>
      </p:sp>
      <p:sp>
        <p:nvSpPr>
          <p:cNvPr id="166" name="Text 20"/>
          <p:cNvSpPr/>
          <p:nvPr/>
        </p:nvSpPr>
        <p:spPr>
          <a:xfrm>
            <a:off x="273050" y="5092700"/>
            <a:ext cx="4445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00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</a:t>
            </a:r>
            <a:endParaRPr lang="en-US" sz="1600" dirty="0"/>
          </a:p>
        </p:txBody>
      </p:sp>
      <p:sp>
        <p:nvSpPr>
          <p:cNvPr id="167" name="Text 21"/>
          <p:cNvSpPr/>
          <p:nvPr/>
        </p:nvSpPr>
        <p:spPr>
          <a:xfrm>
            <a:off x="781050" y="5092700"/>
            <a:ext cx="2159000" cy="69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随身AI算力盒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协同计算并供电</a:t>
            </a:r>
            <a:endParaRPr lang="en-US" sz="1600" dirty="0"/>
          </a:p>
        </p:txBody>
      </p:sp>
      <p:sp>
        <p:nvSpPr>
          <p:cNvPr id="168" name="Shape 22"/>
          <p:cNvSpPr/>
          <p:nvPr/>
        </p:nvSpPr>
        <p:spPr>
          <a:xfrm>
            <a:off x="2529840" y="4902200"/>
            <a:ext cx="4318000" cy="990600"/>
          </a:xfrm>
          <a:prstGeom prst="roundRect">
            <a:avLst>
              <a:gd name="adj" fmla="val 8000"/>
            </a:avLst>
          </a:prstGeom>
          <a:solidFill>
            <a:srgbClr val="1B2838"/>
          </a:solidFill>
          <a:effectLst>
            <a:outerShdw blurRad="177800" dist="63500" dir="5400000" algn="bl" rotWithShape="0">
              <a:srgbClr val="1B2838">
                <a:alpha val="14510"/>
              </a:srgbClr>
            </a:outerShdw>
          </a:effectLst>
        </p:spPr>
      </p:sp>
      <p:sp>
        <p:nvSpPr>
          <p:cNvPr id="169" name="Shape 23"/>
          <p:cNvSpPr/>
          <p:nvPr/>
        </p:nvSpPr>
        <p:spPr>
          <a:xfrm>
            <a:off x="2847340" y="5181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9700" y="19050"/>
                </a:moveTo>
                <a:cubicBezTo>
                  <a:pt x="139700" y="8493"/>
                  <a:pt x="131207" y="0"/>
                  <a:pt x="120650" y="0"/>
                </a:cubicBezTo>
                <a:cubicBezTo>
                  <a:pt x="110093" y="0"/>
                  <a:pt x="101600" y="8493"/>
                  <a:pt x="101600" y="19050"/>
                </a:cubicBezTo>
                <a:lnTo>
                  <a:pt x="101600" y="50800"/>
                </a:lnTo>
                <a:cubicBezTo>
                  <a:pt x="73581" y="50800"/>
                  <a:pt x="50800" y="73581"/>
                  <a:pt x="50800" y="101600"/>
                </a:cubicBezTo>
                <a:lnTo>
                  <a:pt x="19050" y="101600"/>
                </a:lnTo>
                <a:cubicBezTo>
                  <a:pt x="8493" y="101600"/>
                  <a:pt x="0" y="110093"/>
                  <a:pt x="0" y="120650"/>
                </a:cubicBezTo>
                <a:cubicBezTo>
                  <a:pt x="0" y="131207"/>
                  <a:pt x="8493" y="139700"/>
                  <a:pt x="19050" y="139700"/>
                </a:cubicBezTo>
                <a:lnTo>
                  <a:pt x="50800" y="139700"/>
                </a:lnTo>
                <a:lnTo>
                  <a:pt x="50800" y="184150"/>
                </a:lnTo>
                <a:lnTo>
                  <a:pt x="19050" y="184150"/>
                </a:lnTo>
                <a:cubicBezTo>
                  <a:pt x="8493" y="184150"/>
                  <a:pt x="0" y="192643"/>
                  <a:pt x="0" y="203200"/>
                </a:cubicBezTo>
                <a:cubicBezTo>
                  <a:pt x="0" y="213757"/>
                  <a:pt x="8493" y="222250"/>
                  <a:pt x="19050" y="222250"/>
                </a:cubicBezTo>
                <a:lnTo>
                  <a:pt x="50800" y="222250"/>
                </a:lnTo>
                <a:lnTo>
                  <a:pt x="50800" y="266700"/>
                </a:lnTo>
                <a:lnTo>
                  <a:pt x="19050" y="266700"/>
                </a:lnTo>
                <a:cubicBezTo>
                  <a:pt x="8493" y="266700"/>
                  <a:pt x="0" y="275193"/>
                  <a:pt x="0" y="285750"/>
                </a:cubicBezTo>
                <a:cubicBezTo>
                  <a:pt x="0" y="296307"/>
                  <a:pt x="8493" y="304800"/>
                  <a:pt x="19050" y="304800"/>
                </a:cubicBezTo>
                <a:lnTo>
                  <a:pt x="50800" y="304800"/>
                </a:lnTo>
                <a:cubicBezTo>
                  <a:pt x="50800" y="332819"/>
                  <a:pt x="73581" y="355600"/>
                  <a:pt x="101600" y="355600"/>
                </a:cubicBezTo>
                <a:lnTo>
                  <a:pt x="101600" y="387350"/>
                </a:lnTo>
                <a:cubicBezTo>
                  <a:pt x="101600" y="397907"/>
                  <a:pt x="110093" y="406400"/>
                  <a:pt x="120650" y="406400"/>
                </a:cubicBezTo>
                <a:cubicBezTo>
                  <a:pt x="131207" y="406400"/>
                  <a:pt x="139700" y="397907"/>
                  <a:pt x="139700" y="387350"/>
                </a:cubicBezTo>
                <a:lnTo>
                  <a:pt x="139700" y="355600"/>
                </a:lnTo>
                <a:lnTo>
                  <a:pt x="184150" y="355600"/>
                </a:lnTo>
                <a:lnTo>
                  <a:pt x="184150" y="387350"/>
                </a:lnTo>
                <a:cubicBezTo>
                  <a:pt x="184150" y="397907"/>
                  <a:pt x="192643" y="406400"/>
                  <a:pt x="203200" y="406400"/>
                </a:cubicBezTo>
                <a:cubicBezTo>
                  <a:pt x="213757" y="406400"/>
                  <a:pt x="222250" y="397907"/>
                  <a:pt x="222250" y="387350"/>
                </a:cubicBezTo>
                <a:lnTo>
                  <a:pt x="222250" y="355600"/>
                </a:lnTo>
                <a:lnTo>
                  <a:pt x="266700" y="355600"/>
                </a:lnTo>
                <a:lnTo>
                  <a:pt x="266700" y="387350"/>
                </a:lnTo>
                <a:cubicBezTo>
                  <a:pt x="266700" y="397907"/>
                  <a:pt x="275193" y="406400"/>
                  <a:pt x="285750" y="406400"/>
                </a:cubicBezTo>
                <a:cubicBezTo>
                  <a:pt x="296307" y="406400"/>
                  <a:pt x="304800" y="397907"/>
                  <a:pt x="304800" y="387350"/>
                </a:cubicBezTo>
                <a:lnTo>
                  <a:pt x="304800" y="355600"/>
                </a:lnTo>
                <a:cubicBezTo>
                  <a:pt x="332819" y="355600"/>
                  <a:pt x="355600" y="332819"/>
                  <a:pt x="355600" y="304800"/>
                </a:cubicBezTo>
                <a:lnTo>
                  <a:pt x="387350" y="304800"/>
                </a:lnTo>
                <a:cubicBezTo>
                  <a:pt x="397907" y="304800"/>
                  <a:pt x="406400" y="296307"/>
                  <a:pt x="406400" y="285750"/>
                </a:cubicBezTo>
                <a:cubicBezTo>
                  <a:pt x="406400" y="275193"/>
                  <a:pt x="397907" y="266700"/>
                  <a:pt x="387350" y="266700"/>
                </a:cubicBezTo>
                <a:lnTo>
                  <a:pt x="355600" y="266700"/>
                </a:lnTo>
                <a:lnTo>
                  <a:pt x="355600" y="222250"/>
                </a:lnTo>
                <a:lnTo>
                  <a:pt x="387350" y="222250"/>
                </a:lnTo>
                <a:cubicBezTo>
                  <a:pt x="397907" y="222250"/>
                  <a:pt x="406400" y="213757"/>
                  <a:pt x="406400" y="203200"/>
                </a:cubicBezTo>
                <a:cubicBezTo>
                  <a:pt x="406400" y="192643"/>
                  <a:pt x="397907" y="184150"/>
                  <a:pt x="387350" y="184150"/>
                </a:cubicBezTo>
                <a:lnTo>
                  <a:pt x="355600" y="184150"/>
                </a:lnTo>
                <a:lnTo>
                  <a:pt x="355600" y="139700"/>
                </a:lnTo>
                <a:lnTo>
                  <a:pt x="387350" y="139700"/>
                </a:lnTo>
                <a:cubicBezTo>
                  <a:pt x="397907" y="139700"/>
                  <a:pt x="406400" y="131207"/>
                  <a:pt x="406400" y="120650"/>
                </a:cubicBezTo>
                <a:cubicBezTo>
                  <a:pt x="406400" y="110093"/>
                  <a:pt x="397907" y="101600"/>
                  <a:pt x="387350" y="101600"/>
                </a:cubicBezTo>
                <a:lnTo>
                  <a:pt x="355600" y="101600"/>
                </a:lnTo>
                <a:cubicBezTo>
                  <a:pt x="355600" y="73581"/>
                  <a:pt x="332819" y="50800"/>
                  <a:pt x="304800" y="50800"/>
                </a:cubicBezTo>
                <a:lnTo>
                  <a:pt x="304800" y="19050"/>
                </a:lnTo>
                <a:cubicBezTo>
                  <a:pt x="304800" y="8493"/>
                  <a:pt x="296307" y="0"/>
                  <a:pt x="285750" y="0"/>
                </a:cubicBezTo>
                <a:cubicBezTo>
                  <a:pt x="275193" y="0"/>
                  <a:pt x="266700" y="8493"/>
                  <a:pt x="266700" y="19050"/>
                </a:cubicBezTo>
                <a:lnTo>
                  <a:pt x="266700" y="50800"/>
                </a:lnTo>
                <a:lnTo>
                  <a:pt x="222250" y="50800"/>
                </a:lnTo>
                <a:lnTo>
                  <a:pt x="222250" y="19050"/>
                </a:lnTo>
                <a:cubicBezTo>
                  <a:pt x="222250" y="8493"/>
                  <a:pt x="213757" y="0"/>
                  <a:pt x="203200" y="0"/>
                </a:cubicBezTo>
                <a:cubicBezTo>
                  <a:pt x="192643" y="0"/>
                  <a:pt x="184150" y="8493"/>
                  <a:pt x="184150" y="19050"/>
                </a:cubicBezTo>
                <a:lnTo>
                  <a:pt x="184150" y="50800"/>
                </a:lnTo>
                <a:lnTo>
                  <a:pt x="139700" y="50800"/>
                </a:lnTo>
                <a:lnTo>
                  <a:pt x="139700" y="19050"/>
                </a:lnTo>
                <a:close/>
                <a:moveTo>
                  <a:pt x="127000" y="101600"/>
                </a:moveTo>
                <a:lnTo>
                  <a:pt x="279400" y="101600"/>
                </a:lnTo>
                <a:cubicBezTo>
                  <a:pt x="293449" y="101600"/>
                  <a:pt x="304800" y="112951"/>
                  <a:pt x="304800" y="127000"/>
                </a:cubicBezTo>
                <a:lnTo>
                  <a:pt x="304800" y="279400"/>
                </a:lnTo>
                <a:cubicBezTo>
                  <a:pt x="304800" y="293449"/>
                  <a:pt x="293449" y="304800"/>
                  <a:pt x="279400" y="304800"/>
                </a:cubicBezTo>
                <a:lnTo>
                  <a:pt x="127000" y="304800"/>
                </a:lnTo>
                <a:cubicBezTo>
                  <a:pt x="112951" y="304800"/>
                  <a:pt x="101600" y="293449"/>
                  <a:pt x="101600" y="279400"/>
                </a:cubicBezTo>
                <a:lnTo>
                  <a:pt x="101600" y="127000"/>
                </a:lnTo>
                <a:cubicBezTo>
                  <a:pt x="101600" y="112951"/>
                  <a:pt x="112951" y="101600"/>
                  <a:pt x="127000" y="101600"/>
                </a:cubicBezTo>
                <a:close/>
                <a:moveTo>
                  <a:pt x="139700" y="139700"/>
                </a:moveTo>
                <a:lnTo>
                  <a:pt x="139700" y="266700"/>
                </a:lnTo>
                <a:lnTo>
                  <a:pt x="266700" y="266700"/>
                </a:lnTo>
                <a:lnTo>
                  <a:pt x="266700" y="139700"/>
                </a:lnTo>
                <a:lnTo>
                  <a:pt x="139700" y="139700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170" name="Text 24"/>
          <p:cNvSpPr/>
          <p:nvPr/>
        </p:nvSpPr>
        <p:spPr>
          <a:xfrm>
            <a:off x="3418840" y="4991100"/>
            <a:ext cx="3175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腰挂计算终端</a:t>
            </a:r>
            <a:endParaRPr lang="en-US" sz="1600" dirty="0"/>
          </a:p>
        </p:txBody>
      </p:sp>
      <p:sp>
        <p:nvSpPr>
          <p:cNvPr id="171" name="Text 25"/>
          <p:cNvSpPr/>
          <p:nvPr/>
        </p:nvSpPr>
        <p:spPr>
          <a:xfrm>
            <a:off x="3418840" y="5372100"/>
            <a:ext cx="3175000" cy="6508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rgbClr val="9BA5B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系统</a:t>
            </a:r>
            <a:r>
              <a:rPr lang="en-US" altLang="zh-CN" sz="1200" dirty="0">
                <a:solidFill>
                  <a:srgbClr val="9BA5B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“</a:t>
            </a:r>
            <a:r>
              <a:rPr lang="zh-CN" altLang="en-US" sz="1200" dirty="0">
                <a:solidFill>
                  <a:srgbClr val="9BA5B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大脑</a:t>
            </a:r>
            <a:r>
              <a:rPr lang="en-US" altLang="zh-CN" sz="1200" dirty="0">
                <a:solidFill>
                  <a:srgbClr val="9BA5B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”</a:t>
            </a:r>
            <a:r>
              <a:rPr lang="zh-CN" altLang="en-US" sz="1200" dirty="0">
                <a:solidFill>
                  <a:srgbClr val="9BA5B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与能源中心</a:t>
            </a:r>
            <a:endParaRPr lang="zh-CN" altLang="en-US" sz="1200" dirty="0">
              <a:solidFill>
                <a:srgbClr val="9BA5B0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rgbClr val="9BA5B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高性能</a:t>
            </a:r>
            <a:r>
              <a:rPr lang="en-US" altLang="zh-CN" sz="1200" dirty="0">
                <a:solidFill>
                  <a:srgbClr val="9BA5B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AI</a:t>
            </a:r>
            <a:r>
              <a:rPr lang="zh-CN" altLang="en-US" sz="1200" dirty="0">
                <a:solidFill>
                  <a:srgbClr val="9BA5B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芯片，端云协同</a:t>
            </a:r>
            <a:endParaRPr lang="zh-CN" altLang="en-US" sz="1200" dirty="0">
              <a:solidFill>
                <a:srgbClr val="9BA5B0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4" name="Shape 28"/>
          <p:cNvSpPr/>
          <p:nvPr/>
        </p:nvSpPr>
        <p:spPr>
          <a:xfrm>
            <a:off x="8371840" y="2187575"/>
            <a:ext cx="3599180" cy="33782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D4A056"/>
              </a:gs>
              <a:gs pos="100000">
                <a:srgbClr val="C9956A"/>
              </a:gs>
            </a:gsLst>
            <a:lin ang="8100000" scaled="1"/>
          </a:gradFill>
          <a:effectLst>
            <a:outerShdw blurRad="228600" dist="76200" dir="5400000" algn="bl" rotWithShape="0">
              <a:srgbClr val="D4A056">
                <a:alpha val="18824"/>
              </a:srgbClr>
            </a:outerShdw>
          </a:effectLst>
        </p:spPr>
      </p:sp>
      <p:sp>
        <p:nvSpPr>
          <p:cNvPr id="175" name="Shape 29"/>
          <p:cNvSpPr/>
          <p:nvPr/>
        </p:nvSpPr>
        <p:spPr>
          <a:xfrm>
            <a:off x="9923780" y="2997200"/>
            <a:ext cx="495300" cy="660400"/>
          </a:xfrm>
          <a:custGeom>
            <a:avLst/>
            <a:gdLst/>
            <a:ahLst/>
            <a:cxnLst/>
            <a:rect l="l" t="t" r="r" b="b"/>
            <a:pathLst>
              <a:path w="495300" h="660400">
                <a:moveTo>
                  <a:pt x="247650" y="103188"/>
                </a:moveTo>
                <a:cubicBezTo>
                  <a:pt x="287516" y="103188"/>
                  <a:pt x="319881" y="70822"/>
                  <a:pt x="319881" y="30956"/>
                </a:cubicBezTo>
                <a:cubicBezTo>
                  <a:pt x="319881" y="-8909"/>
                  <a:pt x="287516" y="-41275"/>
                  <a:pt x="247650" y="-41275"/>
                </a:cubicBezTo>
                <a:cubicBezTo>
                  <a:pt x="207784" y="-41275"/>
                  <a:pt x="175419" y="-8909"/>
                  <a:pt x="175419" y="30956"/>
                </a:cubicBezTo>
                <a:cubicBezTo>
                  <a:pt x="175419" y="70822"/>
                  <a:pt x="207784" y="103188"/>
                  <a:pt x="247650" y="103188"/>
                </a:cubicBezTo>
                <a:close/>
                <a:moveTo>
                  <a:pt x="135950" y="293955"/>
                </a:moveTo>
                <a:lnTo>
                  <a:pt x="165100" y="264805"/>
                </a:lnTo>
                <a:lnTo>
                  <a:pt x="165100" y="354191"/>
                </a:lnTo>
                <a:cubicBezTo>
                  <a:pt x="165100" y="390307"/>
                  <a:pt x="180836" y="424746"/>
                  <a:pt x="208310" y="448221"/>
                </a:cubicBezTo>
                <a:lnTo>
                  <a:pt x="300405" y="527159"/>
                </a:lnTo>
                <a:cubicBezTo>
                  <a:pt x="308015" y="533737"/>
                  <a:pt x="313045" y="542766"/>
                  <a:pt x="314464" y="552698"/>
                </a:cubicBezTo>
                <a:lnTo>
                  <a:pt x="330716" y="666333"/>
                </a:lnTo>
                <a:cubicBezTo>
                  <a:pt x="333941" y="688906"/>
                  <a:pt x="354836" y="704642"/>
                  <a:pt x="377408" y="701417"/>
                </a:cubicBezTo>
                <a:cubicBezTo>
                  <a:pt x="399981" y="698192"/>
                  <a:pt x="415717" y="677297"/>
                  <a:pt x="412492" y="654725"/>
                </a:cubicBezTo>
                <a:lnTo>
                  <a:pt x="396240" y="541089"/>
                </a:lnTo>
                <a:cubicBezTo>
                  <a:pt x="391984" y="511294"/>
                  <a:pt x="377021" y="484207"/>
                  <a:pt x="354191" y="464602"/>
                </a:cubicBezTo>
                <a:lnTo>
                  <a:pt x="309691" y="426422"/>
                </a:lnTo>
                <a:lnTo>
                  <a:pt x="309691" y="277832"/>
                </a:lnTo>
                <a:lnTo>
                  <a:pt x="314593" y="283895"/>
                </a:lnTo>
                <a:cubicBezTo>
                  <a:pt x="338068" y="313303"/>
                  <a:pt x="373668" y="330329"/>
                  <a:pt x="411331" y="330329"/>
                </a:cubicBezTo>
                <a:lnTo>
                  <a:pt x="454154" y="330329"/>
                </a:lnTo>
                <a:cubicBezTo>
                  <a:pt x="476984" y="330329"/>
                  <a:pt x="495429" y="311884"/>
                  <a:pt x="495429" y="289054"/>
                </a:cubicBezTo>
                <a:cubicBezTo>
                  <a:pt x="495429" y="266224"/>
                  <a:pt x="476984" y="247779"/>
                  <a:pt x="454154" y="247779"/>
                </a:cubicBezTo>
                <a:lnTo>
                  <a:pt x="411331" y="247779"/>
                </a:lnTo>
                <a:cubicBezTo>
                  <a:pt x="398820" y="247779"/>
                  <a:pt x="386953" y="242104"/>
                  <a:pt x="379085" y="232301"/>
                </a:cubicBezTo>
                <a:lnTo>
                  <a:pt x="355997" y="203408"/>
                </a:lnTo>
                <a:cubicBezTo>
                  <a:pt x="326330" y="166261"/>
                  <a:pt x="281315" y="144591"/>
                  <a:pt x="233720" y="144591"/>
                </a:cubicBezTo>
                <a:cubicBezTo>
                  <a:pt x="192187" y="144591"/>
                  <a:pt x="152331" y="161101"/>
                  <a:pt x="123051" y="190510"/>
                </a:cubicBezTo>
                <a:lnTo>
                  <a:pt x="77520" y="235525"/>
                </a:lnTo>
                <a:cubicBezTo>
                  <a:pt x="54302" y="258743"/>
                  <a:pt x="41275" y="290215"/>
                  <a:pt x="41275" y="323106"/>
                </a:cubicBezTo>
                <a:lnTo>
                  <a:pt x="41275" y="371475"/>
                </a:lnTo>
                <a:cubicBezTo>
                  <a:pt x="41275" y="394305"/>
                  <a:pt x="59720" y="412750"/>
                  <a:pt x="82550" y="412750"/>
                </a:cubicBezTo>
                <a:cubicBezTo>
                  <a:pt x="105380" y="412750"/>
                  <a:pt x="123825" y="394305"/>
                  <a:pt x="123825" y="371475"/>
                </a:cubicBezTo>
                <a:lnTo>
                  <a:pt x="123825" y="323106"/>
                </a:lnTo>
                <a:cubicBezTo>
                  <a:pt x="123825" y="312142"/>
                  <a:pt x="128210" y="301694"/>
                  <a:pt x="135950" y="293955"/>
                </a:cubicBezTo>
                <a:close/>
                <a:moveTo>
                  <a:pt x="151944" y="525353"/>
                </a:moveTo>
                <a:cubicBezTo>
                  <a:pt x="150009" y="532061"/>
                  <a:pt x="146397" y="538252"/>
                  <a:pt x="141496" y="543153"/>
                </a:cubicBezTo>
                <a:lnTo>
                  <a:pt x="53400" y="631250"/>
                </a:lnTo>
                <a:cubicBezTo>
                  <a:pt x="37276" y="647373"/>
                  <a:pt x="37276" y="673556"/>
                  <a:pt x="53400" y="689679"/>
                </a:cubicBezTo>
                <a:cubicBezTo>
                  <a:pt x="69523" y="705802"/>
                  <a:pt x="95706" y="705802"/>
                  <a:pt x="111829" y="689679"/>
                </a:cubicBezTo>
                <a:lnTo>
                  <a:pt x="199926" y="601583"/>
                </a:lnTo>
                <a:cubicBezTo>
                  <a:pt x="214759" y="586750"/>
                  <a:pt x="225594" y="568305"/>
                  <a:pt x="231398" y="548055"/>
                </a:cubicBezTo>
                <a:lnTo>
                  <a:pt x="234236" y="538252"/>
                </a:lnTo>
                <a:lnTo>
                  <a:pt x="174903" y="487432"/>
                </a:lnTo>
                <a:cubicBezTo>
                  <a:pt x="171678" y="484594"/>
                  <a:pt x="168454" y="481757"/>
                  <a:pt x="165358" y="478661"/>
                </a:cubicBezTo>
                <a:lnTo>
                  <a:pt x="151944" y="525353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76" name="Text 30"/>
          <p:cNvSpPr/>
          <p:nvPr/>
        </p:nvSpPr>
        <p:spPr>
          <a:xfrm>
            <a:off x="8774430" y="3937000"/>
            <a:ext cx="2794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全方位智能辅助</a:t>
            </a:r>
            <a:endParaRPr lang="en-US" sz="1600" dirty="0"/>
          </a:p>
        </p:txBody>
      </p:sp>
      <p:sp>
        <p:nvSpPr>
          <p:cNvPr id="194" name="Shape 18"/>
          <p:cNvSpPr/>
          <p:nvPr/>
        </p:nvSpPr>
        <p:spPr>
          <a:xfrm>
            <a:off x="6847840" y="5372100"/>
            <a:ext cx="1270000" cy="0"/>
          </a:xfrm>
          <a:prstGeom prst="straightConnector1">
            <a:avLst/>
          </a:prstGeom>
          <a:noFill/>
          <a:ln w="25400">
            <a:solidFill>
              <a:srgbClr val="D4A056"/>
            </a:solidFill>
            <a:prstDash val="solid"/>
            <a:headEnd type="none"/>
            <a:tailEnd type="arrow"/>
          </a:ln>
        </p:spPr>
      </p:sp>
      <p:sp>
        <p:nvSpPr>
          <p:cNvPr id="195" name="Text 27"/>
          <p:cNvSpPr/>
          <p:nvPr/>
        </p:nvSpPr>
        <p:spPr>
          <a:xfrm>
            <a:off x="6911340" y="5445125"/>
            <a:ext cx="1143000" cy="2705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融合计算</a:t>
            </a:r>
            <a:endParaRPr lang="en-US" sz="1600" dirty="0"/>
          </a:p>
        </p:txBody>
      </p:sp>
    </p:spTree>
    <p:custDataLst>
      <p:tags r:id="rId36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背景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0"/>
            <a:ext cx="12192000" cy="6852285"/>
          </a:xfrm>
          <a:prstGeom prst="rect">
            <a:avLst/>
          </a:prstGeom>
        </p:spPr>
      </p:pic>
      <p:cxnSp>
        <p:nvCxnSpPr>
          <p:cNvPr id="2" name="26"/>
          <p:cNvCxnSpPr/>
          <p:nvPr>
            <p:custDataLst>
              <p:tags r:id="rId2"/>
            </p:custDataLst>
          </p:nvPr>
        </p:nvCxnSpPr>
        <p:spPr>
          <a:xfrm>
            <a:off x="3096640" y="450188"/>
            <a:ext cx="3183563" cy="0"/>
          </a:xfrm>
          <a:prstGeom prst="line">
            <a:avLst/>
          </a:prstGeom>
          <a:ln w="12700">
            <a:gradFill>
              <a:gsLst>
                <a:gs pos="34000">
                  <a:srgbClr val="3884C0"/>
                </a:gs>
                <a:gs pos="100000">
                  <a:srgbClr val="50B99A">
                    <a:alpha val="0"/>
                  </a:srgbClr>
                </a:gs>
              </a:gsLst>
              <a:lin ang="0" scaled="0"/>
            </a:gra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19860" y="246745"/>
            <a:ext cx="406400" cy="406400"/>
            <a:chOff x="1061" y="-1328"/>
            <a:chExt cx="640" cy="640"/>
          </a:xfrm>
        </p:grpSpPr>
        <p:sp>
          <p:nvSpPr>
            <p:cNvPr id="4" name="27"/>
            <p:cNvSpPr/>
            <p:nvPr>
              <p:custDataLst>
                <p:tags r:id="rId3"/>
              </p:custDataLst>
            </p:nvPr>
          </p:nvSpPr>
          <p:spPr>
            <a:xfrm>
              <a:off x="1061" y="-1328"/>
              <a:ext cx="641" cy="641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rgbClr val="0E4F92"/>
                  </a:gs>
                  <a:gs pos="100000">
                    <a:srgbClr val="50B99A"/>
                  </a:gs>
                </a:gsLst>
                <a:path path="circle">
                  <a:fillToRect r="100000" b="100000"/>
                </a:path>
                <a:tileRect l="-100000" t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" name="28"/>
            <p:cNvSpPr/>
            <p:nvPr>
              <p:custDataLst>
                <p:tags r:id="rId4"/>
              </p:custDataLst>
            </p:nvPr>
          </p:nvSpPr>
          <p:spPr>
            <a:xfrm>
              <a:off x="1146" y="-1243"/>
              <a:ext cx="471" cy="471"/>
            </a:xfrm>
            <a:custGeom>
              <a:avLst/>
              <a:gdLst>
                <a:gd name="connsiteX0" fmla="*/ 203577 w 407154"/>
                <a:gd name="connsiteY0" fmla="*/ 0 h 407154"/>
                <a:gd name="connsiteX1" fmla="*/ 407154 w 407154"/>
                <a:gd name="connsiteY1" fmla="*/ 203577 h 407154"/>
                <a:gd name="connsiteX2" fmla="*/ 203577 w 407154"/>
                <a:gd name="connsiteY2" fmla="*/ 407154 h 407154"/>
                <a:gd name="connsiteX3" fmla="*/ 0 w 407154"/>
                <a:gd name="connsiteY3" fmla="*/ 203577 h 407154"/>
                <a:gd name="connsiteX4" fmla="*/ 203577 w 407154"/>
                <a:gd name="connsiteY4" fmla="*/ 0 h 407154"/>
                <a:gd name="connsiteX5" fmla="*/ 203576 w 407154"/>
                <a:gd name="connsiteY5" fmla="*/ 113987 h 407154"/>
                <a:gd name="connsiteX6" fmla="*/ 113987 w 407154"/>
                <a:gd name="connsiteY6" fmla="*/ 203576 h 407154"/>
                <a:gd name="connsiteX7" fmla="*/ 203576 w 407154"/>
                <a:gd name="connsiteY7" fmla="*/ 293165 h 407154"/>
                <a:gd name="connsiteX8" fmla="*/ 293165 w 407154"/>
                <a:gd name="connsiteY8" fmla="*/ 203576 h 407154"/>
                <a:gd name="connsiteX9" fmla="*/ 203576 w 407154"/>
                <a:gd name="connsiteY9" fmla="*/ 113987 h 407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154" h="407154">
                  <a:moveTo>
                    <a:pt x="203577" y="0"/>
                  </a:moveTo>
                  <a:cubicBezTo>
                    <a:pt x="316009" y="0"/>
                    <a:pt x="407154" y="91145"/>
                    <a:pt x="407154" y="203577"/>
                  </a:cubicBezTo>
                  <a:cubicBezTo>
                    <a:pt x="407154" y="316009"/>
                    <a:pt x="316009" y="407154"/>
                    <a:pt x="203577" y="407154"/>
                  </a:cubicBezTo>
                  <a:cubicBezTo>
                    <a:pt x="91145" y="407154"/>
                    <a:pt x="0" y="316009"/>
                    <a:pt x="0" y="203577"/>
                  </a:cubicBezTo>
                  <a:cubicBezTo>
                    <a:pt x="0" y="91145"/>
                    <a:pt x="91145" y="0"/>
                    <a:pt x="203577" y="0"/>
                  </a:cubicBezTo>
                  <a:close/>
                  <a:moveTo>
                    <a:pt x="203576" y="113987"/>
                  </a:moveTo>
                  <a:cubicBezTo>
                    <a:pt x="154097" y="113987"/>
                    <a:pt x="113987" y="154097"/>
                    <a:pt x="113987" y="203576"/>
                  </a:cubicBezTo>
                  <a:cubicBezTo>
                    <a:pt x="113987" y="253055"/>
                    <a:pt x="154097" y="293165"/>
                    <a:pt x="203576" y="293165"/>
                  </a:cubicBezTo>
                  <a:cubicBezTo>
                    <a:pt x="253055" y="293165"/>
                    <a:pt x="293165" y="253055"/>
                    <a:pt x="293165" y="203576"/>
                  </a:cubicBezTo>
                  <a:cubicBezTo>
                    <a:pt x="293165" y="154097"/>
                    <a:pt x="253055" y="113987"/>
                    <a:pt x="203576" y="113987"/>
                  </a:cubicBezTo>
                  <a:close/>
                </a:path>
              </a:pathLst>
            </a:custGeom>
            <a:gradFill>
              <a:gsLst>
                <a:gs pos="60000">
                  <a:srgbClr val="0E4F92"/>
                </a:gs>
                <a:gs pos="100000">
                  <a:srgbClr val="50B99A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0" name="29"/>
          <p:cNvSpPr txBox="1"/>
          <p:nvPr>
            <p:custDataLst>
              <p:tags r:id="rId5"/>
            </p:custDataLst>
          </p:nvPr>
        </p:nvSpPr>
        <p:spPr>
          <a:xfrm>
            <a:off x="572634" y="212381"/>
            <a:ext cx="1452880" cy="47561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defTabSz="348615">
              <a:defRPr sz="3200">
                <a:gradFill flip="none" rotWithShape="1">
                  <a:gsLst>
                    <a:gs pos="81000">
                      <a:schemeClr val="accent1">
                        <a:lumMod val="10000"/>
                        <a:lumOff val="90000"/>
                      </a:schemeClr>
                    </a:gs>
                    <a:gs pos="0">
                      <a:schemeClr val="accent2">
                        <a:lumMod val="10000"/>
                        <a:lumOff val="90000"/>
                      </a:schemeClr>
                    </a:gs>
                    <a:gs pos="33000">
                      <a:schemeClr val="bg1">
                        <a:lumMod val="91000"/>
                        <a:lumOff val="9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50800" dist="76200" dir="5400000" algn="t" rotWithShape="0">
                    <a:prstClr val="black">
                      <a:alpha val="5000"/>
                    </a:prstClr>
                  </a:outerShdw>
                </a:effectLst>
                <a:latin typeface="MiSans Demibold" panose="00000700000000000000" pitchFamily="2" charset="-122"/>
                <a:ea typeface="MiSans Demibold" panose="00000700000000000000" pitchFamily="2" charset="-122"/>
                <a:cs typeface="阿里巴巴普惠体 2.0 115 Black" panose="00020600040101010101" pitchFamily="18" charset="-122"/>
              </a:defRPr>
            </a:lvl1pPr>
          </a:lstStyle>
          <a:p>
            <a:pPr algn="l"/>
            <a:r>
              <a:rPr lang="zh-CN" altLang="en-US" sz="2500" b="1" dirty="0">
                <a:solidFill>
                  <a:srgbClr val="052D9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微软雅黑" panose="020B0503020204020204" charset="-122"/>
              </a:rPr>
              <a:t>产品</a:t>
            </a:r>
            <a:r>
              <a:rPr lang="zh-CN" altLang="en-US" sz="2500" b="1" dirty="0">
                <a:solidFill>
                  <a:srgbClr val="052D9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微软雅黑" panose="020B0503020204020204" charset="-122"/>
              </a:rPr>
              <a:t>架构</a:t>
            </a:r>
            <a:endParaRPr lang="zh-CN" altLang="en-US" sz="2500" b="1" dirty="0">
              <a:solidFill>
                <a:srgbClr val="052D9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微软雅黑" panose="020B0503020204020204" charset="-122"/>
            </a:endParaRPr>
          </a:p>
        </p:txBody>
      </p:sp>
      <p:sp>
        <p:nvSpPr>
          <p:cNvPr id="76" name="Text 0"/>
          <p:cNvSpPr/>
          <p:nvPr/>
        </p:nvSpPr>
        <p:spPr>
          <a:xfrm>
            <a:off x="457200" y="647700"/>
            <a:ext cx="11277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视觉感知终端（智能眼镜）</a:t>
            </a:r>
            <a:endParaRPr lang="en-US" sz="20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8" name="Shape 5"/>
          <p:cNvSpPr/>
          <p:nvPr>
            <p:custDataLst>
              <p:tags r:id="rId6"/>
            </p:custDataLst>
          </p:nvPr>
        </p:nvSpPr>
        <p:spPr>
          <a:xfrm>
            <a:off x="4381500" y="1444625"/>
            <a:ext cx="7353300" cy="1333500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1B2838">
                <a:alpha val="6275"/>
              </a:srgbClr>
            </a:outerShdw>
          </a:effectLst>
        </p:spPr>
      </p:sp>
      <p:sp>
        <p:nvSpPr>
          <p:cNvPr id="9" name="Shape 6"/>
          <p:cNvSpPr/>
          <p:nvPr>
            <p:custDataLst>
              <p:tags r:id="rId7"/>
            </p:custDataLst>
          </p:nvPr>
        </p:nvSpPr>
        <p:spPr>
          <a:xfrm>
            <a:off x="4381500" y="1444625"/>
            <a:ext cx="7354800" cy="508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6" name="Shape 7"/>
          <p:cNvSpPr/>
          <p:nvPr>
            <p:custDataLst>
              <p:tags r:id="rId8"/>
            </p:custDataLst>
          </p:nvPr>
        </p:nvSpPr>
        <p:spPr>
          <a:xfrm>
            <a:off x="4676775" y="1762125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66675" y="44450"/>
                </a:moveTo>
                <a:cubicBezTo>
                  <a:pt x="42158" y="44450"/>
                  <a:pt x="22225" y="64383"/>
                  <a:pt x="22225" y="88900"/>
                </a:cubicBezTo>
                <a:lnTo>
                  <a:pt x="22225" y="266700"/>
                </a:lnTo>
                <a:cubicBezTo>
                  <a:pt x="22225" y="291217"/>
                  <a:pt x="42158" y="311150"/>
                  <a:pt x="66675" y="311150"/>
                </a:cubicBezTo>
                <a:lnTo>
                  <a:pt x="244475" y="311150"/>
                </a:lnTo>
                <a:cubicBezTo>
                  <a:pt x="268992" y="311150"/>
                  <a:pt x="288925" y="291217"/>
                  <a:pt x="288925" y="266700"/>
                </a:cubicBezTo>
                <a:lnTo>
                  <a:pt x="288925" y="88900"/>
                </a:lnTo>
                <a:cubicBezTo>
                  <a:pt x="288925" y="64383"/>
                  <a:pt x="268992" y="44450"/>
                  <a:pt x="244475" y="44450"/>
                </a:cubicBezTo>
                <a:lnTo>
                  <a:pt x="66675" y="44450"/>
                </a:lnTo>
                <a:close/>
                <a:moveTo>
                  <a:pt x="322263" y="233363"/>
                </a:moveTo>
                <a:lnTo>
                  <a:pt x="373311" y="274201"/>
                </a:lnTo>
                <a:cubicBezTo>
                  <a:pt x="376228" y="276562"/>
                  <a:pt x="379839" y="277813"/>
                  <a:pt x="383590" y="277813"/>
                </a:cubicBezTo>
                <a:cubicBezTo>
                  <a:pt x="392688" y="277813"/>
                  <a:pt x="400050" y="270450"/>
                  <a:pt x="400050" y="261352"/>
                </a:cubicBezTo>
                <a:lnTo>
                  <a:pt x="400050" y="94248"/>
                </a:lnTo>
                <a:cubicBezTo>
                  <a:pt x="400050" y="85150"/>
                  <a:pt x="392688" y="77788"/>
                  <a:pt x="383590" y="77788"/>
                </a:cubicBezTo>
                <a:cubicBezTo>
                  <a:pt x="379839" y="77788"/>
                  <a:pt x="376228" y="79038"/>
                  <a:pt x="373311" y="81399"/>
                </a:cubicBezTo>
                <a:lnTo>
                  <a:pt x="322263" y="122238"/>
                </a:lnTo>
                <a:lnTo>
                  <a:pt x="322263" y="233363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11" name="Text 8"/>
          <p:cNvSpPr/>
          <p:nvPr>
            <p:custDataLst>
              <p:tags r:id="rId9"/>
            </p:custDataLst>
          </p:nvPr>
        </p:nvSpPr>
        <p:spPr>
          <a:xfrm>
            <a:off x="5207000" y="1698625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环境视觉采集</a:t>
            </a:r>
            <a:endParaRPr lang="en-US" sz="1600" dirty="0"/>
          </a:p>
        </p:txBody>
      </p:sp>
      <p:sp>
        <p:nvSpPr>
          <p:cNvPr id="12" name="Text 9"/>
          <p:cNvSpPr/>
          <p:nvPr>
            <p:custDataLst>
              <p:tags r:id="rId10"/>
            </p:custDataLst>
          </p:nvPr>
        </p:nvSpPr>
        <p:spPr>
          <a:xfrm>
            <a:off x="4699000" y="2181225"/>
            <a:ext cx="6807835" cy="444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双目广角摄像头 · 识别信号灯/路牌/行人 · 高清图像输入</a:t>
            </a:r>
            <a:endParaRPr lang="en-US" sz="1600" dirty="0"/>
          </a:p>
        </p:txBody>
      </p:sp>
      <p:sp>
        <p:nvSpPr>
          <p:cNvPr id="13" name="Shape 10"/>
          <p:cNvSpPr/>
          <p:nvPr>
            <p:custDataLst>
              <p:tags r:id="rId11"/>
            </p:custDataLst>
          </p:nvPr>
        </p:nvSpPr>
        <p:spPr>
          <a:xfrm>
            <a:off x="4381500" y="3032125"/>
            <a:ext cx="7352665" cy="1333500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1B2838">
                <a:alpha val="6275"/>
              </a:srgbClr>
            </a:outerShdw>
          </a:effectLst>
        </p:spPr>
      </p:sp>
      <p:sp>
        <p:nvSpPr>
          <p:cNvPr id="14" name="Shape 11"/>
          <p:cNvSpPr/>
          <p:nvPr>
            <p:custDataLst>
              <p:tags r:id="rId12"/>
            </p:custDataLst>
          </p:nvPr>
        </p:nvSpPr>
        <p:spPr>
          <a:xfrm>
            <a:off x="4381500" y="3032125"/>
            <a:ext cx="7354800" cy="508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15" name="Shape 12"/>
          <p:cNvSpPr/>
          <p:nvPr>
            <p:custDataLst>
              <p:tags r:id="rId13"/>
            </p:custDataLst>
          </p:nvPr>
        </p:nvSpPr>
        <p:spPr>
          <a:xfrm>
            <a:off x="4721225" y="3349625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155575"/>
                </a:moveTo>
                <a:cubicBezTo>
                  <a:pt x="44450" y="94178"/>
                  <a:pt x="94178" y="44450"/>
                  <a:pt x="155575" y="44450"/>
                </a:cubicBezTo>
                <a:cubicBezTo>
                  <a:pt x="216972" y="44450"/>
                  <a:pt x="266700" y="94178"/>
                  <a:pt x="266700" y="155575"/>
                </a:cubicBezTo>
                <a:lnTo>
                  <a:pt x="266700" y="181620"/>
                </a:lnTo>
                <a:cubicBezTo>
                  <a:pt x="259755" y="179189"/>
                  <a:pt x="252254" y="177800"/>
                  <a:pt x="244475" y="177800"/>
                </a:cubicBezTo>
                <a:lnTo>
                  <a:pt x="233363" y="177800"/>
                </a:lnTo>
                <a:cubicBezTo>
                  <a:pt x="214957" y="177800"/>
                  <a:pt x="200025" y="192732"/>
                  <a:pt x="200025" y="211138"/>
                </a:cubicBezTo>
                <a:lnTo>
                  <a:pt x="200025" y="300038"/>
                </a:lnTo>
                <a:cubicBezTo>
                  <a:pt x="200025" y="318443"/>
                  <a:pt x="214957" y="333375"/>
                  <a:pt x="233363" y="333375"/>
                </a:cubicBezTo>
                <a:lnTo>
                  <a:pt x="244475" y="333375"/>
                </a:lnTo>
                <a:cubicBezTo>
                  <a:pt x="281285" y="333375"/>
                  <a:pt x="311150" y="303510"/>
                  <a:pt x="311150" y="266700"/>
                </a:cubicBezTo>
                <a:lnTo>
                  <a:pt x="311150" y="155575"/>
                </a:lnTo>
                <a:cubicBezTo>
                  <a:pt x="311150" y="69661"/>
                  <a:pt x="241489" y="0"/>
                  <a:pt x="155575" y="0"/>
                </a:cubicBezTo>
                <a:cubicBezTo>
                  <a:pt x="69661" y="0"/>
                  <a:pt x="0" y="69661"/>
                  <a:pt x="0" y="155575"/>
                </a:cubicBezTo>
                <a:lnTo>
                  <a:pt x="0" y="266700"/>
                </a:lnTo>
                <a:cubicBezTo>
                  <a:pt x="0" y="303510"/>
                  <a:pt x="29865" y="333375"/>
                  <a:pt x="66675" y="333375"/>
                </a:cubicBezTo>
                <a:lnTo>
                  <a:pt x="77788" y="333375"/>
                </a:lnTo>
                <a:cubicBezTo>
                  <a:pt x="96193" y="333375"/>
                  <a:pt x="111125" y="318443"/>
                  <a:pt x="111125" y="300038"/>
                </a:cubicBezTo>
                <a:lnTo>
                  <a:pt x="111125" y="211138"/>
                </a:lnTo>
                <a:cubicBezTo>
                  <a:pt x="111125" y="192732"/>
                  <a:pt x="96193" y="177800"/>
                  <a:pt x="77788" y="177800"/>
                </a:cubicBezTo>
                <a:lnTo>
                  <a:pt x="66675" y="177800"/>
                </a:lnTo>
                <a:cubicBezTo>
                  <a:pt x="58896" y="177800"/>
                  <a:pt x="51395" y="179120"/>
                  <a:pt x="44450" y="181620"/>
                </a:cubicBezTo>
                <a:lnTo>
                  <a:pt x="44450" y="155575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16" name="Text 13"/>
          <p:cNvSpPr/>
          <p:nvPr>
            <p:custDataLst>
              <p:tags r:id="rId14"/>
            </p:custDataLst>
          </p:nvPr>
        </p:nvSpPr>
        <p:spPr>
          <a:xfrm>
            <a:off x="5207000" y="3286125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语音交互系统</a:t>
            </a:r>
            <a:endParaRPr lang="en-US" sz="1600" dirty="0"/>
          </a:p>
        </p:txBody>
      </p:sp>
      <p:sp>
        <p:nvSpPr>
          <p:cNvPr id="17" name="Text 14"/>
          <p:cNvSpPr/>
          <p:nvPr>
            <p:custDataLst>
              <p:tags r:id="rId15"/>
            </p:custDataLst>
          </p:nvPr>
        </p:nvSpPr>
        <p:spPr>
          <a:xfrm>
            <a:off x="4699000" y="3768725"/>
            <a:ext cx="8128000" cy="444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骨传导耳机 · 双向语音交互 · 沉浸式导航播报</a:t>
            </a:r>
            <a:endParaRPr lang="en-US" sz="1600" dirty="0"/>
          </a:p>
        </p:txBody>
      </p:sp>
      <p:sp>
        <p:nvSpPr>
          <p:cNvPr id="18" name="Shape 15"/>
          <p:cNvSpPr/>
          <p:nvPr>
            <p:custDataLst>
              <p:tags r:id="rId16"/>
            </p:custDataLst>
          </p:nvPr>
        </p:nvSpPr>
        <p:spPr>
          <a:xfrm>
            <a:off x="4381500" y="4619625"/>
            <a:ext cx="7353300" cy="1333500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1B2838">
                <a:alpha val="6275"/>
              </a:srgbClr>
            </a:outerShdw>
          </a:effectLst>
        </p:spPr>
      </p:sp>
      <p:sp>
        <p:nvSpPr>
          <p:cNvPr id="20" name="Shape 16"/>
          <p:cNvSpPr/>
          <p:nvPr>
            <p:custDataLst>
              <p:tags r:id="rId17"/>
            </p:custDataLst>
          </p:nvPr>
        </p:nvSpPr>
        <p:spPr>
          <a:xfrm>
            <a:off x="4381500" y="4619625"/>
            <a:ext cx="7354800" cy="508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21" name="Shape 17"/>
          <p:cNvSpPr/>
          <p:nvPr>
            <p:custDataLst>
              <p:tags r:id="rId18"/>
            </p:custDataLst>
          </p:nvPr>
        </p:nvSpPr>
        <p:spPr>
          <a:xfrm>
            <a:off x="4699000" y="493712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4475" y="0"/>
                </a:moveTo>
                <a:cubicBezTo>
                  <a:pt x="272951" y="0"/>
                  <a:pt x="300246" y="11321"/>
                  <a:pt x="320318" y="31393"/>
                </a:cubicBezTo>
                <a:lnTo>
                  <a:pt x="324138" y="35213"/>
                </a:lnTo>
                <a:cubicBezTo>
                  <a:pt x="344279" y="55354"/>
                  <a:pt x="355600" y="82649"/>
                  <a:pt x="355600" y="111056"/>
                </a:cubicBezTo>
                <a:cubicBezTo>
                  <a:pt x="355600" y="127794"/>
                  <a:pt x="351641" y="144115"/>
                  <a:pt x="344349" y="158839"/>
                </a:cubicBezTo>
                <a:cubicBezTo>
                  <a:pt x="343029" y="161409"/>
                  <a:pt x="340668" y="163354"/>
                  <a:pt x="337889" y="164187"/>
                </a:cubicBezTo>
                <a:lnTo>
                  <a:pt x="260102" y="187523"/>
                </a:lnTo>
                <a:cubicBezTo>
                  <a:pt x="257393" y="188357"/>
                  <a:pt x="255587" y="190788"/>
                  <a:pt x="255587" y="193635"/>
                </a:cubicBezTo>
                <a:cubicBezTo>
                  <a:pt x="255587" y="197177"/>
                  <a:pt x="258435" y="200025"/>
                  <a:pt x="261977" y="200025"/>
                </a:cubicBezTo>
                <a:lnTo>
                  <a:pt x="284341" y="200025"/>
                </a:lnTo>
                <a:cubicBezTo>
                  <a:pt x="294273" y="200025"/>
                  <a:pt x="299204" y="211971"/>
                  <a:pt x="292189" y="218986"/>
                </a:cubicBezTo>
                <a:lnTo>
                  <a:pt x="276632" y="234543"/>
                </a:lnTo>
                <a:cubicBezTo>
                  <a:pt x="275312" y="235863"/>
                  <a:pt x="273715" y="236766"/>
                  <a:pt x="271978" y="237321"/>
                </a:cubicBezTo>
                <a:lnTo>
                  <a:pt x="215721" y="254198"/>
                </a:lnTo>
                <a:cubicBezTo>
                  <a:pt x="213013" y="255032"/>
                  <a:pt x="211207" y="257463"/>
                  <a:pt x="211207" y="260310"/>
                </a:cubicBezTo>
                <a:cubicBezTo>
                  <a:pt x="211207" y="263852"/>
                  <a:pt x="214055" y="266700"/>
                  <a:pt x="217597" y="266700"/>
                </a:cubicBezTo>
                <a:cubicBezTo>
                  <a:pt x="226764" y="266700"/>
                  <a:pt x="230723" y="277604"/>
                  <a:pt x="223014" y="282605"/>
                </a:cubicBezTo>
                <a:cubicBezTo>
                  <a:pt x="194469" y="301079"/>
                  <a:pt x="160992" y="311150"/>
                  <a:pt x="126474" y="311150"/>
                </a:cubicBezTo>
                <a:lnTo>
                  <a:pt x="66744" y="311150"/>
                </a:lnTo>
                <a:lnTo>
                  <a:pt x="33407" y="344488"/>
                </a:lnTo>
                <a:cubicBezTo>
                  <a:pt x="27295" y="350599"/>
                  <a:pt x="17294" y="350599"/>
                  <a:pt x="11182" y="344488"/>
                </a:cubicBezTo>
                <a:cubicBezTo>
                  <a:pt x="5070" y="338376"/>
                  <a:pt x="5070" y="328374"/>
                  <a:pt x="11182" y="322263"/>
                </a:cubicBezTo>
                <a:lnTo>
                  <a:pt x="177800" y="155575"/>
                </a:lnTo>
                <a:cubicBezTo>
                  <a:pt x="183912" y="149463"/>
                  <a:pt x="183912" y="139462"/>
                  <a:pt x="177800" y="133350"/>
                </a:cubicBezTo>
                <a:cubicBezTo>
                  <a:pt x="171688" y="127238"/>
                  <a:pt x="161687" y="127238"/>
                  <a:pt x="155575" y="133350"/>
                </a:cubicBezTo>
                <a:lnTo>
                  <a:pt x="55215" y="233710"/>
                </a:lnTo>
                <a:cubicBezTo>
                  <a:pt x="51256" y="237669"/>
                  <a:pt x="44450" y="234890"/>
                  <a:pt x="44450" y="229265"/>
                </a:cubicBezTo>
                <a:cubicBezTo>
                  <a:pt x="44450" y="182106"/>
                  <a:pt x="63202" y="136892"/>
                  <a:pt x="96540" y="103555"/>
                </a:cubicBezTo>
                <a:lnTo>
                  <a:pt x="168632" y="31393"/>
                </a:lnTo>
                <a:cubicBezTo>
                  <a:pt x="188704" y="11321"/>
                  <a:pt x="215999" y="0"/>
                  <a:pt x="244475" y="0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22" name="Text 18"/>
          <p:cNvSpPr/>
          <p:nvPr>
            <p:custDataLst>
              <p:tags r:id="rId19"/>
            </p:custDataLst>
          </p:nvPr>
        </p:nvSpPr>
        <p:spPr>
          <a:xfrm>
            <a:off x="5207000" y="4873625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去计算化轻量设计</a:t>
            </a:r>
            <a:endParaRPr lang="en-US" sz="1600" dirty="0"/>
          </a:p>
        </p:txBody>
      </p:sp>
      <p:sp>
        <p:nvSpPr>
          <p:cNvPr id="23" name="Text 19"/>
          <p:cNvSpPr/>
          <p:nvPr>
            <p:custDataLst>
              <p:tags r:id="rId20"/>
            </p:custDataLst>
          </p:nvPr>
        </p:nvSpPr>
        <p:spPr>
          <a:xfrm>
            <a:off x="4699000" y="5356225"/>
            <a:ext cx="8128000" cy="444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无高性能处理器 · 无大电池 · 几乎不发热，长期佩戴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457200" y="1318895"/>
            <a:ext cx="3721100" cy="4663440"/>
          </a:xfrm>
          <a:prstGeom prst="rect">
            <a:avLst/>
          </a:prstGeom>
          <a:solidFill>
            <a:srgbClr val="1B2838"/>
          </a:solidFill>
          <a:effectLst>
            <a:outerShdw blurRad="152400" dist="50800" dir="5400000" algn="bl" rotWithShape="0">
              <a:srgbClr val="1B2838">
                <a:alpha val="9412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57835" y="1320165"/>
            <a:ext cx="76200" cy="46620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26" name="Shape 22"/>
          <p:cNvSpPr/>
          <p:nvPr/>
        </p:nvSpPr>
        <p:spPr>
          <a:xfrm>
            <a:off x="613410" y="3933825"/>
            <a:ext cx="288000" cy="2880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-9525"/>
                </a:moveTo>
                <a:cubicBezTo>
                  <a:pt x="181987" y="-9525"/>
                  <a:pt x="190500" y="-1012"/>
                  <a:pt x="190500" y="9525"/>
                </a:cubicBezTo>
                <a:lnTo>
                  <a:pt x="190500" y="20419"/>
                </a:lnTo>
                <a:cubicBezTo>
                  <a:pt x="248900" y="28754"/>
                  <a:pt x="295096" y="74950"/>
                  <a:pt x="303431" y="133350"/>
                </a:cubicBezTo>
                <a:lnTo>
                  <a:pt x="314325" y="133350"/>
                </a:lnTo>
                <a:cubicBezTo>
                  <a:pt x="324862" y="133350"/>
                  <a:pt x="333375" y="141863"/>
                  <a:pt x="333375" y="152400"/>
                </a:cubicBezTo>
                <a:cubicBezTo>
                  <a:pt x="333375" y="162937"/>
                  <a:pt x="324862" y="171450"/>
                  <a:pt x="314325" y="171450"/>
                </a:cubicBezTo>
                <a:lnTo>
                  <a:pt x="303431" y="171450"/>
                </a:lnTo>
                <a:cubicBezTo>
                  <a:pt x="295096" y="229850"/>
                  <a:pt x="248900" y="276046"/>
                  <a:pt x="190500" y="284381"/>
                </a:cubicBezTo>
                <a:lnTo>
                  <a:pt x="190500" y="295275"/>
                </a:lnTo>
                <a:cubicBezTo>
                  <a:pt x="190500" y="305812"/>
                  <a:pt x="181987" y="314325"/>
                  <a:pt x="171450" y="314325"/>
                </a:cubicBezTo>
                <a:cubicBezTo>
                  <a:pt x="160913" y="314325"/>
                  <a:pt x="152400" y="305812"/>
                  <a:pt x="152400" y="295275"/>
                </a:cubicBezTo>
                <a:lnTo>
                  <a:pt x="152400" y="284381"/>
                </a:lnTo>
                <a:cubicBezTo>
                  <a:pt x="94000" y="276046"/>
                  <a:pt x="47804" y="229850"/>
                  <a:pt x="39469" y="171450"/>
                </a:cubicBezTo>
                <a:lnTo>
                  <a:pt x="28575" y="171450"/>
                </a:lnTo>
                <a:cubicBezTo>
                  <a:pt x="18038" y="171450"/>
                  <a:pt x="9525" y="162937"/>
                  <a:pt x="9525" y="152400"/>
                </a:cubicBezTo>
                <a:cubicBezTo>
                  <a:pt x="9525" y="141863"/>
                  <a:pt x="18038" y="133350"/>
                  <a:pt x="28575" y="133350"/>
                </a:cubicBezTo>
                <a:lnTo>
                  <a:pt x="39469" y="133350"/>
                </a:lnTo>
                <a:cubicBezTo>
                  <a:pt x="47804" y="74950"/>
                  <a:pt x="94000" y="28754"/>
                  <a:pt x="152400" y="20419"/>
                </a:cubicBezTo>
                <a:lnTo>
                  <a:pt x="152400" y="9525"/>
                </a:lnTo>
                <a:cubicBezTo>
                  <a:pt x="152400" y="-1012"/>
                  <a:pt x="160913" y="-9525"/>
                  <a:pt x="171450" y="-9525"/>
                </a:cubicBezTo>
                <a:close/>
                <a:moveTo>
                  <a:pt x="78105" y="171450"/>
                </a:moveTo>
                <a:cubicBezTo>
                  <a:pt x="85665" y="208776"/>
                  <a:pt x="115074" y="238185"/>
                  <a:pt x="152400" y="245745"/>
                </a:cubicBezTo>
                <a:lnTo>
                  <a:pt x="152400" y="238125"/>
                </a:lnTo>
                <a:cubicBezTo>
                  <a:pt x="152400" y="227588"/>
                  <a:pt x="160913" y="219075"/>
                  <a:pt x="171450" y="219075"/>
                </a:cubicBezTo>
                <a:cubicBezTo>
                  <a:pt x="181987" y="219075"/>
                  <a:pt x="190500" y="227588"/>
                  <a:pt x="190500" y="238125"/>
                </a:cubicBezTo>
                <a:lnTo>
                  <a:pt x="190500" y="245745"/>
                </a:lnTo>
                <a:cubicBezTo>
                  <a:pt x="227826" y="238185"/>
                  <a:pt x="257235" y="208776"/>
                  <a:pt x="264795" y="171450"/>
                </a:cubicBezTo>
                <a:lnTo>
                  <a:pt x="257175" y="171450"/>
                </a:lnTo>
                <a:cubicBezTo>
                  <a:pt x="246638" y="171450"/>
                  <a:pt x="238125" y="162937"/>
                  <a:pt x="238125" y="152400"/>
                </a:cubicBezTo>
                <a:cubicBezTo>
                  <a:pt x="238125" y="141863"/>
                  <a:pt x="246638" y="133350"/>
                  <a:pt x="257175" y="133350"/>
                </a:cubicBezTo>
                <a:lnTo>
                  <a:pt x="264795" y="133350"/>
                </a:lnTo>
                <a:cubicBezTo>
                  <a:pt x="257235" y="96024"/>
                  <a:pt x="227826" y="66615"/>
                  <a:pt x="190500" y="59055"/>
                </a:cubicBezTo>
                <a:lnTo>
                  <a:pt x="190500" y="66675"/>
                </a:lnTo>
                <a:cubicBezTo>
                  <a:pt x="190500" y="77212"/>
                  <a:pt x="181987" y="85725"/>
                  <a:pt x="171450" y="85725"/>
                </a:cubicBezTo>
                <a:cubicBezTo>
                  <a:pt x="160913" y="85725"/>
                  <a:pt x="152400" y="77212"/>
                  <a:pt x="152400" y="66675"/>
                </a:cubicBezTo>
                <a:lnTo>
                  <a:pt x="152400" y="59055"/>
                </a:lnTo>
                <a:cubicBezTo>
                  <a:pt x="115074" y="66615"/>
                  <a:pt x="85665" y="96024"/>
                  <a:pt x="78105" y="133350"/>
                </a:cubicBezTo>
                <a:lnTo>
                  <a:pt x="85725" y="133350"/>
                </a:lnTo>
                <a:cubicBezTo>
                  <a:pt x="96262" y="133350"/>
                  <a:pt x="104775" y="141863"/>
                  <a:pt x="104775" y="152400"/>
                </a:cubicBezTo>
                <a:cubicBezTo>
                  <a:pt x="104775" y="162937"/>
                  <a:pt x="96262" y="171450"/>
                  <a:pt x="85725" y="171450"/>
                </a:cubicBezTo>
                <a:lnTo>
                  <a:pt x="78105" y="171450"/>
                </a:lnTo>
                <a:close/>
                <a:moveTo>
                  <a:pt x="171450" y="123825"/>
                </a:moveTo>
                <a:cubicBezTo>
                  <a:pt x="187221" y="123825"/>
                  <a:pt x="200025" y="136629"/>
                  <a:pt x="200025" y="152400"/>
                </a:cubicBezTo>
                <a:cubicBezTo>
                  <a:pt x="200025" y="168171"/>
                  <a:pt x="187221" y="180975"/>
                  <a:pt x="171450" y="180975"/>
                </a:cubicBezTo>
                <a:cubicBezTo>
                  <a:pt x="155679" y="180975"/>
                  <a:pt x="142875" y="168171"/>
                  <a:pt x="142875" y="152400"/>
                </a:cubicBezTo>
                <a:cubicBezTo>
                  <a:pt x="142875" y="136629"/>
                  <a:pt x="155679" y="123825"/>
                  <a:pt x="171450" y="123825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27" name="Text 23"/>
          <p:cNvSpPr/>
          <p:nvPr/>
        </p:nvSpPr>
        <p:spPr>
          <a:xfrm>
            <a:off x="990600" y="3933825"/>
            <a:ext cx="931545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产品定位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749300" y="4251325"/>
            <a:ext cx="3468370" cy="12388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纯粹的感知与交互前端</a:t>
            </a:r>
            <a:endParaRPr lang="en-US" sz="1300" dirty="0">
              <a:solidFill>
                <a:srgbClr val="FFFFFF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追求极致轻便</a:t>
            </a:r>
            <a:endParaRPr lang="en-US" sz="1300" dirty="0">
              <a:solidFill>
                <a:srgbClr val="FFFFFF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作为系统的"眼睛"</a:t>
            </a:r>
            <a:endParaRPr lang="en-US" sz="1300" dirty="0">
              <a:solidFill>
                <a:srgbClr val="FFFFFF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负责捕捉环境信息并传递给腰挂计算盒处理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14732000" y="8636000"/>
            <a:ext cx="558800" cy="76200"/>
          </a:xfrm>
          <a:prstGeom prst="rect">
            <a:avLst/>
          </a:prstGeom>
          <a:solidFill>
            <a:srgbClr val="D4A056"/>
          </a:solidFill>
        </p:spPr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5800" y="2095500"/>
            <a:ext cx="3225701" cy="1364605"/>
          </a:xfrm>
          <a:prstGeom prst="rect">
            <a:avLst/>
          </a:prstGeom>
        </p:spPr>
      </p:pic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5800" y="1485900"/>
            <a:ext cx="457200" cy="457200"/>
          </a:xfrm>
          <a:prstGeom prst="rect">
            <a:avLst/>
          </a:prstGeom>
        </p:spPr>
      </p:pic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4863" y="1581150"/>
            <a:ext cx="219075" cy="266700"/>
          </a:xfrm>
          <a:prstGeom prst="rect">
            <a:avLst/>
          </a:prstGeom>
        </p:spPr>
      </p:pic>
      <p:sp>
        <p:nvSpPr>
          <p:cNvPr id="77" name="Text 1"/>
          <p:cNvSpPr/>
          <p:nvPr/>
        </p:nvSpPr>
        <p:spPr>
          <a:xfrm>
            <a:off x="1295400" y="1562100"/>
            <a:ext cx="164592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智能眼镜总览</a:t>
            </a:r>
            <a:endParaRPr lang="en-US" sz="1800" b="1" dirty="0">
              <a:solidFill>
                <a:schemeClr val="bg1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</p:spTree>
    <p:custDataLst>
      <p:tags r:id="rId2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背景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0"/>
            <a:ext cx="12192000" cy="6852285"/>
          </a:xfrm>
          <a:prstGeom prst="rect">
            <a:avLst/>
          </a:prstGeom>
        </p:spPr>
      </p:pic>
      <p:cxnSp>
        <p:nvCxnSpPr>
          <p:cNvPr id="2" name="26"/>
          <p:cNvCxnSpPr/>
          <p:nvPr>
            <p:custDataLst>
              <p:tags r:id="rId2"/>
            </p:custDataLst>
          </p:nvPr>
        </p:nvCxnSpPr>
        <p:spPr>
          <a:xfrm>
            <a:off x="3096640" y="450188"/>
            <a:ext cx="3183563" cy="0"/>
          </a:xfrm>
          <a:prstGeom prst="line">
            <a:avLst/>
          </a:prstGeom>
          <a:ln w="12700">
            <a:gradFill>
              <a:gsLst>
                <a:gs pos="34000">
                  <a:srgbClr val="3884C0"/>
                </a:gs>
                <a:gs pos="100000">
                  <a:srgbClr val="50B99A">
                    <a:alpha val="0"/>
                  </a:srgbClr>
                </a:gs>
              </a:gsLst>
              <a:lin ang="0" scaled="0"/>
            </a:gra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19860" y="246745"/>
            <a:ext cx="406400" cy="406400"/>
            <a:chOff x="1061" y="-1328"/>
            <a:chExt cx="640" cy="640"/>
          </a:xfrm>
        </p:grpSpPr>
        <p:sp>
          <p:nvSpPr>
            <p:cNvPr id="4" name="27"/>
            <p:cNvSpPr/>
            <p:nvPr>
              <p:custDataLst>
                <p:tags r:id="rId3"/>
              </p:custDataLst>
            </p:nvPr>
          </p:nvSpPr>
          <p:spPr>
            <a:xfrm>
              <a:off x="1061" y="-1328"/>
              <a:ext cx="641" cy="641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rgbClr val="0E4F92"/>
                  </a:gs>
                  <a:gs pos="100000">
                    <a:srgbClr val="50B99A"/>
                  </a:gs>
                </a:gsLst>
                <a:path path="circle">
                  <a:fillToRect r="100000" b="100000"/>
                </a:path>
                <a:tileRect l="-100000" t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" name="28"/>
            <p:cNvSpPr/>
            <p:nvPr>
              <p:custDataLst>
                <p:tags r:id="rId4"/>
              </p:custDataLst>
            </p:nvPr>
          </p:nvSpPr>
          <p:spPr>
            <a:xfrm>
              <a:off x="1146" y="-1243"/>
              <a:ext cx="471" cy="471"/>
            </a:xfrm>
            <a:custGeom>
              <a:avLst/>
              <a:gdLst>
                <a:gd name="connsiteX0" fmla="*/ 203577 w 407154"/>
                <a:gd name="connsiteY0" fmla="*/ 0 h 407154"/>
                <a:gd name="connsiteX1" fmla="*/ 407154 w 407154"/>
                <a:gd name="connsiteY1" fmla="*/ 203577 h 407154"/>
                <a:gd name="connsiteX2" fmla="*/ 203577 w 407154"/>
                <a:gd name="connsiteY2" fmla="*/ 407154 h 407154"/>
                <a:gd name="connsiteX3" fmla="*/ 0 w 407154"/>
                <a:gd name="connsiteY3" fmla="*/ 203577 h 407154"/>
                <a:gd name="connsiteX4" fmla="*/ 203577 w 407154"/>
                <a:gd name="connsiteY4" fmla="*/ 0 h 407154"/>
                <a:gd name="connsiteX5" fmla="*/ 203576 w 407154"/>
                <a:gd name="connsiteY5" fmla="*/ 113987 h 407154"/>
                <a:gd name="connsiteX6" fmla="*/ 113987 w 407154"/>
                <a:gd name="connsiteY6" fmla="*/ 203576 h 407154"/>
                <a:gd name="connsiteX7" fmla="*/ 203576 w 407154"/>
                <a:gd name="connsiteY7" fmla="*/ 293165 h 407154"/>
                <a:gd name="connsiteX8" fmla="*/ 293165 w 407154"/>
                <a:gd name="connsiteY8" fmla="*/ 203576 h 407154"/>
                <a:gd name="connsiteX9" fmla="*/ 203576 w 407154"/>
                <a:gd name="connsiteY9" fmla="*/ 113987 h 407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154" h="407154">
                  <a:moveTo>
                    <a:pt x="203577" y="0"/>
                  </a:moveTo>
                  <a:cubicBezTo>
                    <a:pt x="316009" y="0"/>
                    <a:pt x="407154" y="91145"/>
                    <a:pt x="407154" y="203577"/>
                  </a:cubicBezTo>
                  <a:cubicBezTo>
                    <a:pt x="407154" y="316009"/>
                    <a:pt x="316009" y="407154"/>
                    <a:pt x="203577" y="407154"/>
                  </a:cubicBezTo>
                  <a:cubicBezTo>
                    <a:pt x="91145" y="407154"/>
                    <a:pt x="0" y="316009"/>
                    <a:pt x="0" y="203577"/>
                  </a:cubicBezTo>
                  <a:cubicBezTo>
                    <a:pt x="0" y="91145"/>
                    <a:pt x="91145" y="0"/>
                    <a:pt x="203577" y="0"/>
                  </a:cubicBezTo>
                  <a:close/>
                  <a:moveTo>
                    <a:pt x="203576" y="113987"/>
                  </a:moveTo>
                  <a:cubicBezTo>
                    <a:pt x="154097" y="113987"/>
                    <a:pt x="113987" y="154097"/>
                    <a:pt x="113987" y="203576"/>
                  </a:cubicBezTo>
                  <a:cubicBezTo>
                    <a:pt x="113987" y="253055"/>
                    <a:pt x="154097" y="293165"/>
                    <a:pt x="203576" y="293165"/>
                  </a:cubicBezTo>
                  <a:cubicBezTo>
                    <a:pt x="253055" y="293165"/>
                    <a:pt x="293165" y="253055"/>
                    <a:pt x="293165" y="203576"/>
                  </a:cubicBezTo>
                  <a:cubicBezTo>
                    <a:pt x="293165" y="154097"/>
                    <a:pt x="253055" y="113987"/>
                    <a:pt x="203576" y="113987"/>
                  </a:cubicBezTo>
                  <a:close/>
                </a:path>
              </a:pathLst>
            </a:custGeom>
            <a:gradFill>
              <a:gsLst>
                <a:gs pos="60000">
                  <a:srgbClr val="0E4F92"/>
                </a:gs>
                <a:gs pos="100000">
                  <a:srgbClr val="50B99A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0" name="29"/>
          <p:cNvSpPr txBox="1"/>
          <p:nvPr>
            <p:custDataLst>
              <p:tags r:id="rId5"/>
            </p:custDataLst>
          </p:nvPr>
        </p:nvSpPr>
        <p:spPr>
          <a:xfrm>
            <a:off x="572634" y="212381"/>
            <a:ext cx="1452880" cy="47561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defTabSz="348615">
              <a:defRPr sz="3200">
                <a:gradFill flip="none" rotWithShape="1">
                  <a:gsLst>
                    <a:gs pos="81000">
                      <a:schemeClr val="accent1">
                        <a:lumMod val="10000"/>
                        <a:lumOff val="90000"/>
                      </a:schemeClr>
                    </a:gs>
                    <a:gs pos="0">
                      <a:schemeClr val="accent2">
                        <a:lumMod val="10000"/>
                        <a:lumOff val="90000"/>
                      </a:schemeClr>
                    </a:gs>
                    <a:gs pos="33000">
                      <a:schemeClr val="bg1">
                        <a:lumMod val="91000"/>
                        <a:lumOff val="9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50800" dist="76200" dir="5400000" algn="t" rotWithShape="0">
                    <a:prstClr val="black">
                      <a:alpha val="5000"/>
                    </a:prstClr>
                  </a:outerShdw>
                </a:effectLst>
                <a:latin typeface="MiSans Demibold" panose="00000700000000000000" pitchFamily="2" charset="-122"/>
                <a:ea typeface="MiSans Demibold" panose="00000700000000000000" pitchFamily="2" charset="-122"/>
                <a:cs typeface="阿里巴巴普惠体 2.0 115 Black" panose="00020600040101010101" pitchFamily="18" charset="-122"/>
              </a:defRPr>
            </a:lvl1pPr>
          </a:lstStyle>
          <a:p>
            <a:pPr algn="l"/>
            <a:r>
              <a:rPr lang="zh-CN" altLang="en-US" sz="2500" b="1" dirty="0">
                <a:solidFill>
                  <a:srgbClr val="052D9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微软雅黑" panose="020B0503020204020204" charset="-122"/>
              </a:rPr>
              <a:t>产品</a:t>
            </a:r>
            <a:r>
              <a:rPr lang="zh-CN" altLang="en-US" sz="2500" b="1" dirty="0">
                <a:solidFill>
                  <a:srgbClr val="052D9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微软雅黑" panose="020B0503020204020204" charset="-122"/>
              </a:rPr>
              <a:t>架构</a:t>
            </a:r>
            <a:endParaRPr lang="zh-CN" altLang="en-US" sz="2500" b="1" dirty="0">
              <a:solidFill>
                <a:srgbClr val="052D9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微软雅黑" panose="020B0503020204020204" charset="-122"/>
            </a:endParaRPr>
          </a:p>
        </p:txBody>
      </p:sp>
      <p:sp>
        <p:nvSpPr>
          <p:cNvPr id="79" name="Text 0"/>
          <p:cNvSpPr/>
          <p:nvPr/>
        </p:nvSpPr>
        <p:spPr>
          <a:xfrm>
            <a:off x="457200" y="647700"/>
            <a:ext cx="11277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触觉感知终端（智能手杖）</a:t>
            </a:r>
            <a:endParaRPr lang="en-US" sz="20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638675" y="1492885"/>
            <a:ext cx="7354800" cy="1333500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1B2838">
                <a:alpha val="6275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4638675" y="1492885"/>
            <a:ext cx="7354800" cy="508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12" name="Shape 7"/>
          <p:cNvSpPr/>
          <p:nvPr/>
        </p:nvSpPr>
        <p:spPr>
          <a:xfrm>
            <a:off x="4933950" y="1810385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45226" y="358517"/>
                </a:moveTo>
                <a:cubicBezTo>
                  <a:pt x="132239" y="371505"/>
                  <a:pt x="111125" y="371505"/>
                  <a:pt x="98068" y="358517"/>
                </a:cubicBezTo>
                <a:lnTo>
                  <a:pt x="19516" y="279966"/>
                </a:lnTo>
                <a:cubicBezTo>
                  <a:pt x="6529" y="266978"/>
                  <a:pt x="6529" y="245864"/>
                  <a:pt x="19516" y="232807"/>
                </a:cubicBezTo>
                <a:lnTo>
                  <a:pt x="31323" y="221000"/>
                </a:lnTo>
                <a:lnTo>
                  <a:pt x="82371" y="272048"/>
                </a:lnTo>
                <a:cubicBezTo>
                  <a:pt x="88900" y="278576"/>
                  <a:pt x="99457" y="278576"/>
                  <a:pt x="105916" y="272048"/>
                </a:cubicBezTo>
                <a:cubicBezTo>
                  <a:pt x="112375" y="265519"/>
                  <a:pt x="112445" y="254962"/>
                  <a:pt x="105916" y="248503"/>
                </a:cubicBezTo>
                <a:lnTo>
                  <a:pt x="54868" y="197455"/>
                </a:lnTo>
                <a:lnTo>
                  <a:pt x="78413" y="173911"/>
                </a:lnTo>
                <a:lnTo>
                  <a:pt x="113764" y="209262"/>
                </a:lnTo>
                <a:cubicBezTo>
                  <a:pt x="120293" y="215791"/>
                  <a:pt x="130850" y="215791"/>
                  <a:pt x="137309" y="209262"/>
                </a:cubicBezTo>
                <a:cubicBezTo>
                  <a:pt x="143768" y="202734"/>
                  <a:pt x="143837" y="192177"/>
                  <a:pt x="137309" y="185718"/>
                </a:cubicBezTo>
                <a:lnTo>
                  <a:pt x="101957" y="150366"/>
                </a:lnTo>
                <a:lnTo>
                  <a:pt x="125502" y="126821"/>
                </a:lnTo>
                <a:lnTo>
                  <a:pt x="176550" y="177869"/>
                </a:lnTo>
                <a:cubicBezTo>
                  <a:pt x="183078" y="184398"/>
                  <a:pt x="193635" y="184398"/>
                  <a:pt x="200094" y="177869"/>
                </a:cubicBezTo>
                <a:cubicBezTo>
                  <a:pt x="206554" y="171341"/>
                  <a:pt x="206623" y="160784"/>
                  <a:pt x="200094" y="154325"/>
                </a:cubicBezTo>
                <a:lnTo>
                  <a:pt x="149046" y="103277"/>
                </a:lnTo>
                <a:lnTo>
                  <a:pt x="172591" y="79732"/>
                </a:lnTo>
                <a:lnTo>
                  <a:pt x="207943" y="115084"/>
                </a:lnTo>
                <a:cubicBezTo>
                  <a:pt x="214471" y="121612"/>
                  <a:pt x="225028" y="121612"/>
                  <a:pt x="231487" y="115084"/>
                </a:cubicBezTo>
                <a:cubicBezTo>
                  <a:pt x="237946" y="108555"/>
                  <a:pt x="238016" y="97998"/>
                  <a:pt x="231487" y="91539"/>
                </a:cubicBezTo>
                <a:lnTo>
                  <a:pt x="196136" y="56188"/>
                </a:lnTo>
                <a:lnTo>
                  <a:pt x="219680" y="32643"/>
                </a:lnTo>
                <a:lnTo>
                  <a:pt x="270728" y="83691"/>
                </a:lnTo>
                <a:cubicBezTo>
                  <a:pt x="277257" y="90220"/>
                  <a:pt x="287814" y="90220"/>
                  <a:pt x="294273" y="83691"/>
                </a:cubicBezTo>
                <a:cubicBezTo>
                  <a:pt x="300732" y="77162"/>
                  <a:pt x="300801" y="66606"/>
                  <a:pt x="294273" y="60146"/>
                </a:cubicBezTo>
                <a:lnTo>
                  <a:pt x="243225" y="9098"/>
                </a:lnTo>
                <a:lnTo>
                  <a:pt x="255032" y="-2709"/>
                </a:lnTo>
                <a:cubicBezTo>
                  <a:pt x="268020" y="-15696"/>
                  <a:pt x="289133" y="-15696"/>
                  <a:pt x="302191" y="-2709"/>
                </a:cubicBezTo>
                <a:lnTo>
                  <a:pt x="380950" y="75634"/>
                </a:lnTo>
                <a:cubicBezTo>
                  <a:pt x="393938" y="88622"/>
                  <a:pt x="393938" y="109736"/>
                  <a:pt x="380950" y="122793"/>
                </a:cubicBezTo>
                <a:lnTo>
                  <a:pt x="145226" y="358517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13" name="Text 8"/>
          <p:cNvSpPr/>
          <p:nvPr/>
        </p:nvSpPr>
        <p:spPr>
          <a:xfrm>
            <a:off x="5464175" y="1746885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低位避障补盲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56175" y="2229485"/>
            <a:ext cx="8128000" cy="444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ToF/超声测距 · 探测坑洼/台阶/低矮障碍 · 弥补眼镜脚下盲区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638675" y="3080385"/>
            <a:ext cx="7354800" cy="1333500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1B2838">
                <a:alpha val="6275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638675" y="3080385"/>
            <a:ext cx="7354800" cy="508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17" name="Shape 12"/>
          <p:cNvSpPr/>
          <p:nvPr/>
        </p:nvSpPr>
        <p:spPr>
          <a:xfrm>
            <a:off x="4956175" y="339788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66675"/>
                </a:moveTo>
                <a:cubicBezTo>
                  <a:pt x="44450" y="54382"/>
                  <a:pt x="54382" y="44450"/>
                  <a:pt x="66675" y="44450"/>
                </a:cubicBezTo>
                <a:lnTo>
                  <a:pt x="177800" y="44450"/>
                </a:lnTo>
                <a:cubicBezTo>
                  <a:pt x="190093" y="44450"/>
                  <a:pt x="200025" y="54382"/>
                  <a:pt x="200025" y="66675"/>
                </a:cubicBezTo>
                <a:lnTo>
                  <a:pt x="200025" y="266700"/>
                </a:lnTo>
                <a:lnTo>
                  <a:pt x="266700" y="266700"/>
                </a:lnTo>
                <a:lnTo>
                  <a:pt x="266700" y="177800"/>
                </a:lnTo>
                <a:cubicBezTo>
                  <a:pt x="266700" y="165507"/>
                  <a:pt x="276632" y="155575"/>
                  <a:pt x="288925" y="155575"/>
                </a:cubicBezTo>
                <a:lnTo>
                  <a:pt x="333375" y="155575"/>
                </a:lnTo>
                <a:cubicBezTo>
                  <a:pt x="345668" y="155575"/>
                  <a:pt x="355600" y="165507"/>
                  <a:pt x="355600" y="177800"/>
                </a:cubicBezTo>
                <a:cubicBezTo>
                  <a:pt x="355600" y="190093"/>
                  <a:pt x="345668" y="200025"/>
                  <a:pt x="333375" y="200025"/>
                </a:cubicBezTo>
                <a:lnTo>
                  <a:pt x="311150" y="200025"/>
                </a:lnTo>
                <a:lnTo>
                  <a:pt x="311150" y="288925"/>
                </a:lnTo>
                <a:cubicBezTo>
                  <a:pt x="311150" y="301218"/>
                  <a:pt x="301218" y="311150"/>
                  <a:pt x="288925" y="311150"/>
                </a:cubicBezTo>
                <a:lnTo>
                  <a:pt x="177800" y="311150"/>
                </a:lnTo>
                <a:cubicBezTo>
                  <a:pt x="165507" y="311150"/>
                  <a:pt x="155575" y="301218"/>
                  <a:pt x="155575" y="288925"/>
                </a:cubicBezTo>
                <a:lnTo>
                  <a:pt x="155575" y="88900"/>
                </a:lnTo>
                <a:lnTo>
                  <a:pt x="88900" y="88900"/>
                </a:lnTo>
                <a:lnTo>
                  <a:pt x="88900" y="177800"/>
                </a:lnTo>
                <a:cubicBezTo>
                  <a:pt x="88900" y="190093"/>
                  <a:pt x="78968" y="200025"/>
                  <a:pt x="66675" y="200025"/>
                </a:cubicBezTo>
                <a:lnTo>
                  <a:pt x="22225" y="200025"/>
                </a:lnTo>
                <a:cubicBezTo>
                  <a:pt x="9932" y="200025"/>
                  <a:pt x="0" y="190093"/>
                  <a:pt x="0" y="177800"/>
                </a:cubicBezTo>
                <a:cubicBezTo>
                  <a:pt x="0" y="165507"/>
                  <a:pt x="9932" y="155575"/>
                  <a:pt x="22225" y="155575"/>
                </a:cubicBezTo>
                <a:lnTo>
                  <a:pt x="44450" y="155575"/>
                </a:lnTo>
                <a:lnTo>
                  <a:pt x="44450" y="66675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18" name="Text 13"/>
          <p:cNvSpPr/>
          <p:nvPr/>
        </p:nvSpPr>
        <p:spPr>
          <a:xfrm>
            <a:off x="5464175" y="3334385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触觉交互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4956175" y="3816985"/>
            <a:ext cx="8128000" cy="444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线性马达震动反馈 · 高速振动紧急警示 · 方向引导频率振动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4638675" y="4667885"/>
            <a:ext cx="7354800" cy="1333500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1B2838">
                <a:alpha val="6275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638675" y="4667885"/>
            <a:ext cx="7354800" cy="508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23" name="Shape 17"/>
          <p:cNvSpPr/>
          <p:nvPr/>
        </p:nvSpPr>
        <p:spPr>
          <a:xfrm>
            <a:off x="4956175" y="498538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24" name="Text 18"/>
          <p:cNvSpPr/>
          <p:nvPr/>
        </p:nvSpPr>
        <p:spPr>
          <a:xfrm>
            <a:off x="5464175" y="4921885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特殊感知 &amp; 一键求助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4956175" y="5404485"/>
            <a:ext cx="8128000" cy="444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水浸/LED警示 · SOS按钮 · GPS定位发送求救信息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457200" y="1295400"/>
            <a:ext cx="3722370" cy="5000625"/>
          </a:xfrm>
          <a:prstGeom prst="rect">
            <a:avLst/>
          </a:prstGeom>
          <a:solidFill>
            <a:srgbClr val="1B2838"/>
          </a:solidFill>
          <a:effectLst>
            <a:outerShdw blurRad="152400" dist="50800" dir="5400000" algn="bl" rotWithShape="0">
              <a:srgbClr val="1B2838">
                <a:alpha val="9412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19100" y="1295400"/>
            <a:ext cx="63500" cy="50004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28" name="Shape 22"/>
          <p:cNvSpPr/>
          <p:nvPr/>
        </p:nvSpPr>
        <p:spPr>
          <a:xfrm>
            <a:off x="719455" y="46863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9050" y="19050"/>
                </a:moveTo>
                <a:cubicBezTo>
                  <a:pt x="19050" y="8513"/>
                  <a:pt x="27563" y="0"/>
                  <a:pt x="38100" y="0"/>
                </a:cubicBezTo>
                <a:cubicBezTo>
                  <a:pt x="48637" y="0"/>
                  <a:pt x="57150" y="8513"/>
                  <a:pt x="57150" y="19050"/>
                </a:cubicBezTo>
                <a:lnTo>
                  <a:pt x="57150" y="142875"/>
                </a:lnTo>
                <a:lnTo>
                  <a:pt x="19050" y="142875"/>
                </a:lnTo>
                <a:lnTo>
                  <a:pt x="19050" y="19050"/>
                </a:lnTo>
                <a:close/>
                <a:moveTo>
                  <a:pt x="133350" y="114300"/>
                </a:moveTo>
                <a:cubicBezTo>
                  <a:pt x="133350" y="103763"/>
                  <a:pt x="141863" y="95250"/>
                  <a:pt x="152400" y="95250"/>
                </a:cubicBezTo>
                <a:cubicBezTo>
                  <a:pt x="162937" y="95250"/>
                  <a:pt x="171450" y="103763"/>
                  <a:pt x="171450" y="114300"/>
                </a:cubicBezTo>
                <a:lnTo>
                  <a:pt x="171450" y="152400"/>
                </a:lnTo>
                <a:cubicBezTo>
                  <a:pt x="171450" y="162937"/>
                  <a:pt x="162937" y="171450"/>
                  <a:pt x="152400" y="171450"/>
                </a:cubicBezTo>
                <a:cubicBezTo>
                  <a:pt x="141863" y="171450"/>
                  <a:pt x="133350" y="162937"/>
                  <a:pt x="133350" y="152400"/>
                </a:cubicBezTo>
                <a:lnTo>
                  <a:pt x="133350" y="114300"/>
                </a:lnTo>
                <a:close/>
                <a:moveTo>
                  <a:pt x="95250" y="76200"/>
                </a:moveTo>
                <a:cubicBezTo>
                  <a:pt x="105787" y="76200"/>
                  <a:pt x="114300" y="84713"/>
                  <a:pt x="114300" y="95250"/>
                </a:cubicBezTo>
                <a:lnTo>
                  <a:pt x="114300" y="123825"/>
                </a:lnTo>
                <a:cubicBezTo>
                  <a:pt x="114300" y="134362"/>
                  <a:pt x="105787" y="142875"/>
                  <a:pt x="95250" y="142875"/>
                </a:cubicBezTo>
                <a:cubicBezTo>
                  <a:pt x="84713" y="142875"/>
                  <a:pt x="76200" y="134362"/>
                  <a:pt x="76200" y="123825"/>
                </a:cubicBezTo>
                <a:lnTo>
                  <a:pt x="76200" y="95250"/>
                </a:lnTo>
                <a:cubicBezTo>
                  <a:pt x="76200" y="84713"/>
                  <a:pt x="84713" y="76200"/>
                  <a:pt x="95250" y="76200"/>
                </a:cubicBezTo>
                <a:close/>
                <a:moveTo>
                  <a:pt x="190500" y="133350"/>
                </a:moveTo>
                <a:cubicBezTo>
                  <a:pt x="190500" y="122813"/>
                  <a:pt x="199013" y="114300"/>
                  <a:pt x="209550" y="114300"/>
                </a:cubicBezTo>
                <a:cubicBezTo>
                  <a:pt x="220087" y="114300"/>
                  <a:pt x="228600" y="122813"/>
                  <a:pt x="228600" y="133350"/>
                </a:cubicBezTo>
                <a:lnTo>
                  <a:pt x="228600" y="171450"/>
                </a:lnTo>
                <a:cubicBezTo>
                  <a:pt x="228600" y="181987"/>
                  <a:pt x="220087" y="190500"/>
                  <a:pt x="209550" y="190500"/>
                </a:cubicBezTo>
                <a:cubicBezTo>
                  <a:pt x="199013" y="190500"/>
                  <a:pt x="190500" y="181987"/>
                  <a:pt x="190500" y="171450"/>
                </a:cubicBezTo>
                <a:lnTo>
                  <a:pt x="190500" y="133350"/>
                </a:lnTo>
                <a:close/>
                <a:moveTo>
                  <a:pt x="133350" y="185738"/>
                </a:moveTo>
                <a:lnTo>
                  <a:pt x="133350" y="185380"/>
                </a:lnTo>
                <a:cubicBezTo>
                  <a:pt x="138946" y="188595"/>
                  <a:pt x="145435" y="190500"/>
                  <a:pt x="152400" y="190500"/>
                </a:cubicBezTo>
                <a:cubicBezTo>
                  <a:pt x="160258" y="190500"/>
                  <a:pt x="167521" y="188119"/>
                  <a:pt x="173593" y="184071"/>
                </a:cubicBezTo>
                <a:cubicBezTo>
                  <a:pt x="178772" y="198894"/>
                  <a:pt x="192941" y="209550"/>
                  <a:pt x="209550" y="209550"/>
                </a:cubicBezTo>
                <a:cubicBezTo>
                  <a:pt x="216515" y="209550"/>
                  <a:pt x="223004" y="207705"/>
                  <a:pt x="228600" y="204430"/>
                </a:cubicBezTo>
                <a:lnTo>
                  <a:pt x="228600" y="209550"/>
                </a:lnTo>
                <a:cubicBezTo>
                  <a:pt x="228600" y="262176"/>
                  <a:pt x="185976" y="304800"/>
                  <a:pt x="133350" y="304800"/>
                </a:cubicBezTo>
                <a:lnTo>
                  <a:pt x="96619" y="304800"/>
                </a:lnTo>
                <a:cubicBezTo>
                  <a:pt x="71378" y="304800"/>
                  <a:pt x="47149" y="294739"/>
                  <a:pt x="29289" y="276880"/>
                </a:cubicBezTo>
                <a:lnTo>
                  <a:pt x="22324" y="269974"/>
                </a:lnTo>
                <a:cubicBezTo>
                  <a:pt x="8037" y="255687"/>
                  <a:pt x="0" y="236280"/>
                  <a:pt x="0" y="216098"/>
                </a:cubicBezTo>
                <a:lnTo>
                  <a:pt x="0" y="200025"/>
                </a:lnTo>
                <a:cubicBezTo>
                  <a:pt x="0" y="179010"/>
                  <a:pt x="17085" y="161925"/>
                  <a:pt x="38100" y="161925"/>
                </a:cubicBezTo>
                <a:lnTo>
                  <a:pt x="90488" y="161925"/>
                </a:lnTo>
                <a:cubicBezTo>
                  <a:pt x="103644" y="161925"/>
                  <a:pt x="114300" y="172581"/>
                  <a:pt x="114300" y="185738"/>
                </a:cubicBezTo>
                <a:cubicBezTo>
                  <a:pt x="114300" y="198894"/>
                  <a:pt x="103644" y="209550"/>
                  <a:pt x="90488" y="209550"/>
                </a:cubicBezTo>
                <a:lnTo>
                  <a:pt x="57150" y="209550"/>
                </a:lnTo>
                <a:cubicBezTo>
                  <a:pt x="51911" y="209550"/>
                  <a:pt x="47625" y="213836"/>
                  <a:pt x="47625" y="219075"/>
                </a:cubicBezTo>
                <a:cubicBezTo>
                  <a:pt x="47625" y="224314"/>
                  <a:pt x="51911" y="228600"/>
                  <a:pt x="57150" y="228600"/>
                </a:cubicBezTo>
                <a:lnTo>
                  <a:pt x="90488" y="228600"/>
                </a:lnTo>
                <a:cubicBezTo>
                  <a:pt x="114181" y="228600"/>
                  <a:pt x="133350" y="209431"/>
                  <a:pt x="133350" y="185738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29" name="Text 23"/>
          <p:cNvSpPr/>
          <p:nvPr/>
        </p:nvSpPr>
        <p:spPr>
          <a:xfrm>
            <a:off x="1146810" y="4673600"/>
            <a:ext cx="127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产品定位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990600" y="4991100"/>
            <a:ext cx="2630170" cy="1104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近场安全防护与触觉反馈接口</a:t>
            </a:r>
            <a:endParaRPr lang="en-US" sz="1300" dirty="0">
              <a:solidFill>
                <a:srgbClr val="FFFFFF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弥补眼镜视觉感知的脚下盲区</a:t>
            </a:r>
            <a:endParaRPr lang="en-US" sz="1300" dirty="0">
              <a:solidFill>
                <a:srgbClr val="FFFFFF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提供全方位环境感知</a:t>
            </a:r>
            <a:endParaRPr lang="en-US" sz="1300" dirty="0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330" y="2209800"/>
            <a:ext cx="3111500" cy="2066925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485900"/>
            <a:ext cx="457200" cy="457200"/>
          </a:xfrm>
          <a:prstGeom prst="rect">
            <a:avLst/>
          </a:prstGeom>
        </p:spPr>
      </p:pic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863" y="1581150"/>
            <a:ext cx="219075" cy="266700"/>
          </a:xfrm>
          <a:prstGeom prst="rect">
            <a:avLst/>
          </a:prstGeom>
        </p:spPr>
      </p:pic>
      <p:sp>
        <p:nvSpPr>
          <p:cNvPr id="80" name="Text 1"/>
          <p:cNvSpPr/>
          <p:nvPr/>
        </p:nvSpPr>
        <p:spPr>
          <a:xfrm>
            <a:off x="1295400" y="1562100"/>
            <a:ext cx="109728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zh-CN" altLang="en-US" sz="1800" b="1" dirty="0">
                <a:solidFill>
                  <a:schemeClr val="bg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手杖</a:t>
            </a:r>
            <a:r>
              <a:rPr lang="zh-CN" altLang="en-US" sz="1800" b="1" dirty="0">
                <a:solidFill>
                  <a:schemeClr val="bg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总览</a:t>
            </a:r>
            <a:endParaRPr lang="zh-CN" altLang="en-US" sz="1800" b="1" dirty="0">
              <a:solidFill>
                <a:schemeClr val="bg1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背景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0"/>
            <a:ext cx="12192000" cy="6852285"/>
          </a:xfrm>
          <a:prstGeom prst="rect">
            <a:avLst/>
          </a:prstGeom>
        </p:spPr>
      </p:pic>
      <p:cxnSp>
        <p:nvCxnSpPr>
          <p:cNvPr id="2" name="26"/>
          <p:cNvCxnSpPr/>
          <p:nvPr>
            <p:custDataLst>
              <p:tags r:id="rId2"/>
            </p:custDataLst>
          </p:nvPr>
        </p:nvCxnSpPr>
        <p:spPr>
          <a:xfrm>
            <a:off x="3096640" y="450188"/>
            <a:ext cx="3183563" cy="0"/>
          </a:xfrm>
          <a:prstGeom prst="line">
            <a:avLst/>
          </a:prstGeom>
          <a:ln w="12700">
            <a:gradFill>
              <a:gsLst>
                <a:gs pos="34000">
                  <a:srgbClr val="3884C0"/>
                </a:gs>
                <a:gs pos="100000">
                  <a:srgbClr val="50B99A">
                    <a:alpha val="0"/>
                  </a:srgbClr>
                </a:gs>
              </a:gsLst>
              <a:lin ang="0" scaled="0"/>
            </a:gra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19860" y="246745"/>
            <a:ext cx="406400" cy="406400"/>
            <a:chOff x="1061" y="-1328"/>
            <a:chExt cx="640" cy="640"/>
          </a:xfrm>
        </p:grpSpPr>
        <p:sp>
          <p:nvSpPr>
            <p:cNvPr id="4" name="27"/>
            <p:cNvSpPr/>
            <p:nvPr>
              <p:custDataLst>
                <p:tags r:id="rId3"/>
              </p:custDataLst>
            </p:nvPr>
          </p:nvSpPr>
          <p:spPr>
            <a:xfrm>
              <a:off x="1061" y="-1328"/>
              <a:ext cx="641" cy="641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rgbClr val="0E4F92"/>
                  </a:gs>
                  <a:gs pos="100000">
                    <a:srgbClr val="50B99A"/>
                  </a:gs>
                </a:gsLst>
                <a:path path="circle">
                  <a:fillToRect r="100000" b="100000"/>
                </a:path>
                <a:tileRect l="-100000" t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" name="28"/>
            <p:cNvSpPr/>
            <p:nvPr>
              <p:custDataLst>
                <p:tags r:id="rId4"/>
              </p:custDataLst>
            </p:nvPr>
          </p:nvSpPr>
          <p:spPr>
            <a:xfrm>
              <a:off x="1146" y="-1243"/>
              <a:ext cx="471" cy="471"/>
            </a:xfrm>
            <a:custGeom>
              <a:avLst/>
              <a:gdLst>
                <a:gd name="connsiteX0" fmla="*/ 203577 w 407154"/>
                <a:gd name="connsiteY0" fmla="*/ 0 h 407154"/>
                <a:gd name="connsiteX1" fmla="*/ 407154 w 407154"/>
                <a:gd name="connsiteY1" fmla="*/ 203577 h 407154"/>
                <a:gd name="connsiteX2" fmla="*/ 203577 w 407154"/>
                <a:gd name="connsiteY2" fmla="*/ 407154 h 407154"/>
                <a:gd name="connsiteX3" fmla="*/ 0 w 407154"/>
                <a:gd name="connsiteY3" fmla="*/ 203577 h 407154"/>
                <a:gd name="connsiteX4" fmla="*/ 203577 w 407154"/>
                <a:gd name="connsiteY4" fmla="*/ 0 h 407154"/>
                <a:gd name="connsiteX5" fmla="*/ 203576 w 407154"/>
                <a:gd name="connsiteY5" fmla="*/ 113987 h 407154"/>
                <a:gd name="connsiteX6" fmla="*/ 113987 w 407154"/>
                <a:gd name="connsiteY6" fmla="*/ 203576 h 407154"/>
                <a:gd name="connsiteX7" fmla="*/ 203576 w 407154"/>
                <a:gd name="connsiteY7" fmla="*/ 293165 h 407154"/>
                <a:gd name="connsiteX8" fmla="*/ 293165 w 407154"/>
                <a:gd name="connsiteY8" fmla="*/ 203576 h 407154"/>
                <a:gd name="connsiteX9" fmla="*/ 203576 w 407154"/>
                <a:gd name="connsiteY9" fmla="*/ 113987 h 407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154" h="407154">
                  <a:moveTo>
                    <a:pt x="203577" y="0"/>
                  </a:moveTo>
                  <a:cubicBezTo>
                    <a:pt x="316009" y="0"/>
                    <a:pt x="407154" y="91145"/>
                    <a:pt x="407154" y="203577"/>
                  </a:cubicBezTo>
                  <a:cubicBezTo>
                    <a:pt x="407154" y="316009"/>
                    <a:pt x="316009" y="407154"/>
                    <a:pt x="203577" y="407154"/>
                  </a:cubicBezTo>
                  <a:cubicBezTo>
                    <a:pt x="91145" y="407154"/>
                    <a:pt x="0" y="316009"/>
                    <a:pt x="0" y="203577"/>
                  </a:cubicBezTo>
                  <a:cubicBezTo>
                    <a:pt x="0" y="91145"/>
                    <a:pt x="91145" y="0"/>
                    <a:pt x="203577" y="0"/>
                  </a:cubicBezTo>
                  <a:close/>
                  <a:moveTo>
                    <a:pt x="203576" y="113987"/>
                  </a:moveTo>
                  <a:cubicBezTo>
                    <a:pt x="154097" y="113987"/>
                    <a:pt x="113987" y="154097"/>
                    <a:pt x="113987" y="203576"/>
                  </a:cubicBezTo>
                  <a:cubicBezTo>
                    <a:pt x="113987" y="253055"/>
                    <a:pt x="154097" y="293165"/>
                    <a:pt x="203576" y="293165"/>
                  </a:cubicBezTo>
                  <a:cubicBezTo>
                    <a:pt x="253055" y="293165"/>
                    <a:pt x="293165" y="253055"/>
                    <a:pt x="293165" y="203576"/>
                  </a:cubicBezTo>
                  <a:cubicBezTo>
                    <a:pt x="293165" y="154097"/>
                    <a:pt x="253055" y="113987"/>
                    <a:pt x="203576" y="113987"/>
                  </a:cubicBezTo>
                  <a:close/>
                </a:path>
              </a:pathLst>
            </a:custGeom>
            <a:gradFill>
              <a:gsLst>
                <a:gs pos="60000">
                  <a:srgbClr val="0E4F92"/>
                </a:gs>
                <a:gs pos="100000">
                  <a:srgbClr val="50B99A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0" name="29"/>
          <p:cNvSpPr txBox="1"/>
          <p:nvPr>
            <p:custDataLst>
              <p:tags r:id="rId5"/>
            </p:custDataLst>
          </p:nvPr>
        </p:nvSpPr>
        <p:spPr>
          <a:xfrm>
            <a:off x="572634" y="212381"/>
            <a:ext cx="1452880" cy="47561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defTabSz="348615">
              <a:defRPr sz="3200">
                <a:gradFill flip="none" rotWithShape="1">
                  <a:gsLst>
                    <a:gs pos="81000">
                      <a:schemeClr val="accent1">
                        <a:lumMod val="10000"/>
                        <a:lumOff val="90000"/>
                      </a:schemeClr>
                    </a:gs>
                    <a:gs pos="0">
                      <a:schemeClr val="accent2">
                        <a:lumMod val="10000"/>
                        <a:lumOff val="90000"/>
                      </a:schemeClr>
                    </a:gs>
                    <a:gs pos="33000">
                      <a:schemeClr val="bg1">
                        <a:lumMod val="91000"/>
                        <a:lumOff val="9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50800" dist="76200" dir="5400000" algn="t" rotWithShape="0">
                    <a:prstClr val="black">
                      <a:alpha val="5000"/>
                    </a:prstClr>
                  </a:outerShdw>
                </a:effectLst>
                <a:latin typeface="MiSans Demibold" panose="00000700000000000000" pitchFamily="2" charset="-122"/>
                <a:ea typeface="MiSans Demibold" panose="00000700000000000000" pitchFamily="2" charset="-122"/>
                <a:cs typeface="阿里巴巴普惠体 2.0 115 Black" panose="00020600040101010101" pitchFamily="18" charset="-122"/>
              </a:defRPr>
            </a:lvl1pPr>
          </a:lstStyle>
          <a:p>
            <a:pPr algn="l"/>
            <a:r>
              <a:rPr lang="zh-CN" altLang="en-US" sz="2500" b="1" dirty="0">
                <a:solidFill>
                  <a:srgbClr val="052D9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微软雅黑" panose="020B0503020204020204" charset="-122"/>
              </a:rPr>
              <a:t>产品</a:t>
            </a:r>
            <a:r>
              <a:rPr lang="zh-CN" altLang="en-US" sz="2500" b="1" dirty="0">
                <a:solidFill>
                  <a:srgbClr val="052D9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微软雅黑" panose="020B0503020204020204" charset="-122"/>
              </a:rPr>
              <a:t>架构</a:t>
            </a:r>
            <a:endParaRPr lang="zh-CN" altLang="en-US" sz="2500" b="1" dirty="0">
              <a:solidFill>
                <a:srgbClr val="052D9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微软雅黑" panose="020B0503020204020204" charset="-122"/>
            </a:endParaRPr>
          </a:p>
        </p:txBody>
      </p:sp>
      <p:sp>
        <p:nvSpPr>
          <p:cNvPr id="105" name="Text 0"/>
          <p:cNvSpPr/>
          <p:nvPr/>
        </p:nvSpPr>
        <p:spPr>
          <a:xfrm>
            <a:off x="572770" y="790575"/>
            <a:ext cx="53492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边缘计算终端（腰挂算力盒）</a:t>
            </a:r>
            <a:endParaRPr lang="en-US" sz="20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pic>
        <p:nvPicPr>
          <p:cNvPr id="15" name="图片 14"/>
          <p:cNvPicPr/>
          <p:nvPr/>
        </p:nvPicPr>
        <p:blipFill>
          <a:blip r:embed="rId6"/>
          <a:srcRect l="17071" t="13986" r="3576" b="29744"/>
          <a:stretch>
            <a:fillRect/>
          </a:stretch>
        </p:blipFill>
        <p:spPr>
          <a:xfrm>
            <a:off x="8029575" y="1397000"/>
            <a:ext cx="3198495" cy="3877945"/>
          </a:xfrm>
          <a:prstGeom prst="roundRect">
            <a:avLst>
              <a:gd name="adj" fmla="val 5629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Shape 4"/>
          <p:cNvSpPr/>
          <p:nvPr>
            <p:custDataLst>
              <p:tags r:id="rId7"/>
            </p:custDataLst>
          </p:nvPr>
        </p:nvSpPr>
        <p:spPr>
          <a:xfrm>
            <a:off x="572770" y="1346200"/>
            <a:ext cx="6731635" cy="1224280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1B2838">
                <a:alpha val="6275"/>
              </a:srgbClr>
            </a:outerShdw>
          </a:effectLst>
        </p:spPr>
      </p:sp>
      <p:sp>
        <p:nvSpPr>
          <p:cNvPr id="7" name="Shape 5"/>
          <p:cNvSpPr/>
          <p:nvPr>
            <p:custDataLst>
              <p:tags r:id="rId8"/>
            </p:custDataLst>
          </p:nvPr>
        </p:nvSpPr>
        <p:spPr>
          <a:xfrm>
            <a:off x="572770" y="1346200"/>
            <a:ext cx="6731000" cy="508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8" name="Shape 6"/>
          <p:cNvSpPr/>
          <p:nvPr>
            <p:custDataLst>
              <p:tags r:id="rId9"/>
            </p:custDataLst>
          </p:nvPr>
        </p:nvSpPr>
        <p:spPr>
          <a:xfrm>
            <a:off x="890270" y="16637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2238" y="16669"/>
                </a:moveTo>
                <a:cubicBezTo>
                  <a:pt x="122238" y="7431"/>
                  <a:pt x="114806" y="0"/>
                  <a:pt x="105569" y="0"/>
                </a:cubicBezTo>
                <a:cubicBezTo>
                  <a:pt x="96331" y="0"/>
                  <a:pt x="88900" y="7431"/>
                  <a:pt x="88900" y="16669"/>
                </a:cubicBezTo>
                <a:lnTo>
                  <a:pt x="88900" y="44450"/>
                </a:lnTo>
                <a:cubicBezTo>
                  <a:pt x="64383" y="44450"/>
                  <a:pt x="44450" y="64383"/>
                  <a:pt x="44450" y="88900"/>
                </a:cubicBezTo>
                <a:lnTo>
                  <a:pt x="16669" y="88900"/>
                </a:lnTo>
                <a:cubicBezTo>
                  <a:pt x="7431" y="88900"/>
                  <a:pt x="0" y="96331"/>
                  <a:pt x="0" y="105569"/>
                </a:cubicBezTo>
                <a:cubicBezTo>
                  <a:pt x="0" y="114806"/>
                  <a:pt x="7431" y="122238"/>
                  <a:pt x="16669" y="122238"/>
                </a:cubicBezTo>
                <a:lnTo>
                  <a:pt x="44450" y="122238"/>
                </a:lnTo>
                <a:lnTo>
                  <a:pt x="44450" y="161131"/>
                </a:lnTo>
                <a:lnTo>
                  <a:pt x="16669" y="161131"/>
                </a:lnTo>
                <a:cubicBezTo>
                  <a:pt x="7431" y="161131"/>
                  <a:pt x="0" y="168563"/>
                  <a:pt x="0" y="177800"/>
                </a:cubicBezTo>
                <a:cubicBezTo>
                  <a:pt x="0" y="187037"/>
                  <a:pt x="7431" y="194469"/>
                  <a:pt x="16669" y="194469"/>
                </a:cubicBezTo>
                <a:lnTo>
                  <a:pt x="44450" y="194469"/>
                </a:lnTo>
                <a:lnTo>
                  <a:pt x="44450" y="233363"/>
                </a:lnTo>
                <a:lnTo>
                  <a:pt x="16669" y="233363"/>
                </a:lnTo>
                <a:cubicBezTo>
                  <a:pt x="7431" y="233363"/>
                  <a:pt x="0" y="240794"/>
                  <a:pt x="0" y="250031"/>
                </a:cubicBezTo>
                <a:cubicBezTo>
                  <a:pt x="0" y="259269"/>
                  <a:pt x="7431" y="266700"/>
                  <a:pt x="16669" y="266700"/>
                </a:cubicBezTo>
                <a:lnTo>
                  <a:pt x="44450" y="266700"/>
                </a:lnTo>
                <a:cubicBezTo>
                  <a:pt x="44450" y="291217"/>
                  <a:pt x="64383" y="311150"/>
                  <a:pt x="88900" y="311150"/>
                </a:cubicBezTo>
                <a:lnTo>
                  <a:pt x="88900" y="338931"/>
                </a:lnTo>
                <a:cubicBezTo>
                  <a:pt x="88900" y="348169"/>
                  <a:pt x="96331" y="355600"/>
                  <a:pt x="105569" y="355600"/>
                </a:cubicBezTo>
                <a:cubicBezTo>
                  <a:pt x="114806" y="355600"/>
                  <a:pt x="122238" y="348169"/>
                  <a:pt x="122238" y="338931"/>
                </a:cubicBezTo>
                <a:lnTo>
                  <a:pt x="122238" y="311150"/>
                </a:lnTo>
                <a:lnTo>
                  <a:pt x="161131" y="311150"/>
                </a:lnTo>
                <a:lnTo>
                  <a:pt x="161131" y="338931"/>
                </a:lnTo>
                <a:cubicBezTo>
                  <a:pt x="161131" y="348169"/>
                  <a:pt x="168563" y="355600"/>
                  <a:pt x="177800" y="355600"/>
                </a:cubicBezTo>
                <a:cubicBezTo>
                  <a:pt x="187037" y="355600"/>
                  <a:pt x="194469" y="348169"/>
                  <a:pt x="194469" y="338931"/>
                </a:cubicBezTo>
                <a:lnTo>
                  <a:pt x="194469" y="311150"/>
                </a:lnTo>
                <a:lnTo>
                  <a:pt x="233363" y="311150"/>
                </a:lnTo>
                <a:lnTo>
                  <a:pt x="233363" y="338931"/>
                </a:lnTo>
                <a:cubicBezTo>
                  <a:pt x="233363" y="348169"/>
                  <a:pt x="240794" y="355600"/>
                  <a:pt x="250031" y="355600"/>
                </a:cubicBezTo>
                <a:cubicBezTo>
                  <a:pt x="259269" y="355600"/>
                  <a:pt x="266700" y="348169"/>
                  <a:pt x="266700" y="338931"/>
                </a:cubicBezTo>
                <a:lnTo>
                  <a:pt x="266700" y="311150"/>
                </a:lnTo>
                <a:cubicBezTo>
                  <a:pt x="291217" y="311150"/>
                  <a:pt x="311150" y="291217"/>
                  <a:pt x="311150" y="266700"/>
                </a:cubicBezTo>
                <a:lnTo>
                  <a:pt x="338931" y="266700"/>
                </a:lnTo>
                <a:cubicBezTo>
                  <a:pt x="348169" y="266700"/>
                  <a:pt x="355600" y="259269"/>
                  <a:pt x="355600" y="250031"/>
                </a:cubicBezTo>
                <a:cubicBezTo>
                  <a:pt x="355600" y="240794"/>
                  <a:pt x="348169" y="233363"/>
                  <a:pt x="338931" y="233363"/>
                </a:cubicBezTo>
                <a:lnTo>
                  <a:pt x="311150" y="233363"/>
                </a:lnTo>
                <a:lnTo>
                  <a:pt x="311150" y="194469"/>
                </a:lnTo>
                <a:lnTo>
                  <a:pt x="338931" y="194469"/>
                </a:lnTo>
                <a:cubicBezTo>
                  <a:pt x="348169" y="194469"/>
                  <a:pt x="355600" y="187037"/>
                  <a:pt x="355600" y="177800"/>
                </a:cubicBezTo>
                <a:cubicBezTo>
                  <a:pt x="355600" y="168563"/>
                  <a:pt x="348169" y="161131"/>
                  <a:pt x="338931" y="161131"/>
                </a:cubicBezTo>
                <a:lnTo>
                  <a:pt x="311150" y="161131"/>
                </a:lnTo>
                <a:lnTo>
                  <a:pt x="311150" y="122238"/>
                </a:lnTo>
                <a:lnTo>
                  <a:pt x="338931" y="122238"/>
                </a:lnTo>
                <a:cubicBezTo>
                  <a:pt x="348169" y="122238"/>
                  <a:pt x="355600" y="114806"/>
                  <a:pt x="355600" y="105569"/>
                </a:cubicBezTo>
                <a:cubicBezTo>
                  <a:pt x="355600" y="96331"/>
                  <a:pt x="348169" y="88900"/>
                  <a:pt x="338931" y="88900"/>
                </a:cubicBezTo>
                <a:lnTo>
                  <a:pt x="311150" y="88900"/>
                </a:lnTo>
                <a:cubicBezTo>
                  <a:pt x="311150" y="64383"/>
                  <a:pt x="291217" y="44450"/>
                  <a:pt x="266700" y="44450"/>
                </a:cubicBezTo>
                <a:lnTo>
                  <a:pt x="266700" y="16669"/>
                </a:lnTo>
                <a:cubicBezTo>
                  <a:pt x="266700" y="7431"/>
                  <a:pt x="259269" y="0"/>
                  <a:pt x="250031" y="0"/>
                </a:cubicBezTo>
                <a:cubicBezTo>
                  <a:pt x="240794" y="0"/>
                  <a:pt x="233363" y="7431"/>
                  <a:pt x="233363" y="16669"/>
                </a:cubicBezTo>
                <a:lnTo>
                  <a:pt x="233363" y="44450"/>
                </a:lnTo>
                <a:lnTo>
                  <a:pt x="194469" y="44450"/>
                </a:lnTo>
                <a:lnTo>
                  <a:pt x="194469" y="16669"/>
                </a:lnTo>
                <a:cubicBezTo>
                  <a:pt x="194469" y="7431"/>
                  <a:pt x="187037" y="0"/>
                  <a:pt x="177800" y="0"/>
                </a:cubicBezTo>
                <a:cubicBezTo>
                  <a:pt x="168563" y="0"/>
                  <a:pt x="161131" y="7431"/>
                  <a:pt x="161131" y="16669"/>
                </a:cubicBezTo>
                <a:lnTo>
                  <a:pt x="161131" y="44450"/>
                </a:lnTo>
                <a:lnTo>
                  <a:pt x="122238" y="44450"/>
                </a:lnTo>
                <a:lnTo>
                  <a:pt x="122238" y="16669"/>
                </a:lnTo>
                <a:close/>
                <a:moveTo>
                  <a:pt x="111125" y="88900"/>
                </a:moveTo>
                <a:lnTo>
                  <a:pt x="244475" y="88900"/>
                </a:lnTo>
                <a:cubicBezTo>
                  <a:pt x="256768" y="88900"/>
                  <a:pt x="266700" y="98832"/>
                  <a:pt x="266700" y="111125"/>
                </a:cubicBezTo>
                <a:lnTo>
                  <a:pt x="266700" y="244475"/>
                </a:lnTo>
                <a:cubicBezTo>
                  <a:pt x="266700" y="256768"/>
                  <a:pt x="256768" y="266700"/>
                  <a:pt x="244475" y="266700"/>
                </a:cubicBezTo>
                <a:lnTo>
                  <a:pt x="111125" y="266700"/>
                </a:lnTo>
                <a:cubicBezTo>
                  <a:pt x="98832" y="266700"/>
                  <a:pt x="88900" y="256768"/>
                  <a:pt x="88900" y="244475"/>
                </a:cubicBezTo>
                <a:lnTo>
                  <a:pt x="88900" y="111125"/>
                </a:lnTo>
                <a:cubicBezTo>
                  <a:pt x="88900" y="98832"/>
                  <a:pt x="98832" y="88900"/>
                  <a:pt x="111125" y="88900"/>
                </a:cubicBezTo>
                <a:close/>
                <a:moveTo>
                  <a:pt x="122238" y="122238"/>
                </a:moveTo>
                <a:lnTo>
                  <a:pt x="122238" y="233363"/>
                </a:lnTo>
                <a:lnTo>
                  <a:pt x="233363" y="233363"/>
                </a:lnTo>
                <a:lnTo>
                  <a:pt x="233363" y="122238"/>
                </a:lnTo>
                <a:lnTo>
                  <a:pt x="122238" y="122238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9" name="Text 7"/>
          <p:cNvSpPr/>
          <p:nvPr>
            <p:custDataLst>
              <p:tags r:id="rId10"/>
            </p:custDataLst>
          </p:nvPr>
        </p:nvSpPr>
        <p:spPr>
          <a:xfrm>
            <a:off x="1398270" y="16002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边缘算力引擎</a:t>
            </a:r>
            <a:endParaRPr lang="en-US" sz="1600" dirty="0"/>
          </a:p>
        </p:txBody>
      </p:sp>
      <p:sp>
        <p:nvSpPr>
          <p:cNvPr id="11" name="Text 8"/>
          <p:cNvSpPr/>
          <p:nvPr>
            <p:custDataLst>
              <p:tags r:id="rId11"/>
            </p:custDataLst>
          </p:nvPr>
        </p:nvSpPr>
        <p:spPr>
          <a:xfrm>
            <a:off x="890270" y="2082800"/>
            <a:ext cx="6096000" cy="444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RK3588/Jetson Nano芯片 · YOLO+V-SLAM · 毫秒级感知避障</a:t>
            </a:r>
            <a:endParaRPr lang="en-US" sz="1600" dirty="0"/>
          </a:p>
        </p:txBody>
      </p:sp>
      <p:sp>
        <p:nvSpPr>
          <p:cNvPr id="12" name="Shape 9"/>
          <p:cNvSpPr/>
          <p:nvPr>
            <p:custDataLst>
              <p:tags r:id="rId12"/>
            </p:custDataLst>
          </p:nvPr>
        </p:nvSpPr>
        <p:spPr>
          <a:xfrm>
            <a:off x="572770" y="2741295"/>
            <a:ext cx="6731000" cy="1224000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1B2838">
                <a:alpha val="6275"/>
              </a:srgbClr>
            </a:outerShdw>
          </a:effectLst>
        </p:spPr>
      </p:sp>
      <p:sp>
        <p:nvSpPr>
          <p:cNvPr id="13" name="Shape 10"/>
          <p:cNvSpPr/>
          <p:nvPr>
            <p:custDataLst>
              <p:tags r:id="rId13"/>
            </p:custDataLst>
          </p:nvPr>
        </p:nvSpPr>
        <p:spPr>
          <a:xfrm>
            <a:off x="572770" y="2741295"/>
            <a:ext cx="6731000" cy="508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14" name="Shape 11"/>
          <p:cNvSpPr/>
          <p:nvPr>
            <p:custDataLst>
              <p:tags r:id="rId14"/>
            </p:custDataLst>
          </p:nvPr>
        </p:nvSpPr>
        <p:spPr>
          <a:xfrm>
            <a:off x="868045" y="3058795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61049" y="7987"/>
                </a:moveTo>
                <a:cubicBezTo>
                  <a:pt x="53201" y="3195"/>
                  <a:pt x="42922" y="5765"/>
                  <a:pt x="38130" y="13613"/>
                </a:cubicBezTo>
                <a:cubicBezTo>
                  <a:pt x="20905" y="42089"/>
                  <a:pt x="11043" y="75496"/>
                  <a:pt x="11043" y="111125"/>
                </a:cubicBezTo>
                <a:cubicBezTo>
                  <a:pt x="11043" y="146754"/>
                  <a:pt x="20905" y="180161"/>
                  <a:pt x="38130" y="208637"/>
                </a:cubicBezTo>
                <a:cubicBezTo>
                  <a:pt x="42922" y="216485"/>
                  <a:pt x="53132" y="219055"/>
                  <a:pt x="61049" y="214263"/>
                </a:cubicBezTo>
                <a:cubicBezTo>
                  <a:pt x="68967" y="209471"/>
                  <a:pt x="71467" y="199261"/>
                  <a:pt x="66675" y="191343"/>
                </a:cubicBezTo>
                <a:cubicBezTo>
                  <a:pt x="52576" y="168007"/>
                  <a:pt x="44450" y="140504"/>
                  <a:pt x="44450" y="111125"/>
                </a:cubicBezTo>
                <a:cubicBezTo>
                  <a:pt x="44450" y="81746"/>
                  <a:pt x="52576" y="54243"/>
                  <a:pt x="66744" y="30837"/>
                </a:cubicBezTo>
                <a:cubicBezTo>
                  <a:pt x="71537" y="22989"/>
                  <a:pt x="68967" y="12710"/>
                  <a:pt x="61119" y="7918"/>
                </a:cubicBezTo>
                <a:close/>
                <a:moveTo>
                  <a:pt x="338931" y="7987"/>
                </a:moveTo>
                <a:cubicBezTo>
                  <a:pt x="331083" y="12779"/>
                  <a:pt x="328513" y="22989"/>
                  <a:pt x="333306" y="30907"/>
                </a:cubicBezTo>
                <a:cubicBezTo>
                  <a:pt x="347474" y="54312"/>
                  <a:pt x="355600" y="81816"/>
                  <a:pt x="355600" y="111194"/>
                </a:cubicBezTo>
                <a:cubicBezTo>
                  <a:pt x="355600" y="140573"/>
                  <a:pt x="347474" y="168077"/>
                  <a:pt x="333306" y="191482"/>
                </a:cubicBezTo>
                <a:cubicBezTo>
                  <a:pt x="328513" y="199330"/>
                  <a:pt x="331083" y="209610"/>
                  <a:pt x="338931" y="214402"/>
                </a:cubicBezTo>
                <a:cubicBezTo>
                  <a:pt x="346779" y="219194"/>
                  <a:pt x="357059" y="216624"/>
                  <a:pt x="361851" y="208776"/>
                </a:cubicBezTo>
                <a:cubicBezTo>
                  <a:pt x="379075" y="180300"/>
                  <a:pt x="388938" y="146893"/>
                  <a:pt x="388938" y="111264"/>
                </a:cubicBezTo>
                <a:cubicBezTo>
                  <a:pt x="388938" y="75634"/>
                  <a:pt x="379075" y="42089"/>
                  <a:pt x="361851" y="13613"/>
                </a:cubicBezTo>
                <a:cubicBezTo>
                  <a:pt x="357059" y="5765"/>
                  <a:pt x="346849" y="3195"/>
                  <a:pt x="338931" y="7987"/>
                </a:cubicBezTo>
                <a:close/>
                <a:moveTo>
                  <a:pt x="222250" y="149602"/>
                </a:moveTo>
                <a:cubicBezTo>
                  <a:pt x="235516" y="141893"/>
                  <a:pt x="244475" y="127585"/>
                  <a:pt x="244475" y="111125"/>
                </a:cubicBezTo>
                <a:cubicBezTo>
                  <a:pt x="244475" y="86608"/>
                  <a:pt x="224542" y="66675"/>
                  <a:pt x="200025" y="66675"/>
                </a:cubicBezTo>
                <a:cubicBezTo>
                  <a:pt x="175508" y="66675"/>
                  <a:pt x="155575" y="86608"/>
                  <a:pt x="155575" y="111125"/>
                </a:cubicBezTo>
                <a:cubicBezTo>
                  <a:pt x="155575" y="127585"/>
                  <a:pt x="164534" y="141962"/>
                  <a:pt x="177800" y="149602"/>
                </a:cubicBezTo>
                <a:lnTo>
                  <a:pt x="177800" y="333375"/>
                </a:lnTo>
                <a:cubicBezTo>
                  <a:pt x="177800" y="345668"/>
                  <a:pt x="187732" y="355600"/>
                  <a:pt x="200025" y="355600"/>
                </a:cubicBezTo>
                <a:cubicBezTo>
                  <a:pt x="212318" y="355600"/>
                  <a:pt x="222250" y="345668"/>
                  <a:pt x="222250" y="333375"/>
                </a:cubicBezTo>
                <a:lnTo>
                  <a:pt x="222250" y="149602"/>
                </a:lnTo>
                <a:close/>
                <a:moveTo>
                  <a:pt x="125155" y="63202"/>
                </a:moveTo>
                <a:cubicBezTo>
                  <a:pt x="130155" y="55424"/>
                  <a:pt x="127863" y="45145"/>
                  <a:pt x="120154" y="40144"/>
                </a:cubicBezTo>
                <a:cubicBezTo>
                  <a:pt x="112445" y="35143"/>
                  <a:pt x="102096" y="37435"/>
                  <a:pt x="97095" y="45145"/>
                </a:cubicBezTo>
                <a:cubicBezTo>
                  <a:pt x="84872" y="64175"/>
                  <a:pt x="77788" y="86816"/>
                  <a:pt x="77788" y="111125"/>
                </a:cubicBezTo>
                <a:cubicBezTo>
                  <a:pt x="77788" y="135434"/>
                  <a:pt x="84872" y="158075"/>
                  <a:pt x="97095" y="177105"/>
                </a:cubicBezTo>
                <a:cubicBezTo>
                  <a:pt x="102096" y="184884"/>
                  <a:pt x="112375" y="187107"/>
                  <a:pt x="120154" y="182106"/>
                </a:cubicBezTo>
                <a:cubicBezTo>
                  <a:pt x="127933" y="177105"/>
                  <a:pt x="130155" y="166826"/>
                  <a:pt x="125155" y="159048"/>
                </a:cubicBezTo>
                <a:cubicBezTo>
                  <a:pt x="116265" y="145226"/>
                  <a:pt x="111125" y="128766"/>
                  <a:pt x="111125" y="111125"/>
                </a:cubicBezTo>
                <a:cubicBezTo>
                  <a:pt x="111125" y="93484"/>
                  <a:pt x="116265" y="77024"/>
                  <a:pt x="125155" y="63202"/>
                </a:cubicBezTo>
                <a:close/>
                <a:moveTo>
                  <a:pt x="302955" y="45145"/>
                </a:moveTo>
                <a:cubicBezTo>
                  <a:pt x="297954" y="37366"/>
                  <a:pt x="287675" y="35143"/>
                  <a:pt x="279896" y="40144"/>
                </a:cubicBezTo>
                <a:cubicBezTo>
                  <a:pt x="272117" y="45145"/>
                  <a:pt x="269895" y="55424"/>
                  <a:pt x="274895" y="63202"/>
                </a:cubicBezTo>
                <a:cubicBezTo>
                  <a:pt x="283785" y="77024"/>
                  <a:pt x="288925" y="93484"/>
                  <a:pt x="288925" y="111125"/>
                </a:cubicBezTo>
                <a:cubicBezTo>
                  <a:pt x="288925" y="128766"/>
                  <a:pt x="283785" y="145226"/>
                  <a:pt x="274895" y="159048"/>
                </a:cubicBezTo>
                <a:cubicBezTo>
                  <a:pt x="269895" y="166826"/>
                  <a:pt x="272187" y="177105"/>
                  <a:pt x="279896" y="182106"/>
                </a:cubicBezTo>
                <a:cubicBezTo>
                  <a:pt x="287605" y="187107"/>
                  <a:pt x="297954" y="184815"/>
                  <a:pt x="302955" y="177105"/>
                </a:cubicBezTo>
                <a:cubicBezTo>
                  <a:pt x="315178" y="158075"/>
                  <a:pt x="322263" y="135434"/>
                  <a:pt x="322263" y="111125"/>
                </a:cubicBezTo>
                <a:cubicBezTo>
                  <a:pt x="322263" y="86816"/>
                  <a:pt x="315178" y="64175"/>
                  <a:pt x="302955" y="45145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16" name="Text 12"/>
          <p:cNvSpPr/>
          <p:nvPr>
            <p:custDataLst>
              <p:tags r:id="rId15"/>
            </p:custDataLst>
          </p:nvPr>
        </p:nvSpPr>
        <p:spPr>
          <a:xfrm>
            <a:off x="1398270" y="2995295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通信中枢</a:t>
            </a:r>
            <a:endParaRPr lang="en-US" sz="1600" dirty="0"/>
          </a:p>
        </p:txBody>
      </p:sp>
      <p:sp>
        <p:nvSpPr>
          <p:cNvPr id="17" name="Text 13"/>
          <p:cNvSpPr/>
          <p:nvPr>
            <p:custDataLst>
              <p:tags r:id="rId16"/>
            </p:custDataLst>
          </p:nvPr>
        </p:nvSpPr>
        <p:spPr>
          <a:xfrm>
            <a:off x="890270" y="3477895"/>
            <a:ext cx="6096000" cy="444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5G/4G/WiFi · GPS/北斗定位 · 端边云协同架构</a:t>
            </a:r>
            <a:endParaRPr lang="en-US" sz="1600" dirty="0"/>
          </a:p>
        </p:txBody>
      </p:sp>
      <p:sp>
        <p:nvSpPr>
          <p:cNvPr id="18" name="Shape 14"/>
          <p:cNvSpPr/>
          <p:nvPr>
            <p:custDataLst>
              <p:tags r:id="rId17"/>
            </p:custDataLst>
          </p:nvPr>
        </p:nvSpPr>
        <p:spPr>
          <a:xfrm>
            <a:off x="572770" y="4131310"/>
            <a:ext cx="6731000" cy="1224000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1B2838">
                <a:alpha val="6275"/>
              </a:srgbClr>
            </a:outerShdw>
          </a:effectLst>
        </p:spPr>
      </p:sp>
      <p:sp>
        <p:nvSpPr>
          <p:cNvPr id="20" name="Shape 15"/>
          <p:cNvSpPr/>
          <p:nvPr>
            <p:custDataLst>
              <p:tags r:id="rId18"/>
            </p:custDataLst>
          </p:nvPr>
        </p:nvSpPr>
        <p:spPr>
          <a:xfrm>
            <a:off x="572770" y="4131310"/>
            <a:ext cx="6731000" cy="508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21" name="Shape 16"/>
          <p:cNvSpPr/>
          <p:nvPr>
            <p:custDataLst>
              <p:tags r:id="rId19"/>
            </p:custDataLst>
          </p:nvPr>
        </p:nvSpPr>
        <p:spPr>
          <a:xfrm>
            <a:off x="845820" y="444881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366712" y="88900"/>
                </a:moveTo>
                <a:cubicBezTo>
                  <a:pt x="372824" y="88900"/>
                  <a:pt x="377825" y="93901"/>
                  <a:pt x="377825" y="100013"/>
                </a:cubicBezTo>
                <a:lnTo>
                  <a:pt x="377825" y="255587"/>
                </a:lnTo>
                <a:cubicBezTo>
                  <a:pt x="377825" y="261699"/>
                  <a:pt x="372824" y="266700"/>
                  <a:pt x="366712" y="266700"/>
                </a:cubicBezTo>
                <a:lnTo>
                  <a:pt x="77788" y="266700"/>
                </a:lnTo>
                <a:cubicBezTo>
                  <a:pt x="71676" y="266700"/>
                  <a:pt x="66675" y="261699"/>
                  <a:pt x="66675" y="255587"/>
                </a:cubicBezTo>
                <a:lnTo>
                  <a:pt x="66675" y="100013"/>
                </a:lnTo>
                <a:cubicBezTo>
                  <a:pt x="66675" y="93901"/>
                  <a:pt x="71676" y="88900"/>
                  <a:pt x="77788" y="88900"/>
                </a:cubicBezTo>
                <a:lnTo>
                  <a:pt x="366712" y="88900"/>
                </a:lnTo>
                <a:close/>
                <a:moveTo>
                  <a:pt x="77788" y="44450"/>
                </a:moveTo>
                <a:cubicBezTo>
                  <a:pt x="47089" y="44450"/>
                  <a:pt x="22225" y="69314"/>
                  <a:pt x="22225" y="100013"/>
                </a:cubicBezTo>
                <a:lnTo>
                  <a:pt x="22225" y="255587"/>
                </a:lnTo>
                <a:cubicBezTo>
                  <a:pt x="22225" y="286286"/>
                  <a:pt x="47089" y="311150"/>
                  <a:pt x="77788" y="311150"/>
                </a:cubicBezTo>
                <a:lnTo>
                  <a:pt x="366712" y="311150"/>
                </a:lnTo>
                <a:cubicBezTo>
                  <a:pt x="397411" y="311150"/>
                  <a:pt x="422275" y="286286"/>
                  <a:pt x="422275" y="255587"/>
                </a:cubicBezTo>
                <a:lnTo>
                  <a:pt x="422275" y="222250"/>
                </a:lnTo>
                <a:cubicBezTo>
                  <a:pt x="434568" y="222250"/>
                  <a:pt x="444500" y="212318"/>
                  <a:pt x="444500" y="200025"/>
                </a:cubicBezTo>
                <a:lnTo>
                  <a:pt x="444500" y="155575"/>
                </a:lnTo>
                <a:cubicBezTo>
                  <a:pt x="444500" y="143282"/>
                  <a:pt x="434568" y="133350"/>
                  <a:pt x="422275" y="133350"/>
                </a:cubicBezTo>
                <a:lnTo>
                  <a:pt x="422275" y="100013"/>
                </a:lnTo>
                <a:cubicBezTo>
                  <a:pt x="422275" y="69314"/>
                  <a:pt x="397411" y="44450"/>
                  <a:pt x="366712" y="44450"/>
                </a:cubicBezTo>
                <a:lnTo>
                  <a:pt x="77788" y="44450"/>
                </a:lnTo>
                <a:close/>
                <a:moveTo>
                  <a:pt x="116681" y="122238"/>
                </a:moveTo>
                <a:cubicBezTo>
                  <a:pt x="107444" y="122238"/>
                  <a:pt x="100013" y="129669"/>
                  <a:pt x="100013" y="138906"/>
                </a:cubicBezTo>
                <a:lnTo>
                  <a:pt x="100013" y="216694"/>
                </a:lnTo>
                <a:cubicBezTo>
                  <a:pt x="100013" y="225931"/>
                  <a:pt x="107444" y="233363"/>
                  <a:pt x="116681" y="233363"/>
                </a:cubicBezTo>
                <a:lnTo>
                  <a:pt x="327819" y="233363"/>
                </a:lnTo>
                <a:cubicBezTo>
                  <a:pt x="337056" y="233363"/>
                  <a:pt x="344488" y="225931"/>
                  <a:pt x="344488" y="216694"/>
                </a:cubicBezTo>
                <a:lnTo>
                  <a:pt x="344488" y="138906"/>
                </a:lnTo>
                <a:cubicBezTo>
                  <a:pt x="344488" y="129669"/>
                  <a:pt x="337056" y="122238"/>
                  <a:pt x="327819" y="122238"/>
                </a:cubicBezTo>
                <a:lnTo>
                  <a:pt x="116681" y="122238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22" name="Text 17"/>
          <p:cNvSpPr/>
          <p:nvPr>
            <p:custDataLst>
              <p:tags r:id="rId20"/>
            </p:custDataLst>
          </p:nvPr>
        </p:nvSpPr>
        <p:spPr>
          <a:xfrm>
            <a:off x="1398270" y="438531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能源中心</a:t>
            </a:r>
            <a:endParaRPr lang="en-US" sz="1600" dirty="0"/>
          </a:p>
        </p:txBody>
      </p:sp>
      <p:sp>
        <p:nvSpPr>
          <p:cNvPr id="23" name="Text 18"/>
          <p:cNvSpPr/>
          <p:nvPr>
            <p:custDataLst>
              <p:tags r:id="rId21"/>
            </p:custDataLst>
          </p:nvPr>
        </p:nvSpPr>
        <p:spPr>
          <a:xfrm>
            <a:off x="890270" y="4867910"/>
            <a:ext cx="6096000" cy="444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10000mAh电池 · 同时为眼镜手杖供电 · 连续工作8小时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527050" y="5608955"/>
            <a:ext cx="10701020" cy="1066800"/>
          </a:xfrm>
          <a:prstGeom prst="rect">
            <a:avLst/>
          </a:prstGeom>
          <a:solidFill>
            <a:srgbClr val="1B2838"/>
          </a:solidFill>
          <a:effectLst>
            <a:outerShdw blurRad="152400" dist="50800" dir="5400000" algn="bl" rotWithShape="0">
              <a:srgbClr val="1B2838">
                <a:alpha val="9412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27050" y="5608955"/>
            <a:ext cx="63500" cy="10656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26" name="Shape 22"/>
          <p:cNvSpPr/>
          <p:nvPr/>
        </p:nvSpPr>
        <p:spPr>
          <a:xfrm>
            <a:off x="908050" y="596455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27" name="Text 23"/>
          <p:cNvSpPr/>
          <p:nvPr/>
        </p:nvSpPr>
        <p:spPr>
          <a:xfrm>
            <a:off x="1352550" y="5799455"/>
            <a:ext cx="127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产品定位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1352550" y="6116955"/>
            <a:ext cx="8255635" cy="44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系统的"大脑"与能源中心。融合计算、供电、通信于一体，高性能AI芯片实现端云协同。</a:t>
            </a:r>
            <a:endParaRPr lang="en-US" sz="1300" dirty="0">
              <a:solidFill>
                <a:srgbClr val="FFFFFF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</p:spTree>
    <p:custDataLst>
      <p:tags r:id="rId2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背景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0"/>
            <a:ext cx="12192000" cy="6852285"/>
          </a:xfrm>
          <a:prstGeom prst="rect">
            <a:avLst/>
          </a:prstGeom>
        </p:spPr>
      </p:pic>
      <p:cxnSp>
        <p:nvCxnSpPr>
          <p:cNvPr id="2" name="26"/>
          <p:cNvCxnSpPr/>
          <p:nvPr>
            <p:custDataLst>
              <p:tags r:id="rId2"/>
            </p:custDataLst>
          </p:nvPr>
        </p:nvCxnSpPr>
        <p:spPr>
          <a:xfrm>
            <a:off x="3096640" y="450188"/>
            <a:ext cx="3183563" cy="0"/>
          </a:xfrm>
          <a:prstGeom prst="line">
            <a:avLst/>
          </a:prstGeom>
          <a:ln w="12700">
            <a:gradFill>
              <a:gsLst>
                <a:gs pos="34000">
                  <a:srgbClr val="3884C0"/>
                </a:gs>
                <a:gs pos="100000">
                  <a:srgbClr val="50B99A">
                    <a:alpha val="0"/>
                  </a:srgbClr>
                </a:gs>
              </a:gsLst>
              <a:lin ang="0" scaled="0"/>
            </a:gra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19860" y="246745"/>
            <a:ext cx="406400" cy="406400"/>
            <a:chOff x="1061" y="-1328"/>
            <a:chExt cx="640" cy="640"/>
          </a:xfrm>
        </p:grpSpPr>
        <p:sp>
          <p:nvSpPr>
            <p:cNvPr id="4" name="27"/>
            <p:cNvSpPr/>
            <p:nvPr>
              <p:custDataLst>
                <p:tags r:id="rId3"/>
              </p:custDataLst>
            </p:nvPr>
          </p:nvSpPr>
          <p:spPr>
            <a:xfrm>
              <a:off x="1061" y="-1328"/>
              <a:ext cx="641" cy="641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rgbClr val="0E4F92"/>
                  </a:gs>
                  <a:gs pos="100000">
                    <a:srgbClr val="50B99A"/>
                  </a:gs>
                </a:gsLst>
                <a:path path="circle">
                  <a:fillToRect r="100000" b="100000"/>
                </a:path>
                <a:tileRect l="-100000" t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" name="28"/>
            <p:cNvSpPr/>
            <p:nvPr>
              <p:custDataLst>
                <p:tags r:id="rId4"/>
              </p:custDataLst>
            </p:nvPr>
          </p:nvSpPr>
          <p:spPr>
            <a:xfrm>
              <a:off x="1146" y="-1243"/>
              <a:ext cx="471" cy="471"/>
            </a:xfrm>
            <a:custGeom>
              <a:avLst/>
              <a:gdLst>
                <a:gd name="connsiteX0" fmla="*/ 203577 w 407154"/>
                <a:gd name="connsiteY0" fmla="*/ 0 h 407154"/>
                <a:gd name="connsiteX1" fmla="*/ 407154 w 407154"/>
                <a:gd name="connsiteY1" fmla="*/ 203577 h 407154"/>
                <a:gd name="connsiteX2" fmla="*/ 203577 w 407154"/>
                <a:gd name="connsiteY2" fmla="*/ 407154 h 407154"/>
                <a:gd name="connsiteX3" fmla="*/ 0 w 407154"/>
                <a:gd name="connsiteY3" fmla="*/ 203577 h 407154"/>
                <a:gd name="connsiteX4" fmla="*/ 203577 w 407154"/>
                <a:gd name="connsiteY4" fmla="*/ 0 h 407154"/>
                <a:gd name="connsiteX5" fmla="*/ 203576 w 407154"/>
                <a:gd name="connsiteY5" fmla="*/ 113987 h 407154"/>
                <a:gd name="connsiteX6" fmla="*/ 113987 w 407154"/>
                <a:gd name="connsiteY6" fmla="*/ 203576 h 407154"/>
                <a:gd name="connsiteX7" fmla="*/ 203576 w 407154"/>
                <a:gd name="connsiteY7" fmla="*/ 293165 h 407154"/>
                <a:gd name="connsiteX8" fmla="*/ 293165 w 407154"/>
                <a:gd name="connsiteY8" fmla="*/ 203576 h 407154"/>
                <a:gd name="connsiteX9" fmla="*/ 203576 w 407154"/>
                <a:gd name="connsiteY9" fmla="*/ 113987 h 407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154" h="407154">
                  <a:moveTo>
                    <a:pt x="203577" y="0"/>
                  </a:moveTo>
                  <a:cubicBezTo>
                    <a:pt x="316009" y="0"/>
                    <a:pt x="407154" y="91145"/>
                    <a:pt x="407154" y="203577"/>
                  </a:cubicBezTo>
                  <a:cubicBezTo>
                    <a:pt x="407154" y="316009"/>
                    <a:pt x="316009" y="407154"/>
                    <a:pt x="203577" y="407154"/>
                  </a:cubicBezTo>
                  <a:cubicBezTo>
                    <a:pt x="91145" y="407154"/>
                    <a:pt x="0" y="316009"/>
                    <a:pt x="0" y="203577"/>
                  </a:cubicBezTo>
                  <a:cubicBezTo>
                    <a:pt x="0" y="91145"/>
                    <a:pt x="91145" y="0"/>
                    <a:pt x="203577" y="0"/>
                  </a:cubicBezTo>
                  <a:close/>
                  <a:moveTo>
                    <a:pt x="203576" y="113987"/>
                  </a:moveTo>
                  <a:cubicBezTo>
                    <a:pt x="154097" y="113987"/>
                    <a:pt x="113987" y="154097"/>
                    <a:pt x="113987" y="203576"/>
                  </a:cubicBezTo>
                  <a:cubicBezTo>
                    <a:pt x="113987" y="253055"/>
                    <a:pt x="154097" y="293165"/>
                    <a:pt x="203576" y="293165"/>
                  </a:cubicBezTo>
                  <a:cubicBezTo>
                    <a:pt x="253055" y="293165"/>
                    <a:pt x="293165" y="253055"/>
                    <a:pt x="293165" y="203576"/>
                  </a:cubicBezTo>
                  <a:cubicBezTo>
                    <a:pt x="293165" y="154097"/>
                    <a:pt x="253055" y="113987"/>
                    <a:pt x="203576" y="113987"/>
                  </a:cubicBezTo>
                  <a:close/>
                </a:path>
              </a:pathLst>
            </a:custGeom>
            <a:gradFill>
              <a:gsLst>
                <a:gs pos="60000">
                  <a:srgbClr val="0E4F92"/>
                </a:gs>
                <a:gs pos="100000">
                  <a:srgbClr val="50B99A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0" name="29"/>
          <p:cNvSpPr txBox="1"/>
          <p:nvPr>
            <p:custDataLst>
              <p:tags r:id="rId5"/>
            </p:custDataLst>
          </p:nvPr>
        </p:nvSpPr>
        <p:spPr>
          <a:xfrm>
            <a:off x="572634" y="212381"/>
            <a:ext cx="1452880" cy="47561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defTabSz="348615">
              <a:defRPr sz="3200">
                <a:gradFill flip="none" rotWithShape="1">
                  <a:gsLst>
                    <a:gs pos="81000">
                      <a:schemeClr val="accent1">
                        <a:lumMod val="10000"/>
                        <a:lumOff val="90000"/>
                      </a:schemeClr>
                    </a:gs>
                    <a:gs pos="0">
                      <a:schemeClr val="accent2">
                        <a:lumMod val="10000"/>
                        <a:lumOff val="90000"/>
                      </a:schemeClr>
                    </a:gs>
                    <a:gs pos="33000">
                      <a:schemeClr val="bg1">
                        <a:lumMod val="91000"/>
                        <a:lumOff val="9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50800" dist="76200" dir="5400000" algn="t" rotWithShape="0">
                    <a:prstClr val="black">
                      <a:alpha val="5000"/>
                    </a:prstClr>
                  </a:outerShdw>
                </a:effectLst>
                <a:latin typeface="MiSans Demibold" panose="00000700000000000000" pitchFamily="2" charset="-122"/>
                <a:ea typeface="MiSans Demibold" panose="00000700000000000000" pitchFamily="2" charset="-122"/>
                <a:cs typeface="阿里巴巴普惠体 2.0 115 Black" panose="00020600040101010101" pitchFamily="18" charset="-122"/>
              </a:defRPr>
            </a:lvl1pPr>
          </a:lstStyle>
          <a:p>
            <a:pPr algn="l"/>
            <a:r>
              <a:rPr lang="zh-CN" altLang="en-US" sz="2500" b="1" dirty="0">
                <a:solidFill>
                  <a:srgbClr val="052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关键技术</a:t>
            </a:r>
            <a:endParaRPr lang="zh-CN" altLang="en-US" sz="2500" b="1" dirty="0">
              <a:solidFill>
                <a:srgbClr val="052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Shape 4"/>
          <p:cNvSpPr/>
          <p:nvPr>
            <p:custDataLst>
              <p:tags r:id="rId6"/>
            </p:custDataLst>
          </p:nvPr>
        </p:nvSpPr>
        <p:spPr>
          <a:xfrm>
            <a:off x="173990" y="951865"/>
            <a:ext cx="3600000" cy="4699000"/>
          </a:xfrm>
          <a:prstGeom prst="rect">
            <a:avLst/>
          </a:prstGeom>
          <a:solidFill>
            <a:srgbClr val="FFFFFF"/>
          </a:solidFill>
          <a:effectLst>
            <a:outerShdw blurRad="152400" dist="50800" dir="5400000" algn="bl" rotWithShape="0">
              <a:srgbClr val="1B2838">
                <a:alpha val="7059"/>
              </a:srgbClr>
            </a:outerShdw>
          </a:effectLst>
        </p:spPr>
      </p:sp>
      <p:sp>
        <p:nvSpPr>
          <p:cNvPr id="44" name="Shape 5"/>
          <p:cNvSpPr/>
          <p:nvPr>
            <p:custDataLst>
              <p:tags r:id="rId7"/>
            </p:custDataLst>
          </p:nvPr>
        </p:nvSpPr>
        <p:spPr>
          <a:xfrm>
            <a:off x="173990" y="951865"/>
            <a:ext cx="3600000" cy="508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45" name="Shape 6"/>
          <p:cNvSpPr/>
          <p:nvPr>
            <p:custDataLst>
              <p:tags r:id="rId8"/>
            </p:custDataLst>
          </p:nvPr>
        </p:nvSpPr>
        <p:spPr>
          <a:xfrm>
            <a:off x="427990" y="1307465"/>
            <a:ext cx="609600" cy="609600"/>
          </a:xfrm>
          <a:prstGeom prst="ellipse">
            <a:avLst/>
          </a:prstGeom>
          <a:solidFill>
            <a:srgbClr val="D4A056">
              <a:alpha val="8235"/>
            </a:srgbClr>
          </a:solidFill>
        </p:spPr>
      </p:sp>
      <p:sp>
        <p:nvSpPr>
          <p:cNvPr id="46" name="Shape 7"/>
          <p:cNvSpPr/>
          <p:nvPr>
            <p:custDataLst>
              <p:tags r:id="rId9"/>
            </p:custDataLst>
          </p:nvPr>
        </p:nvSpPr>
        <p:spPr>
          <a:xfrm>
            <a:off x="561340" y="1459865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9050" y="71080"/>
                </a:moveTo>
                <a:cubicBezTo>
                  <a:pt x="7680" y="64532"/>
                  <a:pt x="0" y="52209"/>
                  <a:pt x="0" y="38100"/>
                </a:cubicBezTo>
                <a:cubicBezTo>
                  <a:pt x="0" y="17085"/>
                  <a:pt x="17085" y="0"/>
                  <a:pt x="38100" y="0"/>
                </a:cubicBezTo>
                <a:cubicBezTo>
                  <a:pt x="52209" y="0"/>
                  <a:pt x="64532" y="7680"/>
                  <a:pt x="71080" y="19050"/>
                </a:cubicBezTo>
                <a:lnTo>
                  <a:pt x="271760" y="19050"/>
                </a:lnTo>
                <a:cubicBezTo>
                  <a:pt x="278368" y="7680"/>
                  <a:pt x="290632" y="0"/>
                  <a:pt x="304740" y="0"/>
                </a:cubicBezTo>
                <a:cubicBezTo>
                  <a:pt x="325755" y="0"/>
                  <a:pt x="342840" y="17085"/>
                  <a:pt x="342840" y="38100"/>
                </a:cubicBezTo>
                <a:cubicBezTo>
                  <a:pt x="342840" y="52209"/>
                  <a:pt x="335161" y="64532"/>
                  <a:pt x="323790" y="71080"/>
                </a:cubicBezTo>
                <a:lnTo>
                  <a:pt x="323790" y="233660"/>
                </a:lnTo>
                <a:cubicBezTo>
                  <a:pt x="335161" y="240268"/>
                  <a:pt x="342840" y="252532"/>
                  <a:pt x="342840" y="266640"/>
                </a:cubicBezTo>
                <a:cubicBezTo>
                  <a:pt x="342840" y="287655"/>
                  <a:pt x="325755" y="304740"/>
                  <a:pt x="304740" y="304740"/>
                </a:cubicBezTo>
                <a:cubicBezTo>
                  <a:pt x="290632" y="304740"/>
                  <a:pt x="278309" y="297061"/>
                  <a:pt x="271760" y="285690"/>
                </a:cubicBezTo>
                <a:lnTo>
                  <a:pt x="71080" y="285690"/>
                </a:lnTo>
                <a:cubicBezTo>
                  <a:pt x="64472" y="297061"/>
                  <a:pt x="52209" y="304740"/>
                  <a:pt x="38100" y="304740"/>
                </a:cubicBezTo>
                <a:cubicBezTo>
                  <a:pt x="17085" y="304740"/>
                  <a:pt x="0" y="287655"/>
                  <a:pt x="0" y="266640"/>
                </a:cubicBezTo>
                <a:cubicBezTo>
                  <a:pt x="0" y="252532"/>
                  <a:pt x="7680" y="240209"/>
                  <a:pt x="19050" y="233660"/>
                </a:cubicBezTo>
                <a:lnTo>
                  <a:pt x="19050" y="71080"/>
                </a:lnTo>
                <a:close/>
                <a:moveTo>
                  <a:pt x="285750" y="71080"/>
                </a:moveTo>
                <a:cubicBezTo>
                  <a:pt x="279975" y="67747"/>
                  <a:pt x="275153" y="62925"/>
                  <a:pt x="271820" y="57150"/>
                </a:cubicBezTo>
                <a:lnTo>
                  <a:pt x="71080" y="57150"/>
                </a:lnTo>
                <a:cubicBezTo>
                  <a:pt x="67747" y="62925"/>
                  <a:pt x="62925" y="67747"/>
                  <a:pt x="57150" y="71080"/>
                </a:cubicBezTo>
                <a:lnTo>
                  <a:pt x="57150" y="233660"/>
                </a:lnTo>
                <a:cubicBezTo>
                  <a:pt x="62925" y="236994"/>
                  <a:pt x="67747" y="241816"/>
                  <a:pt x="71080" y="247590"/>
                </a:cubicBezTo>
                <a:lnTo>
                  <a:pt x="271760" y="247590"/>
                </a:lnTo>
                <a:cubicBezTo>
                  <a:pt x="275094" y="241816"/>
                  <a:pt x="279916" y="236994"/>
                  <a:pt x="285690" y="233660"/>
                </a:cubicBezTo>
                <a:lnTo>
                  <a:pt x="285690" y="71080"/>
                </a:lnTo>
                <a:close/>
                <a:moveTo>
                  <a:pt x="85725" y="104775"/>
                </a:moveTo>
                <a:cubicBezTo>
                  <a:pt x="85725" y="94238"/>
                  <a:pt x="94238" y="85725"/>
                  <a:pt x="104775" y="85725"/>
                </a:cubicBezTo>
                <a:lnTo>
                  <a:pt x="171450" y="85725"/>
                </a:lnTo>
                <a:cubicBezTo>
                  <a:pt x="181987" y="85725"/>
                  <a:pt x="190500" y="94238"/>
                  <a:pt x="190500" y="104775"/>
                </a:cubicBezTo>
                <a:lnTo>
                  <a:pt x="190500" y="142875"/>
                </a:lnTo>
                <a:cubicBezTo>
                  <a:pt x="190500" y="153412"/>
                  <a:pt x="181987" y="161925"/>
                  <a:pt x="171450" y="161925"/>
                </a:cubicBezTo>
                <a:lnTo>
                  <a:pt x="104775" y="161925"/>
                </a:lnTo>
                <a:cubicBezTo>
                  <a:pt x="94238" y="161925"/>
                  <a:pt x="85725" y="153412"/>
                  <a:pt x="85725" y="142875"/>
                </a:cubicBezTo>
                <a:lnTo>
                  <a:pt x="85725" y="104775"/>
                </a:lnTo>
                <a:close/>
                <a:moveTo>
                  <a:pt x="152400" y="190500"/>
                </a:moveTo>
                <a:lnTo>
                  <a:pt x="171450" y="190500"/>
                </a:lnTo>
                <a:cubicBezTo>
                  <a:pt x="197763" y="190500"/>
                  <a:pt x="219075" y="169188"/>
                  <a:pt x="219075" y="142875"/>
                </a:cubicBezTo>
                <a:lnTo>
                  <a:pt x="238125" y="142875"/>
                </a:lnTo>
                <a:cubicBezTo>
                  <a:pt x="248662" y="142875"/>
                  <a:pt x="257175" y="151388"/>
                  <a:pt x="257175" y="161925"/>
                </a:cubicBezTo>
                <a:lnTo>
                  <a:pt x="257175" y="200025"/>
                </a:lnTo>
                <a:cubicBezTo>
                  <a:pt x="257175" y="210562"/>
                  <a:pt x="248662" y="219075"/>
                  <a:pt x="238125" y="219075"/>
                </a:cubicBezTo>
                <a:lnTo>
                  <a:pt x="171450" y="219075"/>
                </a:lnTo>
                <a:cubicBezTo>
                  <a:pt x="160913" y="219075"/>
                  <a:pt x="152400" y="210562"/>
                  <a:pt x="152400" y="200025"/>
                </a:cubicBezTo>
                <a:lnTo>
                  <a:pt x="152400" y="190500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48" name="Text 8"/>
          <p:cNvSpPr/>
          <p:nvPr>
            <p:custDataLst>
              <p:tags r:id="rId10"/>
            </p:custDataLst>
          </p:nvPr>
        </p:nvSpPr>
        <p:spPr>
          <a:xfrm>
            <a:off x="1253490" y="1396365"/>
            <a:ext cx="3302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多传感器融合</a:t>
            </a:r>
            <a:endParaRPr lang="en-US" sz="1600" dirty="0"/>
          </a:p>
        </p:txBody>
      </p:sp>
      <p:sp>
        <p:nvSpPr>
          <p:cNvPr id="51" name="Shape 9"/>
          <p:cNvSpPr/>
          <p:nvPr>
            <p:custDataLst>
              <p:tags r:id="rId11"/>
            </p:custDataLst>
          </p:nvPr>
        </p:nvSpPr>
        <p:spPr>
          <a:xfrm>
            <a:off x="427990" y="2094865"/>
            <a:ext cx="381000" cy="254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52" name="Text 10"/>
          <p:cNvSpPr/>
          <p:nvPr>
            <p:custDataLst>
              <p:tags r:id="rId12"/>
            </p:custDataLst>
          </p:nvPr>
        </p:nvSpPr>
        <p:spPr>
          <a:xfrm>
            <a:off x="427990" y="2348865"/>
            <a:ext cx="4191000" cy="304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500" b="1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时间</a:t>
            </a:r>
            <a:r>
              <a:rPr lang="zh-CN" altLang="en-US" sz="1500" b="1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与空间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zh-CN" alt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融合视觉相机与测距雷达数据，</a:t>
            </a:r>
            <a:endParaRPr lang="zh-CN" altLang="en-US" sz="1500" dirty="0">
              <a:solidFill>
                <a:srgbClr val="141B24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  <a:p>
            <a:pPr>
              <a:lnSpc>
                <a:spcPct val="180000"/>
              </a:lnSpc>
            </a:pPr>
            <a:r>
              <a:rPr lang="zh-CN" alt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实现时间同步与空间对齐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zh-CN" altLang="en-US" sz="1500" b="1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互补感知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zh-CN" alt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视觉识别行人，手杖探测地面障碍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卡尔曼滤波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平滑噪声，降低误报</a:t>
            </a:r>
            <a:endParaRPr lang="en-US" sz="1600" dirty="0"/>
          </a:p>
        </p:txBody>
      </p:sp>
      <p:sp>
        <p:nvSpPr>
          <p:cNvPr id="55" name="Shape 11"/>
          <p:cNvSpPr/>
          <p:nvPr>
            <p:custDataLst>
              <p:tags r:id="rId13"/>
            </p:custDataLst>
          </p:nvPr>
        </p:nvSpPr>
        <p:spPr>
          <a:xfrm>
            <a:off x="4296410" y="951865"/>
            <a:ext cx="3600000" cy="4699000"/>
          </a:xfrm>
          <a:prstGeom prst="rect">
            <a:avLst/>
          </a:prstGeom>
          <a:solidFill>
            <a:srgbClr val="FFFFFF"/>
          </a:solidFill>
          <a:effectLst>
            <a:outerShdw blurRad="152400" dist="50800" dir="5400000" algn="bl" rotWithShape="0">
              <a:srgbClr val="1B2838">
                <a:alpha val="7059"/>
              </a:srgbClr>
            </a:outerShdw>
          </a:effectLst>
        </p:spPr>
        <p:txBody>
          <a:bodyPr/>
          <a:p>
            <a:endParaRPr lang="en-US" altLang="zh-CN"/>
          </a:p>
        </p:txBody>
      </p:sp>
      <p:sp>
        <p:nvSpPr>
          <p:cNvPr id="56" name="Shape 12"/>
          <p:cNvSpPr/>
          <p:nvPr>
            <p:custDataLst>
              <p:tags r:id="rId14"/>
            </p:custDataLst>
          </p:nvPr>
        </p:nvSpPr>
        <p:spPr>
          <a:xfrm>
            <a:off x="4297680" y="951865"/>
            <a:ext cx="3600000" cy="508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57" name="Shape 13"/>
          <p:cNvSpPr/>
          <p:nvPr>
            <p:custDataLst>
              <p:tags r:id="rId15"/>
            </p:custDataLst>
          </p:nvPr>
        </p:nvSpPr>
        <p:spPr>
          <a:xfrm>
            <a:off x="4550410" y="1307465"/>
            <a:ext cx="609600" cy="609600"/>
          </a:xfrm>
          <a:prstGeom prst="ellipse">
            <a:avLst/>
          </a:prstGeom>
          <a:solidFill>
            <a:srgbClr val="D4A056">
              <a:alpha val="8235"/>
            </a:srgbClr>
          </a:solidFill>
        </p:spPr>
      </p:sp>
      <p:sp>
        <p:nvSpPr>
          <p:cNvPr id="59" name="Shape 14"/>
          <p:cNvSpPr/>
          <p:nvPr>
            <p:custDataLst>
              <p:tags r:id="rId16"/>
            </p:custDataLst>
          </p:nvPr>
        </p:nvSpPr>
        <p:spPr>
          <a:xfrm>
            <a:off x="4683760" y="1459865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85725" y="285750"/>
                </a:moveTo>
                <a:cubicBezTo>
                  <a:pt x="38398" y="285750"/>
                  <a:pt x="0" y="247352"/>
                  <a:pt x="0" y="200025"/>
                </a:cubicBezTo>
                <a:cubicBezTo>
                  <a:pt x="0" y="162282"/>
                  <a:pt x="24408" y="130254"/>
                  <a:pt x="58281" y="118765"/>
                </a:cubicBezTo>
                <a:cubicBezTo>
                  <a:pt x="57507" y="114181"/>
                  <a:pt x="57150" y="109537"/>
                  <a:pt x="57150" y="104775"/>
                </a:cubicBezTo>
                <a:cubicBezTo>
                  <a:pt x="57150" y="57448"/>
                  <a:pt x="95548" y="19050"/>
                  <a:pt x="142875" y="19050"/>
                </a:cubicBezTo>
                <a:cubicBezTo>
                  <a:pt x="175855" y="19050"/>
                  <a:pt x="204490" y="37683"/>
                  <a:pt x="218837" y="64949"/>
                </a:cubicBezTo>
                <a:cubicBezTo>
                  <a:pt x="227290" y="60007"/>
                  <a:pt x="237173" y="57150"/>
                  <a:pt x="247650" y="57150"/>
                </a:cubicBezTo>
                <a:cubicBezTo>
                  <a:pt x="279202" y="57150"/>
                  <a:pt x="304800" y="82748"/>
                  <a:pt x="304800" y="114300"/>
                </a:cubicBezTo>
                <a:cubicBezTo>
                  <a:pt x="304800" y="123646"/>
                  <a:pt x="302538" y="132517"/>
                  <a:pt x="298549" y="140315"/>
                </a:cubicBezTo>
                <a:cubicBezTo>
                  <a:pt x="324743" y="152400"/>
                  <a:pt x="342900" y="178832"/>
                  <a:pt x="342900" y="209550"/>
                </a:cubicBezTo>
                <a:cubicBezTo>
                  <a:pt x="342900" y="251639"/>
                  <a:pt x="308789" y="285750"/>
                  <a:pt x="266700" y="285750"/>
                </a:cubicBezTo>
                <a:lnTo>
                  <a:pt x="85725" y="285750"/>
                </a:lnTo>
                <a:close/>
                <a:moveTo>
                  <a:pt x="181570" y="113705"/>
                </a:moveTo>
                <a:cubicBezTo>
                  <a:pt x="175974" y="108109"/>
                  <a:pt x="166926" y="108109"/>
                  <a:pt x="161389" y="113705"/>
                </a:cubicBezTo>
                <a:lnTo>
                  <a:pt x="118527" y="156567"/>
                </a:lnTo>
                <a:cubicBezTo>
                  <a:pt x="112931" y="162163"/>
                  <a:pt x="112931" y="171212"/>
                  <a:pt x="118527" y="176748"/>
                </a:cubicBezTo>
                <a:cubicBezTo>
                  <a:pt x="124123" y="182285"/>
                  <a:pt x="133171" y="182344"/>
                  <a:pt x="138708" y="176748"/>
                </a:cubicBezTo>
                <a:lnTo>
                  <a:pt x="157163" y="158294"/>
                </a:lnTo>
                <a:lnTo>
                  <a:pt x="157163" y="219075"/>
                </a:lnTo>
                <a:cubicBezTo>
                  <a:pt x="157163" y="226993"/>
                  <a:pt x="163532" y="233363"/>
                  <a:pt x="171450" y="233363"/>
                </a:cubicBezTo>
                <a:cubicBezTo>
                  <a:pt x="179368" y="233363"/>
                  <a:pt x="185738" y="226993"/>
                  <a:pt x="185738" y="219075"/>
                </a:cubicBezTo>
                <a:lnTo>
                  <a:pt x="185738" y="158294"/>
                </a:lnTo>
                <a:lnTo>
                  <a:pt x="204192" y="176748"/>
                </a:lnTo>
                <a:cubicBezTo>
                  <a:pt x="209788" y="182344"/>
                  <a:pt x="218837" y="182344"/>
                  <a:pt x="224373" y="176748"/>
                </a:cubicBezTo>
                <a:cubicBezTo>
                  <a:pt x="229910" y="171152"/>
                  <a:pt x="229969" y="162104"/>
                  <a:pt x="224373" y="156567"/>
                </a:cubicBezTo>
                <a:lnTo>
                  <a:pt x="181511" y="113705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60" name="Text 15"/>
          <p:cNvSpPr/>
          <p:nvPr>
            <p:custDataLst>
              <p:tags r:id="rId17"/>
            </p:custDataLst>
          </p:nvPr>
        </p:nvSpPr>
        <p:spPr>
          <a:xfrm>
            <a:off x="5375910" y="1396365"/>
            <a:ext cx="193167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端云协同架构</a:t>
            </a:r>
            <a:endParaRPr lang="en-US" sz="1600" dirty="0"/>
          </a:p>
        </p:txBody>
      </p:sp>
      <p:sp>
        <p:nvSpPr>
          <p:cNvPr id="61" name="Shape 16"/>
          <p:cNvSpPr/>
          <p:nvPr>
            <p:custDataLst>
              <p:tags r:id="rId18"/>
            </p:custDataLst>
          </p:nvPr>
        </p:nvSpPr>
        <p:spPr>
          <a:xfrm>
            <a:off x="4550410" y="2094865"/>
            <a:ext cx="381000" cy="254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63" name="Text 17"/>
          <p:cNvSpPr/>
          <p:nvPr>
            <p:custDataLst>
              <p:tags r:id="rId19"/>
            </p:custDataLst>
          </p:nvPr>
        </p:nvSpPr>
        <p:spPr>
          <a:xfrm>
            <a:off x="4550410" y="2348865"/>
            <a:ext cx="3295015" cy="3141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500" b="1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端侧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实时避障、信号灯识别</a:t>
            </a:r>
            <a:r>
              <a:rPr lang="zh-CN" alt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等</a:t>
            </a:r>
            <a:r>
              <a:rPr lang="en-US" altLang="zh-CN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“</a:t>
            </a:r>
            <a:r>
              <a:rPr lang="zh-CN" alt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生存级</a:t>
            </a:r>
            <a:r>
              <a:rPr lang="en-US" altLang="zh-CN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”</a:t>
            </a:r>
            <a:r>
              <a:rPr lang="zh-CN" alt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任务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云端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OCR、场景描述</a:t>
            </a:r>
            <a:r>
              <a:rPr lang="zh-CN" alt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等</a:t>
            </a:r>
            <a:r>
              <a:rPr lang="en-US" altLang="zh-CN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“</a:t>
            </a:r>
            <a:r>
              <a:rPr lang="zh-CN" alt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认知级</a:t>
            </a:r>
            <a:r>
              <a:rPr lang="en-US" altLang="zh-CN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”</a:t>
            </a:r>
            <a:r>
              <a:rPr lang="zh-CN" alt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任务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zh-CN" altLang="en-US" sz="1500" b="1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离线能力与</a:t>
            </a:r>
            <a:r>
              <a:rPr lang="en-US" sz="1500" b="1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延迟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zh-CN" alt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边缘设备可独立运行，</a:t>
            </a:r>
            <a:r>
              <a:rPr 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离线可用</a:t>
            </a:r>
            <a:endParaRPr lang="en-US" sz="1500" dirty="0">
              <a:solidFill>
                <a:srgbClr val="141B24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  <a:p>
            <a:pPr>
              <a:lnSpc>
                <a:spcPct val="180000"/>
              </a:lnSpc>
            </a:pPr>
            <a:r>
              <a:rPr lang="zh-CN" alt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  <a:sym typeface="+mn-ea"/>
              </a:rPr>
              <a:t>利用</a:t>
            </a:r>
            <a:r>
              <a:rPr lang="en-US" altLang="zh-CN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  <a:sym typeface="+mn-ea"/>
              </a:rPr>
              <a:t>5G</a:t>
            </a:r>
            <a:r>
              <a:rPr lang="zh-CN" alt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  <a:sym typeface="+mn-ea"/>
              </a:rPr>
              <a:t>将</a:t>
            </a:r>
            <a:r>
              <a:rPr 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  <a:sym typeface="+mn-ea"/>
              </a:rPr>
              <a:t>往返</a:t>
            </a:r>
            <a:r>
              <a:rPr lang="zh-CN" alt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  <a:sym typeface="+mn-ea"/>
              </a:rPr>
              <a:t>延迟控制在</a:t>
            </a:r>
            <a:r>
              <a:rPr 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  <a:sym typeface="+mn-ea"/>
              </a:rPr>
              <a:t>数百毫秒</a:t>
            </a:r>
            <a:endParaRPr lang="en-US" sz="1500" dirty="0">
              <a:solidFill>
                <a:srgbClr val="141B24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  <a:sym typeface="+mn-ea"/>
            </a:endParaRPr>
          </a:p>
        </p:txBody>
      </p:sp>
      <p:sp>
        <p:nvSpPr>
          <p:cNvPr id="64" name="Shape 18"/>
          <p:cNvSpPr/>
          <p:nvPr>
            <p:custDataLst>
              <p:tags r:id="rId20"/>
            </p:custDataLst>
          </p:nvPr>
        </p:nvSpPr>
        <p:spPr>
          <a:xfrm>
            <a:off x="8418830" y="951865"/>
            <a:ext cx="3600000" cy="4699000"/>
          </a:xfrm>
          <a:prstGeom prst="rect">
            <a:avLst/>
          </a:prstGeom>
          <a:solidFill>
            <a:srgbClr val="FFFFFF"/>
          </a:solidFill>
          <a:effectLst>
            <a:outerShdw blurRad="152400" dist="50800" dir="5400000" algn="bl" rotWithShape="0">
              <a:srgbClr val="1B2838">
                <a:alpha val="7059"/>
              </a:srgbClr>
            </a:outerShdw>
          </a:effectLst>
        </p:spPr>
      </p:sp>
      <p:sp>
        <p:nvSpPr>
          <p:cNvPr id="65" name="Shape 19"/>
          <p:cNvSpPr/>
          <p:nvPr>
            <p:custDataLst>
              <p:tags r:id="rId21"/>
            </p:custDataLst>
          </p:nvPr>
        </p:nvSpPr>
        <p:spPr>
          <a:xfrm>
            <a:off x="8418830" y="951865"/>
            <a:ext cx="3600000" cy="508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66" name="Shape 20"/>
          <p:cNvSpPr/>
          <p:nvPr>
            <p:custDataLst>
              <p:tags r:id="rId22"/>
            </p:custDataLst>
          </p:nvPr>
        </p:nvSpPr>
        <p:spPr>
          <a:xfrm>
            <a:off x="8672830" y="1307465"/>
            <a:ext cx="609600" cy="609600"/>
          </a:xfrm>
          <a:prstGeom prst="ellipse">
            <a:avLst/>
          </a:prstGeom>
          <a:solidFill>
            <a:srgbClr val="D4A056">
              <a:alpha val="8235"/>
            </a:srgbClr>
          </a:solidFill>
        </p:spPr>
      </p:sp>
      <p:sp>
        <p:nvSpPr>
          <p:cNvPr id="67" name="Shape 21"/>
          <p:cNvSpPr/>
          <p:nvPr>
            <p:custDataLst>
              <p:tags r:id="rId23"/>
            </p:custDataLst>
          </p:nvPr>
        </p:nvSpPr>
        <p:spPr>
          <a:xfrm>
            <a:off x="8825230" y="145986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25981" y="179"/>
                </a:moveTo>
                <a:cubicBezTo>
                  <a:pt x="220682" y="893"/>
                  <a:pt x="215741" y="3870"/>
                  <a:pt x="212646" y="8573"/>
                </a:cubicBezTo>
                <a:cubicBezTo>
                  <a:pt x="208598" y="14764"/>
                  <a:pt x="208478" y="22920"/>
                  <a:pt x="212408" y="29170"/>
                </a:cubicBezTo>
                <a:cubicBezTo>
                  <a:pt x="215741" y="34469"/>
                  <a:pt x="221635" y="36731"/>
                  <a:pt x="226576" y="40184"/>
                </a:cubicBezTo>
                <a:cubicBezTo>
                  <a:pt x="231041" y="43279"/>
                  <a:pt x="237053" y="48042"/>
                  <a:pt x="243066" y="54590"/>
                </a:cubicBezTo>
                <a:cubicBezTo>
                  <a:pt x="254972" y="67508"/>
                  <a:pt x="266581" y="86916"/>
                  <a:pt x="266581" y="114300"/>
                </a:cubicBezTo>
                <a:cubicBezTo>
                  <a:pt x="266581" y="124837"/>
                  <a:pt x="275094" y="133350"/>
                  <a:pt x="285631" y="133350"/>
                </a:cubicBezTo>
                <a:cubicBezTo>
                  <a:pt x="296168" y="133350"/>
                  <a:pt x="304681" y="124837"/>
                  <a:pt x="304681" y="114300"/>
                </a:cubicBezTo>
                <a:cubicBezTo>
                  <a:pt x="304681" y="75009"/>
                  <a:pt x="287715" y="46792"/>
                  <a:pt x="271046" y="28754"/>
                </a:cubicBezTo>
                <a:cubicBezTo>
                  <a:pt x="262771" y="19764"/>
                  <a:pt x="254496" y="13216"/>
                  <a:pt x="248245" y="8930"/>
                </a:cubicBezTo>
                <a:cubicBezTo>
                  <a:pt x="241697" y="4405"/>
                  <a:pt x="234255" y="-952"/>
                  <a:pt x="225862" y="179"/>
                </a:cubicBezTo>
                <a:close/>
                <a:moveTo>
                  <a:pt x="142875" y="76200"/>
                </a:moveTo>
                <a:cubicBezTo>
                  <a:pt x="108585" y="76200"/>
                  <a:pt x="80308" y="102156"/>
                  <a:pt x="76617" y="135434"/>
                </a:cubicBezTo>
                <a:cubicBezTo>
                  <a:pt x="75486" y="145911"/>
                  <a:pt x="66020" y="153412"/>
                  <a:pt x="55602" y="152281"/>
                </a:cubicBezTo>
                <a:cubicBezTo>
                  <a:pt x="45184" y="151150"/>
                  <a:pt x="37624" y="141684"/>
                  <a:pt x="38755" y="131266"/>
                </a:cubicBezTo>
                <a:cubicBezTo>
                  <a:pt x="44529" y="78879"/>
                  <a:pt x="88940" y="38100"/>
                  <a:pt x="142875" y="38100"/>
                </a:cubicBezTo>
                <a:cubicBezTo>
                  <a:pt x="200739" y="38100"/>
                  <a:pt x="247650" y="85011"/>
                  <a:pt x="247650" y="142875"/>
                </a:cubicBezTo>
                <a:cubicBezTo>
                  <a:pt x="247650" y="170259"/>
                  <a:pt x="237113" y="195203"/>
                  <a:pt x="219908" y="213896"/>
                </a:cubicBezTo>
                <a:cubicBezTo>
                  <a:pt x="212765" y="221635"/>
                  <a:pt x="209550" y="228660"/>
                  <a:pt x="209550" y="234553"/>
                </a:cubicBezTo>
                <a:lnTo>
                  <a:pt x="209550" y="238185"/>
                </a:lnTo>
                <a:cubicBezTo>
                  <a:pt x="209550" y="275034"/>
                  <a:pt x="179725" y="304860"/>
                  <a:pt x="142875" y="304860"/>
                </a:cubicBezTo>
                <a:cubicBezTo>
                  <a:pt x="132338" y="304860"/>
                  <a:pt x="123825" y="296347"/>
                  <a:pt x="123825" y="285810"/>
                </a:cubicBezTo>
                <a:cubicBezTo>
                  <a:pt x="123825" y="275273"/>
                  <a:pt x="132338" y="266760"/>
                  <a:pt x="142875" y="266760"/>
                </a:cubicBezTo>
                <a:cubicBezTo>
                  <a:pt x="158651" y="266760"/>
                  <a:pt x="171450" y="253960"/>
                  <a:pt x="171450" y="238185"/>
                </a:cubicBezTo>
                <a:lnTo>
                  <a:pt x="171450" y="234553"/>
                </a:lnTo>
                <a:cubicBezTo>
                  <a:pt x="171450" y="214967"/>
                  <a:pt x="181808" y="199072"/>
                  <a:pt x="191929" y="188119"/>
                </a:cubicBezTo>
                <a:cubicBezTo>
                  <a:pt x="202882" y="176212"/>
                  <a:pt x="209550" y="160377"/>
                  <a:pt x="209550" y="142935"/>
                </a:cubicBezTo>
                <a:cubicBezTo>
                  <a:pt x="209550" y="106085"/>
                  <a:pt x="179725" y="76260"/>
                  <a:pt x="142875" y="76260"/>
                </a:cubicBezTo>
                <a:close/>
                <a:moveTo>
                  <a:pt x="0" y="285750"/>
                </a:moveTo>
                <a:cubicBezTo>
                  <a:pt x="0" y="275236"/>
                  <a:pt x="8536" y="266700"/>
                  <a:pt x="19050" y="266700"/>
                </a:cubicBezTo>
                <a:cubicBezTo>
                  <a:pt x="29564" y="266700"/>
                  <a:pt x="38100" y="275236"/>
                  <a:pt x="38100" y="285750"/>
                </a:cubicBezTo>
                <a:cubicBezTo>
                  <a:pt x="38100" y="296264"/>
                  <a:pt x="29564" y="304800"/>
                  <a:pt x="19050" y="304800"/>
                </a:cubicBezTo>
                <a:cubicBezTo>
                  <a:pt x="8536" y="304800"/>
                  <a:pt x="0" y="296264"/>
                  <a:pt x="0" y="285750"/>
                </a:cubicBezTo>
                <a:close/>
                <a:moveTo>
                  <a:pt x="95250" y="228600"/>
                </a:moveTo>
                <a:cubicBezTo>
                  <a:pt x="105764" y="228600"/>
                  <a:pt x="114300" y="220064"/>
                  <a:pt x="114300" y="209550"/>
                </a:cubicBezTo>
                <a:cubicBezTo>
                  <a:pt x="114300" y="199036"/>
                  <a:pt x="105764" y="190500"/>
                  <a:pt x="95250" y="190500"/>
                </a:cubicBezTo>
                <a:cubicBezTo>
                  <a:pt x="84736" y="190500"/>
                  <a:pt x="76200" y="199036"/>
                  <a:pt x="76200" y="209550"/>
                </a:cubicBezTo>
                <a:cubicBezTo>
                  <a:pt x="76200" y="220064"/>
                  <a:pt x="84736" y="228600"/>
                  <a:pt x="95250" y="228600"/>
                </a:cubicBezTo>
                <a:close/>
                <a:moveTo>
                  <a:pt x="51554" y="215146"/>
                </a:moveTo>
                <a:cubicBezTo>
                  <a:pt x="44113" y="207705"/>
                  <a:pt x="32028" y="207705"/>
                  <a:pt x="24586" y="215146"/>
                </a:cubicBezTo>
                <a:cubicBezTo>
                  <a:pt x="17145" y="222587"/>
                  <a:pt x="17145" y="234672"/>
                  <a:pt x="24586" y="242114"/>
                </a:cubicBezTo>
                <a:lnTo>
                  <a:pt x="62686" y="280214"/>
                </a:lnTo>
                <a:cubicBezTo>
                  <a:pt x="70128" y="287655"/>
                  <a:pt x="82213" y="287655"/>
                  <a:pt x="89654" y="280214"/>
                </a:cubicBezTo>
                <a:cubicBezTo>
                  <a:pt x="97095" y="272772"/>
                  <a:pt x="97095" y="260687"/>
                  <a:pt x="89654" y="253246"/>
                </a:cubicBezTo>
                <a:lnTo>
                  <a:pt x="51554" y="215146"/>
                </a:lnTo>
                <a:close/>
                <a:moveTo>
                  <a:pt x="142875" y="123825"/>
                </a:moveTo>
                <a:cubicBezTo>
                  <a:pt x="132338" y="123825"/>
                  <a:pt x="123825" y="132338"/>
                  <a:pt x="123825" y="142875"/>
                </a:cubicBezTo>
                <a:cubicBezTo>
                  <a:pt x="123825" y="150793"/>
                  <a:pt x="117455" y="157163"/>
                  <a:pt x="109537" y="157163"/>
                </a:cubicBezTo>
                <a:cubicBezTo>
                  <a:pt x="101620" y="157163"/>
                  <a:pt x="95250" y="150793"/>
                  <a:pt x="95250" y="142875"/>
                </a:cubicBezTo>
                <a:cubicBezTo>
                  <a:pt x="95250" y="116562"/>
                  <a:pt x="116562" y="95250"/>
                  <a:pt x="142875" y="95250"/>
                </a:cubicBezTo>
                <a:cubicBezTo>
                  <a:pt x="169188" y="95250"/>
                  <a:pt x="190500" y="116562"/>
                  <a:pt x="190500" y="142875"/>
                </a:cubicBezTo>
                <a:cubicBezTo>
                  <a:pt x="190500" y="150793"/>
                  <a:pt x="184130" y="157163"/>
                  <a:pt x="176212" y="157163"/>
                </a:cubicBezTo>
                <a:cubicBezTo>
                  <a:pt x="168295" y="157163"/>
                  <a:pt x="161925" y="150793"/>
                  <a:pt x="161925" y="142875"/>
                </a:cubicBezTo>
                <a:cubicBezTo>
                  <a:pt x="161925" y="132338"/>
                  <a:pt x="153412" y="123825"/>
                  <a:pt x="142875" y="123825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68" name="Text 22"/>
          <p:cNvSpPr/>
          <p:nvPr>
            <p:custDataLst>
              <p:tags r:id="rId24"/>
            </p:custDataLst>
          </p:nvPr>
        </p:nvSpPr>
        <p:spPr>
          <a:xfrm>
            <a:off x="9498330" y="1396365"/>
            <a:ext cx="220599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语音与触觉交互</a:t>
            </a:r>
            <a:endParaRPr lang="en-US" sz="1600" dirty="0"/>
          </a:p>
        </p:txBody>
      </p:sp>
      <p:sp>
        <p:nvSpPr>
          <p:cNvPr id="69" name="Shape 23"/>
          <p:cNvSpPr/>
          <p:nvPr>
            <p:custDataLst>
              <p:tags r:id="rId25"/>
            </p:custDataLst>
          </p:nvPr>
        </p:nvSpPr>
        <p:spPr>
          <a:xfrm>
            <a:off x="8672830" y="2094865"/>
            <a:ext cx="381000" cy="254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70" name="Text 24"/>
          <p:cNvSpPr/>
          <p:nvPr>
            <p:custDataLst>
              <p:tags r:id="rId26"/>
            </p:custDataLst>
          </p:nvPr>
        </p:nvSpPr>
        <p:spPr>
          <a:xfrm>
            <a:off x="8672830" y="2348865"/>
            <a:ext cx="3238500" cy="3141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500" b="1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骨传导语音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不堵塞耳道，保持环境感知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震动反馈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手杖马达分级振动警示</a:t>
            </a:r>
            <a:endParaRPr lang="zh-CN" altLang="en-US" sz="1500" dirty="0">
              <a:solidFill>
                <a:srgbClr val="141B24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  <a:p>
            <a:pPr>
              <a:lnSpc>
                <a:spcPct val="180000"/>
              </a:lnSpc>
            </a:pPr>
            <a:r>
              <a:rPr lang="zh-CN" alt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不受环境噪音影响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zh-CN" altLang="en-US" sz="1500" b="1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语音指令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zh-CN" alt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支持导航请求，障碍物查询等</a:t>
            </a:r>
            <a:r>
              <a:rPr lang="zh-CN" alt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交互</a:t>
            </a:r>
            <a:endParaRPr lang="zh-CN" altLang="en-US" sz="1500" dirty="0">
              <a:solidFill>
                <a:srgbClr val="141B24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71" name="Shape 25"/>
          <p:cNvSpPr/>
          <p:nvPr/>
        </p:nvSpPr>
        <p:spPr>
          <a:xfrm>
            <a:off x="173990" y="5922010"/>
            <a:ext cx="11844655" cy="750570"/>
          </a:xfrm>
          <a:prstGeom prst="rect">
            <a:avLst/>
          </a:prstGeom>
          <a:solidFill>
            <a:srgbClr val="1B2838"/>
          </a:solidFill>
          <a:effectLst>
            <a:outerShdw blurRad="152400" dist="50800" dir="5400000" algn="bl" rotWithShape="0">
              <a:srgbClr val="1B2838">
                <a:alpha val="9412"/>
              </a:srgbClr>
            </a:outerShdw>
          </a:effectLst>
        </p:spPr>
      </p:sp>
      <p:sp>
        <p:nvSpPr>
          <p:cNvPr id="72" name="Shape 26"/>
          <p:cNvSpPr/>
          <p:nvPr/>
        </p:nvSpPr>
        <p:spPr>
          <a:xfrm>
            <a:off x="173990" y="5906135"/>
            <a:ext cx="80010" cy="7488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73" name="Text 27"/>
          <p:cNvSpPr/>
          <p:nvPr/>
        </p:nvSpPr>
        <p:spPr>
          <a:xfrm>
            <a:off x="554990" y="5915025"/>
            <a:ext cx="1123188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融合感知</a:t>
            </a:r>
            <a:r>
              <a:rPr lang="en-US" sz="16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确保环境信息完整 → </a:t>
            </a:r>
            <a:r>
              <a:rPr lang="en-US" sz="16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端云协同</a:t>
            </a:r>
            <a:r>
              <a:rPr lang="en-US" sz="16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兼顾实时与智能 → </a:t>
            </a:r>
            <a:r>
              <a:rPr lang="en-US" sz="16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双模反馈</a:t>
            </a:r>
            <a:r>
              <a:rPr lang="en-US" sz="16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让用户听得清、感得到</a:t>
            </a:r>
            <a:endParaRPr lang="en-US" sz="1600" dirty="0"/>
          </a:p>
        </p:txBody>
      </p:sp>
    </p:spTree>
    <p:custDataLst>
      <p:tags r:id="rId27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 descr="背景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0"/>
            <a:ext cx="12192000" cy="6852285"/>
          </a:xfrm>
          <a:prstGeom prst="rect">
            <a:avLst/>
          </a:prstGeom>
        </p:spPr>
      </p:pic>
      <p:cxnSp>
        <p:nvCxnSpPr>
          <p:cNvPr id="2" name="26"/>
          <p:cNvCxnSpPr/>
          <p:nvPr>
            <p:custDataLst>
              <p:tags r:id="rId2"/>
            </p:custDataLst>
          </p:nvPr>
        </p:nvCxnSpPr>
        <p:spPr>
          <a:xfrm>
            <a:off x="3096640" y="450188"/>
            <a:ext cx="3183563" cy="0"/>
          </a:xfrm>
          <a:prstGeom prst="line">
            <a:avLst/>
          </a:prstGeom>
          <a:ln w="12700">
            <a:gradFill>
              <a:gsLst>
                <a:gs pos="34000">
                  <a:srgbClr val="3884C0"/>
                </a:gs>
                <a:gs pos="100000">
                  <a:srgbClr val="50B99A">
                    <a:alpha val="0"/>
                  </a:srgbClr>
                </a:gs>
              </a:gsLst>
              <a:lin ang="0" scaled="0"/>
            </a:gra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19860" y="246745"/>
            <a:ext cx="406400" cy="406400"/>
            <a:chOff x="1061" y="-1328"/>
            <a:chExt cx="640" cy="640"/>
          </a:xfrm>
        </p:grpSpPr>
        <p:sp>
          <p:nvSpPr>
            <p:cNvPr id="4" name="27"/>
            <p:cNvSpPr/>
            <p:nvPr>
              <p:custDataLst>
                <p:tags r:id="rId3"/>
              </p:custDataLst>
            </p:nvPr>
          </p:nvSpPr>
          <p:spPr>
            <a:xfrm>
              <a:off x="1061" y="-1328"/>
              <a:ext cx="641" cy="641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rgbClr val="0E4F92"/>
                  </a:gs>
                  <a:gs pos="100000">
                    <a:srgbClr val="50B99A"/>
                  </a:gs>
                </a:gsLst>
                <a:path path="circle">
                  <a:fillToRect r="100000" b="100000"/>
                </a:path>
                <a:tileRect l="-100000" t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" name="28"/>
            <p:cNvSpPr/>
            <p:nvPr>
              <p:custDataLst>
                <p:tags r:id="rId4"/>
              </p:custDataLst>
            </p:nvPr>
          </p:nvSpPr>
          <p:spPr>
            <a:xfrm>
              <a:off x="1146" y="-1243"/>
              <a:ext cx="471" cy="471"/>
            </a:xfrm>
            <a:custGeom>
              <a:avLst/>
              <a:gdLst>
                <a:gd name="connsiteX0" fmla="*/ 203577 w 407154"/>
                <a:gd name="connsiteY0" fmla="*/ 0 h 407154"/>
                <a:gd name="connsiteX1" fmla="*/ 407154 w 407154"/>
                <a:gd name="connsiteY1" fmla="*/ 203577 h 407154"/>
                <a:gd name="connsiteX2" fmla="*/ 203577 w 407154"/>
                <a:gd name="connsiteY2" fmla="*/ 407154 h 407154"/>
                <a:gd name="connsiteX3" fmla="*/ 0 w 407154"/>
                <a:gd name="connsiteY3" fmla="*/ 203577 h 407154"/>
                <a:gd name="connsiteX4" fmla="*/ 203577 w 407154"/>
                <a:gd name="connsiteY4" fmla="*/ 0 h 407154"/>
                <a:gd name="connsiteX5" fmla="*/ 203576 w 407154"/>
                <a:gd name="connsiteY5" fmla="*/ 113987 h 407154"/>
                <a:gd name="connsiteX6" fmla="*/ 113987 w 407154"/>
                <a:gd name="connsiteY6" fmla="*/ 203576 h 407154"/>
                <a:gd name="connsiteX7" fmla="*/ 203576 w 407154"/>
                <a:gd name="connsiteY7" fmla="*/ 293165 h 407154"/>
                <a:gd name="connsiteX8" fmla="*/ 293165 w 407154"/>
                <a:gd name="connsiteY8" fmla="*/ 203576 h 407154"/>
                <a:gd name="connsiteX9" fmla="*/ 203576 w 407154"/>
                <a:gd name="connsiteY9" fmla="*/ 113987 h 407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154" h="407154">
                  <a:moveTo>
                    <a:pt x="203577" y="0"/>
                  </a:moveTo>
                  <a:cubicBezTo>
                    <a:pt x="316009" y="0"/>
                    <a:pt x="407154" y="91145"/>
                    <a:pt x="407154" y="203577"/>
                  </a:cubicBezTo>
                  <a:cubicBezTo>
                    <a:pt x="407154" y="316009"/>
                    <a:pt x="316009" y="407154"/>
                    <a:pt x="203577" y="407154"/>
                  </a:cubicBezTo>
                  <a:cubicBezTo>
                    <a:pt x="91145" y="407154"/>
                    <a:pt x="0" y="316009"/>
                    <a:pt x="0" y="203577"/>
                  </a:cubicBezTo>
                  <a:cubicBezTo>
                    <a:pt x="0" y="91145"/>
                    <a:pt x="91145" y="0"/>
                    <a:pt x="203577" y="0"/>
                  </a:cubicBezTo>
                  <a:close/>
                  <a:moveTo>
                    <a:pt x="203576" y="113987"/>
                  </a:moveTo>
                  <a:cubicBezTo>
                    <a:pt x="154097" y="113987"/>
                    <a:pt x="113987" y="154097"/>
                    <a:pt x="113987" y="203576"/>
                  </a:cubicBezTo>
                  <a:cubicBezTo>
                    <a:pt x="113987" y="253055"/>
                    <a:pt x="154097" y="293165"/>
                    <a:pt x="203576" y="293165"/>
                  </a:cubicBezTo>
                  <a:cubicBezTo>
                    <a:pt x="253055" y="293165"/>
                    <a:pt x="293165" y="253055"/>
                    <a:pt x="293165" y="203576"/>
                  </a:cubicBezTo>
                  <a:cubicBezTo>
                    <a:pt x="293165" y="154097"/>
                    <a:pt x="253055" y="113987"/>
                    <a:pt x="203576" y="113987"/>
                  </a:cubicBezTo>
                  <a:close/>
                </a:path>
              </a:pathLst>
            </a:custGeom>
            <a:gradFill>
              <a:gsLst>
                <a:gs pos="60000">
                  <a:srgbClr val="0E4F92"/>
                </a:gs>
                <a:gs pos="100000">
                  <a:srgbClr val="50B99A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0" name="29"/>
          <p:cNvSpPr txBox="1"/>
          <p:nvPr>
            <p:custDataLst>
              <p:tags r:id="rId5"/>
            </p:custDataLst>
          </p:nvPr>
        </p:nvSpPr>
        <p:spPr>
          <a:xfrm>
            <a:off x="572634" y="212381"/>
            <a:ext cx="1137285" cy="47561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defTabSz="348615">
              <a:defRPr sz="3200">
                <a:gradFill flip="none" rotWithShape="1">
                  <a:gsLst>
                    <a:gs pos="81000">
                      <a:schemeClr val="accent1">
                        <a:lumMod val="10000"/>
                        <a:lumOff val="90000"/>
                      </a:schemeClr>
                    </a:gs>
                    <a:gs pos="0">
                      <a:schemeClr val="accent2">
                        <a:lumMod val="10000"/>
                        <a:lumOff val="90000"/>
                      </a:schemeClr>
                    </a:gs>
                    <a:gs pos="33000">
                      <a:schemeClr val="bg1">
                        <a:lumMod val="91000"/>
                        <a:lumOff val="9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50800" dist="76200" dir="5400000" algn="t" rotWithShape="0">
                    <a:prstClr val="black">
                      <a:alpha val="5000"/>
                    </a:prstClr>
                  </a:outerShdw>
                </a:effectLst>
                <a:latin typeface="MiSans Demibold" panose="00000700000000000000" pitchFamily="2" charset="-122"/>
                <a:ea typeface="MiSans Demibold" panose="00000700000000000000" pitchFamily="2" charset="-122"/>
                <a:cs typeface="阿里巴巴普惠体 2.0 115 Black" panose="00020600040101010101" pitchFamily="18" charset="-122"/>
              </a:defRPr>
            </a:lvl1pPr>
          </a:lstStyle>
          <a:p>
            <a:pPr algn="l"/>
            <a:r>
              <a:rPr lang="zh-CN" altLang="en-US" sz="2500" b="1" dirty="0">
                <a:solidFill>
                  <a:srgbClr val="052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创新点</a:t>
            </a:r>
            <a:endParaRPr lang="zh-CN" altLang="en-US" sz="2500" b="1" dirty="0">
              <a:solidFill>
                <a:srgbClr val="052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Text 1"/>
          <p:cNvSpPr/>
          <p:nvPr/>
        </p:nvSpPr>
        <p:spPr>
          <a:xfrm>
            <a:off x="762000" y="279400"/>
            <a:ext cx="2540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9BA5B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 核心技术</a:t>
            </a:r>
            <a:endParaRPr lang="en-US" sz="1300" dirty="0"/>
          </a:p>
        </p:txBody>
      </p:sp>
      <p:sp>
        <p:nvSpPr>
          <p:cNvPr id="28" name="Text 2"/>
          <p:cNvSpPr/>
          <p:nvPr/>
        </p:nvSpPr>
        <p:spPr>
          <a:xfrm>
            <a:off x="762000" y="660400"/>
            <a:ext cx="1016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34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三大创新点：技术机制+实际价值</a:t>
            </a:r>
            <a:endParaRPr lang="en-US" sz="3200" dirty="0"/>
          </a:p>
        </p:txBody>
      </p:sp>
      <p:sp>
        <p:nvSpPr>
          <p:cNvPr id="44" name="Shape 4"/>
          <p:cNvSpPr/>
          <p:nvPr>
            <p:custDataLst>
              <p:tags r:id="rId6"/>
            </p:custDataLst>
          </p:nvPr>
        </p:nvSpPr>
        <p:spPr>
          <a:xfrm>
            <a:off x="120015" y="1505585"/>
            <a:ext cx="3600000" cy="4632325"/>
          </a:xfrm>
          <a:prstGeom prst="rect">
            <a:avLst/>
          </a:prstGeom>
          <a:solidFill>
            <a:srgbClr val="FFFFFF"/>
          </a:solidFill>
          <a:effectLst>
            <a:outerShdw blurRad="152400" dist="50800" dir="5400000" algn="bl" rotWithShape="0">
              <a:srgbClr val="1B2838">
                <a:alpha val="7059"/>
              </a:srgbClr>
            </a:outerShdw>
          </a:effectLst>
        </p:spPr>
      </p:sp>
      <p:sp>
        <p:nvSpPr>
          <p:cNvPr id="45" name="Shape 5"/>
          <p:cNvSpPr/>
          <p:nvPr>
            <p:custDataLst>
              <p:tags r:id="rId7"/>
            </p:custDataLst>
          </p:nvPr>
        </p:nvSpPr>
        <p:spPr>
          <a:xfrm>
            <a:off x="120015" y="1505585"/>
            <a:ext cx="3600000" cy="508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46" name="Text 6"/>
          <p:cNvSpPr/>
          <p:nvPr>
            <p:custDataLst>
              <p:tags r:id="rId8"/>
            </p:custDataLst>
          </p:nvPr>
        </p:nvSpPr>
        <p:spPr>
          <a:xfrm>
            <a:off x="437515" y="1759585"/>
            <a:ext cx="1016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47" name="Text 7"/>
          <p:cNvSpPr/>
          <p:nvPr>
            <p:custDataLst>
              <p:tags r:id="rId9"/>
            </p:custDataLst>
          </p:nvPr>
        </p:nvSpPr>
        <p:spPr>
          <a:xfrm>
            <a:off x="437515" y="2458085"/>
            <a:ext cx="4064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分体式多终端协同</a:t>
            </a:r>
            <a:endParaRPr lang="en-US" sz="2000" dirty="0"/>
          </a:p>
        </p:txBody>
      </p:sp>
      <p:sp>
        <p:nvSpPr>
          <p:cNvPr id="48" name="Shape 8"/>
          <p:cNvSpPr/>
          <p:nvPr>
            <p:custDataLst>
              <p:tags r:id="rId10"/>
            </p:custDataLst>
          </p:nvPr>
        </p:nvSpPr>
        <p:spPr>
          <a:xfrm>
            <a:off x="437515" y="2902585"/>
            <a:ext cx="381000" cy="254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49" name="Text 9"/>
          <p:cNvSpPr/>
          <p:nvPr>
            <p:custDataLst>
              <p:tags r:id="rId11"/>
            </p:custDataLst>
          </p:nvPr>
        </p:nvSpPr>
        <p:spPr>
          <a:xfrm>
            <a:off x="437515" y="3131185"/>
            <a:ext cx="4064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机制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眼镜前方感知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手杖低位探测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腰挂融合计算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价值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解决单一眼镜盲区、发热、续航差</a:t>
            </a:r>
            <a:endParaRPr lang="en-US" sz="1800" dirty="0"/>
          </a:p>
        </p:txBody>
      </p:sp>
      <p:sp>
        <p:nvSpPr>
          <p:cNvPr id="50" name="Shape 10"/>
          <p:cNvSpPr/>
          <p:nvPr>
            <p:custDataLst>
              <p:tags r:id="rId12"/>
            </p:custDataLst>
          </p:nvPr>
        </p:nvSpPr>
        <p:spPr>
          <a:xfrm>
            <a:off x="4295775" y="1505585"/>
            <a:ext cx="3600000" cy="4633200"/>
          </a:xfrm>
          <a:prstGeom prst="rect">
            <a:avLst/>
          </a:prstGeom>
          <a:solidFill>
            <a:srgbClr val="FFFFFF"/>
          </a:solidFill>
          <a:effectLst>
            <a:outerShdw blurRad="152400" dist="50800" dir="5400000" algn="bl" rotWithShape="0">
              <a:srgbClr val="1B2838">
                <a:alpha val="7059"/>
              </a:srgbClr>
            </a:outerShdw>
          </a:effectLst>
        </p:spPr>
      </p:sp>
      <p:sp>
        <p:nvSpPr>
          <p:cNvPr id="51" name="Shape 11"/>
          <p:cNvSpPr/>
          <p:nvPr>
            <p:custDataLst>
              <p:tags r:id="rId13"/>
            </p:custDataLst>
          </p:nvPr>
        </p:nvSpPr>
        <p:spPr>
          <a:xfrm>
            <a:off x="4295775" y="1505585"/>
            <a:ext cx="3600000" cy="508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52" name="Text 12"/>
          <p:cNvSpPr/>
          <p:nvPr>
            <p:custDataLst>
              <p:tags r:id="rId14"/>
            </p:custDataLst>
          </p:nvPr>
        </p:nvSpPr>
        <p:spPr>
          <a:xfrm>
            <a:off x="4613275" y="1759585"/>
            <a:ext cx="1016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53" name="Text 13"/>
          <p:cNvSpPr/>
          <p:nvPr>
            <p:custDataLst>
              <p:tags r:id="rId15"/>
            </p:custDataLst>
          </p:nvPr>
        </p:nvSpPr>
        <p:spPr>
          <a:xfrm>
            <a:off x="4613275" y="2439035"/>
            <a:ext cx="2680335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多模态风险分级反馈</a:t>
            </a:r>
            <a:endParaRPr lang="en-US" sz="2000" dirty="0"/>
          </a:p>
        </p:txBody>
      </p:sp>
      <p:sp>
        <p:nvSpPr>
          <p:cNvPr id="54" name="Shape 14"/>
          <p:cNvSpPr/>
          <p:nvPr>
            <p:custDataLst>
              <p:tags r:id="rId16"/>
            </p:custDataLst>
          </p:nvPr>
        </p:nvSpPr>
        <p:spPr>
          <a:xfrm>
            <a:off x="4613275" y="2902585"/>
            <a:ext cx="381000" cy="254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55" name="Text 15"/>
          <p:cNvSpPr/>
          <p:nvPr>
            <p:custDataLst>
              <p:tags r:id="rId17"/>
            </p:custDataLst>
          </p:nvPr>
        </p:nvSpPr>
        <p:spPr>
          <a:xfrm>
            <a:off x="4613275" y="3131185"/>
            <a:ext cx="2896235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机制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视觉识别环境语义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测距感知碰撞风险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按等级触发不同反馈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价值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减少误报，提高提醒效率</a:t>
            </a:r>
            <a:endParaRPr lang="en-US" sz="1800" dirty="0"/>
          </a:p>
        </p:txBody>
      </p:sp>
      <p:sp>
        <p:nvSpPr>
          <p:cNvPr id="56" name="Shape 16"/>
          <p:cNvSpPr/>
          <p:nvPr>
            <p:custDataLst>
              <p:tags r:id="rId18"/>
            </p:custDataLst>
          </p:nvPr>
        </p:nvSpPr>
        <p:spPr>
          <a:xfrm>
            <a:off x="8471535" y="1505585"/>
            <a:ext cx="3600000" cy="4633200"/>
          </a:xfrm>
          <a:prstGeom prst="rect">
            <a:avLst/>
          </a:prstGeom>
          <a:solidFill>
            <a:srgbClr val="FFFFFF"/>
          </a:solidFill>
          <a:effectLst>
            <a:outerShdw blurRad="152400" dist="50800" dir="5400000" algn="bl" rotWithShape="0">
              <a:srgbClr val="1B2838">
                <a:alpha val="7059"/>
              </a:srgbClr>
            </a:outerShdw>
          </a:effectLst>
        </p:spPr>
      </p:sp>
      <p:sp>
        <p:nvSpPr>
          <p:cNvPr id="57" name="Shape 17"/>
          <p:cNvSpPr/>
          <p:nvPr>
            <p:custDataLst>
              <p:tags r:id="rId19"/>
            </p:custDataLst>
          </p:nvPr>
        </p:nvSpPr>
        <p:spPr>
          <a:xfrm>
            <a:off x="8471535" y="1505585"/>
            <a:ext cx="3600000" cy="508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58" name="Text 18"/>
          <p:cNvSpPr/>
          <p:nvPr>
            <p:custDataLst>
              <p:tags r:id="rId20"/>
            </p:custDataLst>
          </p:nvPr>
        </p:nvSpPr>
        <p:spPr>
          <a:xfrm>
            <a:off x="8789035" y="1759585"/>
            <a:ext cx="1016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59" name="Text 19"/>
          <p:cNvSpPr/>
          <p:nvPr>
            <p:custDataLst>
              <p:tags r:id="rId21"/>
            </p:custDataLst>
          </p:nvPr>
        </p:nvSpPr>
        <p:spPr>
          <a:xfrm>
            <a:off x="8789035" y="2458085"/>
            <a:ext cx="304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端云分层任务架构</a:t>
            </a:r>
            <a:endParaRPr lang="en-US" sz="2000" dirty="0"/>
          </a:p>
        </p:txBody>
      </p:sp>
      <p:sp>
        <p:nvSpPr>
          <p:cNvPr id="60" name="Shape 20"/>
          <p:cNvSpPr/>
          <p:nvPr>
            <p:custDataLst>
              <p:tags r:id="rId22"/>
            </p:custDataLst>
          </p:nvPr>
        </p:nvSpPr>
        <p:spPr>
          <a:xfrm>
            <a:off x="8789035" y="2902585"/>
            <a:ext cx="381000" cy="254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61" name="Text 21"/>
          <p:cNvSpPr/>
          <p:nvPr>
            <p:custDataLst>
              <p:tags r:id="rId23"/>
            </p:custDataLst>
          </p:nvPr>
        </p:nvSpPr>
        <p:spPr>
          <a:xfrm>
            <a:off x="8789035" y="3131185"/>
            <a:ext cx="299212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机制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端侧实时避障等刚需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云端OCR、场景描述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5G低延迟传输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价值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兼顾实时性、算力和续航</a:t>
            </a:r>
            <a:endParaRPr lang="en-US" sz="1800" dirty="0"/>
          </a:p>
        </p:txBody>
      </p:sp>
    </p:spTree>
    <p:custDataLst>
      <p:tags r:id="rId2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图片 54" descr="背景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0"/>
            <a:ext cx="12192000" cy="6852285"/>
          </a:xfrm>
          <a:prstGeom prst="rect">
            <a:avLst/>
          </a:prstGeom>
        </p:spPr>
      </p:pic>
      <p:grpSp>
        <p:nvGrpSpPr>
          <p:cNvPr id="46" name="组合 45"/>
          <p:cNvGrpSpPr/>
          <p:nvPr/>
        </p:nvGrpSpPr>
        <p:grpSpPr>
          <a:xfrm>
            <a:off x="0" y="380494"/>
            <a:ext cx="4964071" cy="6477505"/>
            <a:chOff x="6840499" y="0"/>
            <a:chExt cx="5351501" cy="6858000"/>
          </a:xfrm>
        </p:grpSpPr>
        <p:pic>
          <p:nvPicPr>
            <p:cNvPr id="47" name="图片 46"/>
            <p:cNvPicPr>
              <a:picLocks noChangeAspect="1"/>
            </p:cNvPicPr>
            <p:nvPr/>
          </p:nvPicPr>
          <p:blipFill>
            <a:blip r:embed="rId2" cstate="email"/>
            <a:stretch>
              <a:fillRect/>
            </a:stretch>
          </p:blipFill>
          <p:spPr>
            <a:xfrm>
              <a:off x="7658100" y="0"/>
              <a:ext cx="4533900" cy="6858000"/>
            </a:xfrm>
            <a:prstGeom prst="rect">
              <a:avLst/>
            </a:prstGeom>
          </p:spPr>
        </p:pic>
        <p:grpSp>
          <p:nvGrpSpPr>
            <p:cNvPr id="48" name="组合 47"/>
            <p:cNvGrpSpPr/>
            <p:nvPr/>
          </p:nvGrpSpPr>
          <p:grpSpPr>
            <a:xfrm>
              <a:off x="6840499" y="0"/>
              <a:ext cx="1709136" cy="6858000"/>
              <a:chOff x="6840499" y="0"/>
              <a:chExt cx="1709136" cy="6858000"/>
            </a:xfrm>
          </p:grpSpPr>
          <p:sp>
            <p:nvSpPr>
              <p:cNvPr id="49" name="平行四边形 48"/>
              <p:cNvSpPr/>
              <p:nvPr/>
            </p:nvSpPr>
            <p:spPr>
              <a:xfrm>
                <a:off x="7045271" y="0"/>
                <a:ext cx="1318220" cy="6858000"/>
              </a:xfrm>
              <a:prstGeom prst="parallelogram">
                <a:avLst>
                  <a:gd name="adj" fmla="val 43266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0" name="平行四边形 49"/>
              <p:cNvSpPr/>
              <p:nvPr/>
            </p:nvSpPr>
            <p:spPr>
              <a:xfrm>
                <a:off x="6840499" y="0"/>
                <a:ext cx="1318220" cy="6858000"/>
              </a:xfrm>
              <a:prstGeom prst="parallelogram">
                <a:avLst>
                  <a:gd name="adj" fmla="val 43266"/>
                </a:avLst>
              </a:prstGeom>
              <a:solidFill>
                <a:srgbClr val="C00000">
                  <a:alpha val="4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" name="平行四边形 50"/>
              <p:cNvSpPr/>
              <p:nvPr/>
            </p:nvSpPr>
            <p:spPr>
              <a:xfrm>
                <a:off x="7231415" y="0"/>
                <a:ext cx="1318220" cy="6858000"/>
              </a:xfrm>
              <a:prstGeom prst="parallelogram">
                <a:avLst>
                  <a:gd name="adj" fmla="val 43266"/>
                </a:avLst>
              </a:prstGeom>
              <a:solidFill>
                <a:srgbClr val="C00000">
                  <a:alpha val="4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4" name="图形 39"/>
          <p:cNvGrpSpPr/>
          <p:nvPr>
            <p:custDataLst>
              <p:tags r:id="rId3"/>
            </p:custDataLst>
          </p:nvPr>
        </p:nvGrpSpPr>
        <p:grpSpPr>
          <a:xfrm>
            <a:off x="321945" y="5059045"/>
            <a:ext cx="12872085" cy="1747520"/>
            <a:chOff x="0" y="1983176"/>
            <a:chExt cx="12191630" cy="3623830"/>
          </a:xfrm>
          <a:gradFill flip="none" rotWithShape="1">
            <a:gsLst>
              <a:gs pos="40000">
                <a:srgbClr val="ACD556"/>
              </a:gs>
              <a:gs pos="70000">
                <a:srgbClr val="53BADC"/>
              </a:gs>
              <a:gs pos="25000">
                <a:srgbClr val="53A3A2"/>
              </a:gs>
              <a:gs pos="11000">
                <a:srgbClr val="53BADC"/>
              </a:gs>
              <a:gs pos="50000">
                <a:schemeClr val="accent5">
                  <a:lumMod val="40000"/>
                  <a:lumOff val="60000"/>
                </a:schemeClr>
              </a:gs>
              <a:gs pos="100000">
                <a:srgbClr val="99D061"/>
              </a:gs>
            </a:gsLst>
            <a:lin ang="0" scaled="1"/>
            <a:tileRect/>
          </a:gradFill>
        </p:grpSpPr>
        <p:sp>
          <p:nvSpPr>
            <p:cNvPr id="15" name="任意多边形: 形状 1382"/>
            <p:cNvSpPr/>
            <p:nvPr>
              <p:custDataLst>
                <p:tags r:id="rId4"/>
              </p:custDataLst>
            </p:nvPr>
          </p:nvSpPr>
          <p:spPr>
            <a:xfrm>
              <a:off x="2214577" y="3383201"/>
              <a:ext cx="9977052" cy="1443507"/>
            </a:xfrm>
            <a:custGeom>
              <a:avLst/>
              <a:gdLst>
                <a:gd name="connsiteX0" fmla="*/ 9971793 w 9977052"/>
                <a:gd name="connsiteY0" fmla="*/ 1443508 h 1443507"/>
                <a:gd name="connsiteX1" fmla="*/ 9050366 w 9977052"/>
                <a:gd name="connsiteY1" fmla="*/ 532423 h 1443507"/>
                <a:gd name="connsiteX2" fmla="*/ 8388505 w 9977052"/>
                <a:gd name="connsiteY2" fmla="*/ 345119 h 1443507"/>
                <a:gd name="connsiteX3" fmla="*/ 7913754 w 9977052"/>
                <a:gd name="connsiteY3" fmla="*/ 309322 h 1443507"/>
                <a:gd name="connsiteX4" fmla="*/ 6781961 w 9977052"/>
                <a:gd name="connsiteY4" fmla="*/ 554763 h 1443507"/>
                <a:gd name="connsiteX5" fmla="*/ 5453964 w 9977052"/>
                <a:gd name="connsiteY5" fmla="*/ 815332 h 1443507"/>
                <a:gd name="connsiteX6" fmla="*/ 5096823 w 9977052"/>
                <a:gd name="connsiteY6" fmla="*/ 824338 h 1443507"/>
                <a:gd name="connsiteX7" fmla="*/ 3823848 w 9977052"/>
                <a:gd name="connsiteY7" fmla="*/ 690509 h 1443507"/>
                <a:gd name="connsiteX8" fmla="*/ 2679901 w 9977052"/>
                <a:gd name="connsiteY8" fmla="*/ 327018 h 1443507"/>
                <a:gd name="connsiteX9" fmla="*/ 872649 w 9977052"/>
                <a:gd name="connsiteY9" fmla="*/ 61137 h 1443507"/>
                <a:gd name="connsiteX10" fmla="*/ 5119 w 9977052"/>
                <a:gd name="connsiteY10" fmla="*/ 1296081 h 1443507"/>
                <a:gd name="connsiteX11" fmla="*/ 0 w 9977052"/>
                <a:gd name="connsiteY11" fmla="*/ 1294779 h 1443507"/>
                <a:gd name="connsiteX12" fmla="*/ 263014 w 9977052"/>
                <a:gd name="connsiteY12" fmla="*/ 534780 h 1443507"/>
                <a:gd name="connsiteX13" fmla="*/ 871523 w 9977052"/>
                <a:gd name="connsiteY13" fmla="*/ 56001 h 1443507"/>
                <a:gd name="connsiteX14" fmla="*/ 1812810 w 9977052"/>
                <a:gd name="connsiteY14" fmla="*/ 45007 h 1443507"/>
                <a:gd name="connsiteX15" fmla="*/ 2681783 w 9977052"/>
                <a:gd name="connsiteY15" fmla="*/ 322128 h 1443507"/>
                <a:gd name="connsiteX16" fmla="*/ 5453734 w 9977052"/>
                <a:gd name="connsiteY16" fmla="*/ 810107 h 1443507"/>
                <a:gd name="connsiteX17" fmla="*/ 6780606 w 9977052"/>
                <a:gd name="connsiteY17" fmla="*/ 549715 h 1443507"/>
                <a:gd name="connsiteX18" fmla="*/ 7913208 w 9977052"/>
                <a:gd name="connsiteY18" fmla="*/ 304133 h 1443507"/>
                <a:gd name="connsiteX19" fmla="*/ 8389454 w 9977052"/>
                <a:gd name="connsiteY19" fmla="*/ 339983 h 1443507"/>
                <a:gd name="connsiteX20" fmla="*/ 9052353 w 9977052"/>
                <a:gd name="connsiteY20" fmla="*/ 527568 h 1443507"/>
                <a:gd name="connsiteX21" fmla="*/ 9661813 w 9977052"/>
                <a:gd name="connsiteY21" fmla="*/ 887981 h 1443507"/>
                <a:gd name="connsiteX22" fmla="*/ 9977053 w 9977052"/>
                <a:gd name="connsiteY22" fmla="*/ 1442857 h 1443507"/>
                <a:gd name="connsiteX23" fmla="*/ 9971793 w 9977052"/>
                <a:gd name="connsiteY23" fmla="*/ 1443508 h 1443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77052" h="1443507">
                  <a:moveTo>
                    <a:pt x="9971793" y="1443508"/>
                  </a:moveTo>
                  <a:cubicBezTo>
                    <a:pt x="9909030" y="969970"/>
                    <a:pt x="9436073" y="686692"/>
                    <a:pt x="9050366" y="532423"/>
                  </a:cubicBezTo>
                  <a:cubicBezTo>
                    <a:pt x="8791063" y="428709"/>
                    <a:pt x="8547329" y="373334"/>
                    <a:pt x="8388505" y="345119"/>
                  </a:cubicBezTo>
                  <a:cubicBezTo>
                    <a:pt x="8197067" y="311116"/>
                    <a:pt x="8019579" y="297748"/>
                    <a:pt x="7913754" y="309322"/>
                  </a:cubicBezTo>
                  <a:cubicBezTo>
                    <a:pt x="7529752" y="351364"/>
                    <a:pt x="7149603" y="454761"/>
                    <a:pt x="6781961" y="554763"/>
                  </a:cubicBezTo>
                  <a:cubicBezTo>
                    <a:pt x="6351397" y="671881"/>
                    <a:pt x="5906181" y="792974"/>
                    <a:pt x="5453964" y="815332"/>
                  </a:cubicBezTo>
                  <a:cubicBezTo>
                    <a:pt x="5332764" y="821330"/>
                    <a:pt x="5213764" y="824338"/>
                    <a:pt x="5096823" y="824338"/>
                  </a:cubicBezTo>
                  <a:cubicBezTo>
                    <a:pt x="4648229" y="824338"/>
                    <a:pt x="4229011" y="780115"/>
                    <a:pt x="3823848" y="690509"/>
                  </a:cubicBezTo>
                  <a:cubicBezTo>
                    <a:pt x="3378192" y="591949"/>
                    <a:pt x="3007208" y="451208"/>
                    <a:pt x="2679901" y="327018"/>
                  </a:cubicBezTo>
                  <a:cubicBezTo>
                    <a:pt x="2085605" y="101560"/>
                    <a:pt x="1572348" y="-93167"/>
                    <a:pt x="872649" y="61137"/>
                  </a:cubicBezTo>
                  <a:cubicBezTo>
                    <a:pt x="284509" y="190850"/>
                    <a:pt x="129590" y="803669"/>
                    <a:pt x="5119" y="1296081"/>
                  </a:cubicBezTo>
                  <a:lnTo>
                    <a:pt x="0" y="1294779"/>
                  </a:lnTo>
                  <a:cubicBezTo>
                    <a:pt x="62464" y="1047668"/>
                    <a:pt x="133266" y="767573"/>
                    <a:pt x="263014" y="534780"/>
                  </a:cubicBezTo>
                  <a:cubicBezTo>
                    <a:pt x="410334" y="270412"/>
                    <a:pt x="609371" y="113804"/>
                    <a:pt x="871523" y="56001"/>
                  </a:cubicBezTo>
                  <a:cubicBezTo>
                    <a:pt x="1192990" y="-14889"/>
                    <a:pt x="1492100" y="-18389"/>
                    <a:pt x="1812810" y="45007"/>
                  </a:cubicBezTo>
                  <a:cubicBezTo>
                    <a:pt x="2102051" y="102176"/>
                    <a:pt x="2383659" y="209004"/>
                    <a:pt x="2681783" y="322128"/>
                  </a:cubicBezTo>
                  <a:cubicBezTo>
                    <a:pt x="3364946" y="581307"/>
                    <a:pt x="4139264" y="875069"/>
                    <a:pt x="5453734" y="810107"/>
                  </a:cubicBezTo>
                  <a:cubicBezTo>
                    <a:pt x="5905371" y="787785"/>
                    <a:pt x="6350306" y="666762"/>
                    <a:pt x="6780606" y="549715"/>
                  </a:cubicBezTo>
                  <a:cubicBezTo>
                    <a:pt x="7148442" y="449660"/>
                    <a:pt x="7528785" y="346210"/>
                    <a:pt x="7913208" y="304133"/>
                  </a:cubicBezTo>
                  <a:cubicBezTo>
                    <a:pt x="8019525" y="292506"/>
                    <a:pt x="8197542" y="305892"/>
                    <a:pt x="8389454" y="339983"/>
                  </a:cubicBezTo>
                  <a:cubicBezTo>
                    <a:pt x="8548508" y="368233"/>
                    <a:pt x="8792629" y="423696"/>
                    <a:pt x="9052353" y="527568"/>
                  </a:cubicBezTo>
                  <a:cubicBezTo>
                    <a:pt x="9302966" y="627799"/>
                    <a:pt x="9508018" y="749068"/>
                    <a:pt x="9661813" y="887981"/>
                  </a:cubicBezTo>
                  <a:cubicBezTo>
                    <a:pt x="9843998" y="1052558"/>
                    <a:pt x="9950069" y="1239246"/>
                    <a:pt x="9977053" y="1442857"/>
                  </a:cubicBezTo>
                  <a:lnTo>
                    <a:pt x="9971793" y="1443508"/>
                  </a:ln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任意多边形: 形状 1383"/>
            <p:cNvSpPr/>
            <p:nvPr>
              <p:custDataLst>
                <p:tags r:id="rId5"/>
              </p:custDataLst>
            </p:nvPr>
          </p:nvSpPr>
          <p:spPr>
            <a:xfrm>
              <a:off x="2135490" y="3436533"/>
              <a:ext cx="10056016" cy="1340042"/>
            </a:xfrm>
            <a:custGeom>
              <a:avLst/>
              <a:gdLst>
                <a:gd name="connsiteX0" fmla="*/ 10050898 w 10056016"/>
                <a:gd name="connsiteY0" fmla="*/ 1340042 h 1340042"/>
                <a:gd name="connsiteX1" fmla="*/ 9157228 w 10056016"/>
                <a:gd name="connsiteY1" fmla="*/ 449820 h 1340042"/>
                <a:gd name="connsiteX2" fmla="*/ 8054882 w 10056016"/>
                <a:gd name="connsiteY2" fmla="*/ 216992 h 1340042"/>
                <a:gd name="connsiteX3" fmla="*/ 8015198 w 10056016"/>
                <a:gd name="connsiteY3" fmla="*/ 219437 h 1340042"/>
                <a:gd name="connsiteX4" fmla="*/ 7736915 w 10056016"/>
                <a:gd name="connsiteY4" fmla="*/ 242991 h 1340042"/>
                <a:gd name="connsiteX5" fmla="*/ 7215268 w 10056016"/>
                <a:gd name="connsiteY5" fmla="*/ 374638 h 1340042"/>
                <a:gd name="connsiteX6" fmla="*/ 7157836 w 10056016"/>
                <a:gd name="connsiteY6" fmla="*/ 392669 h 1340042"/>
                <a:gd name="connsiteX7" fmla="*/ 6824055 w 10056016"/>
                <a:gd name="connsiteY7" fmla="*/ 501413 h 1340042"/>
                <a:gd name="connsiteX8" fmla="*/ 6116458 w 10056016"/>
                <a:gd name="connsiteY8" fmla="*/ 715174 h 1340042"/>
                <a:gd name="connsiteX9" fmla="*/ 5573051 w 10056016"/>
                <a:gd name="connsiteY9" fmla="*/ 809230 h 1340042"/>
                <a:gd name="connsiteX10" fmla="*/ 5409389 w 10056016"/>
                <a:gd name="connsiteY10" fmla="*/ 815229 h 1340042"/>
                <a:gd name="connsiteX11" fmla="*/ 5078493 w 10056016"/>
                <a:gd name="connsiteY11" fmla="*/ 800611 h 1340042"/>
                <a:gd name="connsiteX12" fmla="*/ 4556864 w 10056016"/>
                <a:gd name="connsiteY12" fmla="*/ 735931 h 1340042"/>
                <a:gd name="connsiteX13" fmla="*/ 4028391 w 10056016"/>
                <a:gd name="connsiteY13" fmla="*/ 621926 h 1340042"/>
                <a:gd name="connsiteX14" fmla="*/ 3556121 w 10056016"/>
                <a:gd name="connsiteY14" fmla="*/ 480146 h 1340042"/>
                <a:gd name="connsiteX15" fmla="*/ 3464245 w 10056016"/>
                <a:gd name="connsiteY15" fmla="*/ 449768 h 1340042"/>
                <a:gd name="connsiteX16" fmla="*/ 3253071 w 10056016"/>
                <a:gd name="connsiteY16" fmla="*/ 381077 h 1340042"/>
                <a:gd name="connsiteX17" fmla="*/ 2937373 w 10056016"/>
                <a:gd name="connsiteY17" fmla="*/ 279773 h 1340042"/>
                <a:gd name="connsiteX18" fmla="*/ 949309 w 10056016"/>
                <a:gd name="connsiteY18" fmla="*/ 82213 h 1340042"/>
                <a:gd name="connsiteX19" fmla="*/ 476176 w 10056016"/>
                <a:gd name="connsiteY19" fmla="*/ 333582 h 1340042"/>
                <a:gd name="connsiteX20" fmla="*/ 4960 w 10056016"/>
                <a:gd name="connsiteY20" fmla="*/ 1236100 h 1340042"/>
                <a:gd name="connsiteX21" fmla="*/ 0 w 10056016"/>
                <a:gd name="connsiteY21" fmla="*/ 1234482 h 1340042"/>
                <a:gd name="connsiteX22" fmla="*/ 178984 w 10056016"/>
                <a:gd name="connsiteY22" fmla="*/ 757285 h 1340042"/>
                <a:gd name="connsiteX23" fmla="*/ 472552 w 10056016"/>
                <a:gd name="connsiteY23" fmla="*/ 329835 h 1340042"/>
                <a:gd name="connsiteX24" fmla="*/ 683234 w 10056016"/>
                <a:gd name="connsiteY24" fmla="*/ 174564 h 1340042"/>
                <a:gd name="connsiteX25" fmla="*/ 948200 w 10056016"/>
                <a:gd name="connsiteY25" fmla="*/ 77112 h 1340042"/>
                <a:gd name="connsiteX26" fmla="*/ 2938974 w 10056016"/>
                <a:gd name="connsiteY26" fmla="*/ 274812 h 1340042"/>
                <a:gd name="connsiteX27" fmla="*/ 3254618 w 10056016"/>
                <a:gd name="connsiteY27" fmla="*/ 376098 h 1340042"/>
                <a:gd name="connsiteX28" fmla="*/ 3465881 w 10056016"/>
                <a:gd name="connsiteY28" fmla="*/ 444807 h 1340042"/>
                <a:gd name="connsiteX29" fmla="*/ 3557756 w 10056016"/>
                <a:gd name="connsiteY29" fmla="*/ 475186 h 1340042"/>
                <a:gd name="connsiteX30" fmla="*/ 4029710 w 10056016"/>
                <a:gd name="connsiteY30" fmla="*/ 616878 h 1340042"/>
                <a:gd name="connsiteX31" fmla="*/ 4557726 w 10056016"/>
                <a:gd name="connsiteY31" fmla="*/ 730776 h 1340042"/>
                <a:gd name="connsiteX32" fmla="*/ 5078880 w 10056016"/>
                <a:gd name="connsiteY32" fmla="*/ 795404 h 1340042"/>
                <a:gd name="connsiteX33" fmla="*/ 5409372 w 10056016"/>
                <a:gd name="connsiteY33" fmla="*/ 810004 h 1340042"/>
                <a:gd name="connsiteX34" fmla="*/ 5410497 w 10056016"/>
                <a:gd name="connsiteY34" fmla="*/ 810004 h 1340042"/>
                <a:gd name="connsiteX35" fmla="*/ 5572665 w 10056016"/>
                <a:gd name="connsiteY35" fmla="*/ 804023 h 1340042"/>
                <a:gd name="connsiteX36" fmla="*/ 6115209 w 10056016"/>
                <a:gd name="connsiteY36" fmla="*/ 710090 h 1340042"/>
                <a:gd name="connsiteX37" fmla="*/ 6822384 w 10056016"/>
                <a:gd name="connsiteY37" fmla="*/ 496453 h 1340042"/>
                <a:gd name="connsiteX38" fmla="*/ 7156253 w 10056016"/>
                <a:gd name="connsiteY38" fmla="*/ 387673 h 1340042"/>
                <a:gd name="connsiteX39" fmla="*/ 7213686 w 10056016"/>
                <a:gd name="connsiteY39" fmla="*/ 369643 h 1340042"/>
                <a:gd name="connsiteX40" fmla="*/ 7736212 w 10056016"/>
                <a:gd name="connsiteY40" fmla="*/ 237802 h 1340042"/>
                <a:gd name="connsiteX41" fmla="*/ 8014846 w 10056016"/>
                <a:gd name="connsiteY41" fmla="*/ 214213 h 1340042"/>
                <a:gd name="connsiteX42" fmla="*/ 8054513 w 10056016"/>
                <a:gd name="connsiteY42" fmla="*/ 211768 h 1340042"/>
                <a:gd name="connsiteX43" fmla="*/ 9159145 w 10056016"/>
                <a:gd name="connsiteY43" fmla="*/ 444965 h 1340042"/>
                <a:gd name="connsiteX44" fmla="*/ 10056017 w 10056016"/>
                <a:gd name="connsiteY44" fmla="*/ 1339321 h 1340042"/>
                <a:gd name="connsiteX45" fmla="*/ 10050898 w 10056016"/>
                <a:gd name="connsiteY45" fmla="*/ 1340042 h 1340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0056016" h="1340042">
                  <a:moveTo>
                    <a:pt x="10050898" y="1340042"/>
                  </a:moveTo>
                  <a:cubicBezTo>
                    <a:pt x="9988680" y="879698"/>
                    <a:pt x="9530569" y="601855"/>
                    <a:pt x="9157228" y="449820"/>
                  </a:cubicBezTo>
                  <a:cubicBezTo>
                    <a:pt x="8714140" y="269394"/>
                    <a:pt x="8245881" y="205048"/>
                    <a:pt x="8054882" y="216992"/>
                  </a:cubicBezTo>
                  <a:cubicBezTo>
                    <a:pt x="8041654" y="217819"/>
                    <a:pt x="8028426" y="218628"/>
                    <a:pt x="8015198" y="219437"/>
                  </a:cubicBezTo>
                  <a:cubicBezTo>
                    <a:pt x="7924572" y="224978"/>
                    <a:pt x="7830850" y="230695"/>
                    <a:pt x="7736915" y="242991"/>
                  </a:cubicBezTo>
                  <a:cubicBezTo>
                    <a:pt x="7559726" y="266193"/>
                    <a:pt x="7384613" y="321321"/>
                    <a:pt x="7215268" y="374638"/>
                  </a:cubicBezTo>
                  <a:cubicBezTo>
                    <a:pt x="7196042" y="380689"/>
                    <a:pt x="7176886" y="386723"/>
                    <a:pt x="7157836" y="392669"/>
                  </a:cubicBezTo>
                  <a:cubicBezTo>
                    <a:pt x="7045995" y="427586"/>
                    <a:pt x="6933169" y="465124"/>
                    <a:pt x="6824055" y="501413"/>
                  </a:cubicBezTo>
                  <a:cubicBezTo>
                    <a:pt x="6593584" y="578073"/>
                    <a:pt x="6355285" y="657353"/>
                    <a:pt x="6116458" y="715174"/>
                  </a:cubicBezTo>
                  <a:cubicBezTo>
                    <a:pt x="5946956" y="756212"/>
                    <a:pt x="5763821" y="796020"/>
                    <a:pt x="5573051" y="809230"/>
                  </a:cubicBezTo>
                  <a:cubicBezTo>
                    <a:pt x="5514950" y="813294"/>
                    <a:pt x="5461457" y="815317"/>
                    <a:pt x="5409389" y="815229"/>
                  </a:cubicBezTo>
                  <a:cubicBezTo>
                    <a:pt x="5286748" y="815598"/>
                    <a:pt x="5173324" y="808069"/>
                    <a:pt x="5078493" y="800611"/>
                  </a:cubicBezTo>
                  <a:cubicBezTo>
                    <a:pt x="4909782" y="787840"/>
                    <a:pt x="4739154" y="766679"/>
                    <a:pt x="4556864" y="735931"/>
                  </a:cubicBezTo>
                  <a:cubicBezTo>
                    <a:pt x="4379164" y="705956"/>
                    <a:pt x="4206302" y="668664"/>
                    <a:pt x="4028391" y="621926"/>
                  </a:cubicBezTo>
                  <a:cubicBezTo>
                    <a:pt x="3881457" y="583333"/>
                    <a:pt x="3731392" y="538283"/>
                    <a:pt x="3556121" y="480146"/>
                  </a:cubicBezTo>
                  <a:cubicBezTo>
                    <a:pt x="3525284" y="470032"/>
                    <a:pt x="3494254" y="459724"/>
                    <a:pt x="3464245" y="449768"/>
                  </a:cubicBezTo>
                  <a:cubicBezTo>
                    <a:pt x="3391121" y="425510"/>
                    <a:pt x="3322061" y="402607"/>
                    <a:pt x="3253071" y="381077"/>
                  </a:cubicBezTo>
                  <a:cubicBezTo>
                    <a:pt x="3142461" y="346582"/>
                    <a:pt x="3038202" y="312614"/>
                    <a:pt x="2937373" y="279773"/>
                  </a:cubicBezTo>
                  <a:cubicBezTo>
                    <a:pt x="2268300" y="61826"/>
                    <a:pt x="1784894" y="-95645"/>
                    <a:pt x="949309" y="82213"/>
                  </a:cubicBezTo>
                  <a:cubicBezTo>
                    <a:pt x="765188" y="122144"/>
                    <a:pt x="610427" y="204362"/>
                    <a:pt x="476176" y="333582"/>
                  </a:cubicBezTo>
                  <a:cubicBezTo>
                    <a:pt x="218439" y="581661"/>
                    <a:pt x="100073" y="944519"/>
                    <a:pt x="4960" y="1236100"/>
                  </a:cubicBezTo>
                  <a:lnTo>
                    <a:pt x="0" y="1234482"/>
                  </a:lnTo>
                  <a:cubicBezTo>
                    <a:pt x="45806" y="1094056"/>
                    <a:pt x="102834" y="919277"/>
                    <a:pt x="178984" y="757285"/>
                  </a:cubicBezTo>
                  <a:cubicBezTo>
                    <a:pt x="262715" y="579199"/>
                    <a:pt x="358741" y="439372"/>
                    <a:pt x="472552" y="329835"/>
                  </a:cubicBezTo>
                  <a:cubicBezTo>
                    <a:pt x="536951" y="267864"/>
                    <a:pt x="607823" y="215620"/>
                    <a:pt x="683234" y="174564"/>
                  </a:cubicBezTo>
                  <a:cubicBezTo>
                    <a:pt x="764256" y="130464"/>
                    <a:pt x="853405" y="97676"/>
                    <a:pt x="948200" y="77112"/>
                  </a:cubicBezTo>
                  <a:cubicBezTo>
                    <a:pt x="1785158" y="-101045"/>
                    <a:pt x="2269126" y="56601"/>
                    <a:pt x="2938974" y="274812"/>
                  </a:cubicBezTo>
                  <a:cubicBezTo>
                    <a:pt x="3039785" y="307654"/>
                    <a:pt x="3144045" y="341603"/>
                    <a:pt x="3254618" y="376098"/>
                  </a:cubicBezTo>
                  <a:cubicBezTo>
                    <a:pt x="3323661" y="397629"/>
                    <a:pt x="3392739" y="420550"/>
                    <a:pt x="3465881" y="444807"/>
                  </a:cubicBezTo>
                  <a:cubicBezTo>
                    <a:pt x="3495891" y="454763"/>
                    <a:pt x="3526920" y="465054"/>
                    <a:pt x="3557756" y="475186"/>
                  </a:cubicBezTo>
                  <a:cubicBezTo>
                    <a:pt x="3732923" y="533287"/>
                    <a:pt x="3882882" y="578302"/>
                    <a:pt x="4029710" y="616878"/>
                  </a:cubicBezTo>
                  <a:cubicBezTo>
                    <a:pt x="4207463" y="663563"/>
                    <a:pt x="4380184" y="700837"/>
                    <a:pt x="4557726" y="730776"/>
                  </a:cubicBezTo>
                  <a:cubicBezTo>
                    <a:pt x="4739858" y="761507"/>
                    <a:pt x="4910328" y="782633"/>
                    <a:pt x="5078880" y="795404"/>
                  </a:cubicBezTo>
                  <a:cubicBezTo>
                    <a:pt x="5173605" y="802845"/>
                    <a:pt x="5286976" y="810391"/>
                    <a:pt x="5409372" y="810004"/>
                  </a:cubicBezTo>
                  <a:cubicBezTo>
                    <a:pt x="5409741" y="810004"/>
                    <a:pt x="5410127" y="810004"/>
                    <a:pt x="5410497" y="810004"/>
                  </a:cubicBezTo>
                  <a:cubicBezTo>
                    <a:pt x="5462055" y="810004"/>
                    <a:pt x="5515108" y="808052"/>
                    <a:pt x="5572665" y="804023"/>
                  </a:cubicBezTo>
                  <a:cubicBezTo>
                    <a:pt x="5763047" y="790830"/>
                    <a:pt x="5945935" y="751076"/>
                    <a:pt x="6115209" y="710090"/>
                  </a:cubicBezTo>
                  <a:cubicBezTo>
                    <a:pt x="6353807" y="652305"/>
                    <a:pt x="6592018" y="573077"/>
                    <a:pt x="6822384" y="496453"/>
                  </a:cubicBezTo>
                  <a:cubicBezTo>
                    <a:pt x="6931515" y="460146"/>
                    <a:pt x="7044359" y="422608"/>
                    <a:pt x="7156253" y="387673"/>
                  </a:cubicBezTo>
                  <a:cubicBezTo>
                    <a:pt x="7175302" y="381727"/>
                    <a:pt x="7194442" y="375694"/>
                    <a:pt x="7213686" y="369643"/>
                  </a:cubicBezTo>
                  <a:cubicBezTo>
                    <a:pt x="7383240" y="316255"/>
                    <a:pt x="7558566" y="261074"/>
                    <a:pt x="7736212" y="237802"/>
                  </a:cubicBezTo>
                  <a:cubicBezTo>
                    <a:pt x="7830321" y="225471"/>
                    <a:pt x="7924132" y="219754"/>
                    <a:pt x="8014846" y="214213"/>
                  </a:cubicBezTo>
                  <a:cubicBezTo>
                    <a:pt x="8028074" y="213404"/>
                    <a:pt x="8041302" y="212594"/>
                    <a:pt x="8054513" y="211768"/>
                  </a:cubicBezTo>
                  <a:cubicBezTo>
                    <a:pt x="8245986" y="199788"/>
                    <a:pt x="8715301" y="264223"/>
                    <a:pt x="9159145" y="444965"/>
                  </a:cubicBezTo>
                  <a:cubicBezTo>
                    <a:pt x="9533771" y="597510"/>
                    <a:pt x="9993465" y="876514"/>
                    <a:pt x="10056017" y="1339321"/>
                  </a:cubicBezTo>
                  <a:lnTo>
                    <a:pt x="10050898" y="1340042"/>
                  </a:ln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任意多边形: 形状 1384"/>
            <p:cNvSpPr/>
            <p:nvPr>
              <p:custDataLst>
                <p:tags r:id="rId6"/>
              </p:custDataLst>
            </p:nvPr>
          </p:nvSpPr>
          <p:spPr>
            <a:xfrm>
              <a:off x="2056456" y="3476962"/>
              <a:ext cx="10135051" cy="1249497"/>
            </a:xfrm>
            <a:custGeom>
              <a:avLst/>
              <a:gdLst>
                <a:gd name="connsiteX0" fmla="*/ 10129967 w 10135051"/>
                <a:gd name="connsiteY0" fmla="*/ 1249497 h 1249497"/>
                <a:gd name="connsiteX1" fmla="*/ 8206319 w 10135051"/>
                <a:gd name="connsiteY1" fmla="*/ 137476 h 1249497"/>
                <a:gd name="connsiteX2" fmla="*/ 8195959 w 10135051"/>
                <a:gd name="connsiteY2" fmla="*/ 137546 h 1249497"/>
                <a:gd name="connsiteX3" fmla="*/ 8092438 w 10135051"/>
                <a:gd name="connsiteY3" fmla="*/ 137546 h 1249497"/>
                <a:gd name="connsiteX4" fmla="*/ 7875740 w 10135051"/>
                <a:gd name="connsiteY4" fmla="*/ 142384 h 1249497"/>
                <a:gd name="connsiteX5" fmla="*/ 7368816 w 10135051"/>
                <a:gd name="connsiteY5" fmla="*/ 279660 h 1249497"/>
                <a:gd name="connsiteX6" fmla="*/ 7285367 w 10135051"/>
                <a:gd name="connsiteY6" fmla="*/ 310321 h 1249497"/>
                <a:gd name="connsiteX7" fmla="*/ 6903248 w 10135051"/>
                <a:gd name="connsiteY7" fmla="*/ 456779 h 1249497"/>
                <a:gd name="connsiteX8" fmla="*/ 6243268 w 10135051"/>
                <a:gd name="connsiteY8" fmla="*/ 694779 h 1249497"/>
                <a:gd name="connsiteX9" fmla="*/ 5692104 w 10135051"/>
                <a:gd name="connsiteY9" fmla="*/ 816049 h 1249497"/>
                <a:gd name="connsiteX10" fmla="*/ 5522355 w 10135051"/>
                <a:gd name="connsiteY10" fmla="*/ 821889 h 1249497"/>
                <a:gd name="connsiteX11" fmla="*/ 5185285 w 10135051"/>
                <a:gd name="connsiteY11" fmla="*/ 790929 h 1249497"/>
                <a:gd name="connsiteX12" fmla="*/ 4663322 w 10135051"/>
                <a:gd name="connsiteY12" fmla="*/ 692985 h 1249497"/>
                <a:gd name="connsiteX13" fmla="*/ 4135957 w 10135051"/>
                <a:gd name="connsiteY13" fmla="*/ 545717 h 1249497"/>
                <a:gd name="connsiteX14" fmla="*/ 3677108 w 10135051"/>
                <a:gd name="connsiteY14" fmla="*/ 384395 h 1249497"/>
                <a:gd name="connsiteX15" fmla="*/ 3660133 w 10135051"/>
                <a:gd name="connsiteY15" fmla="*/ 378167 h 1249497"/>
                <a:gd name="connsiteX16" fmla="*/ 3347462 w 10135051"/>
                <a:gd name="connsiteY16" fmla="*/ 273029 h 1249497"/>
                <a:gd name="connsiteX17" fmla="*/ 3287917 w 10135051"/>
                <a:gd name="connsiteY17" fmla="*/ 256036 h 1249497"/>
                <a:gd name="connsiteX18" fmla="*/ 1948416 w 10135051"/>
                <a:gd name="connsiteY18" fmla="*/ 5828 h 1249497"/>
                <a:gd name="connsiteX19" fmla="*/ 1025986 w 10135051"/>
                <a:gd name="connsiteY19" fmla="*/ 116227 h 1249497"/>
                <a:gd name="connsiteX20" fmla="*/ 529229 w 10135051"/>
                <a:gd name="connsiteY20" fmla="*/ 361281 h 1249497"/>
                <a:gd name="connsiteX21" fmla="*/ 4767 w 10135051"/>
                <a:gd name="connsiteY21" fmla="*/ 1189074 h 1249497"/>
                <a:gd name="connsiteX22" fmla="*/ 0 w 10135051"/>
                <a:gd name="connsiteY22" fmla="*/ 1187104 h 1249497"/>
                <a:gd name="connsiteX23" fmla="*/ 204226 w 10135051"/>
                <a:gd name="connsiteY23" fmla="*/ 754411 h 1249497"/>
                <a:gd name="connsiteX24" fmla="*/ 525869 w 10135051"/>
                <a:gd name="connsiteY24" fmla="*/ 357375 h 1249497"/>
                <a:gd name="connsiteX25" fmla="*/ 750412 w 10135051"/>
                <a:gd name="connsiteY25" fmla="*/ 206730 h 1249497"/>
                <a:gd name="connsiteX26" fmla="*/ 1024930 w 10135051"/>
                <a:gd name="connsiteY26" fmla="*/ 111178 h 1249497"/>
                <a:gd name="connsiteX27" fmla="*/ 1696308 w 10135051"/>
                <a:gd name="connsiteY27" fmla="*/ 9927 h 1249497"/>
                <a:gd name="connsiteX28" fmla="*/ 2237006 w 10135051"/>
                <a:gd name="connsiteY28" fmla="*/ 13850 h 1249497"/>
                <a:gd name="connsiteX29" fmla="*/ 3289325 w 10135051"/>
                <a:gd name="connsiteY29" fmla="*/ 251076 h 1249497"/>
                <a:gd name="connsiteX30" fmla="*/ 3348869 w 10135051"/>
                <a:gd name="connsiteY30" fmla="*/ 268068 h 1249497"/>
                <a:gd name="connsiteX31" fmla="*/ 3661892 w 10135051"/>
                <a:gd name="connsiteY31" fmla="*/ 373312 h 1249497"/>
                <a:gd name="connsiteX32" fmla="*/ 3678867 w 10135051"/>
                <a:gd name="connsiteY32" fmla="*/ 379540 h 1249497"/>
                <a:gd name="connsiteX33" fmla="*/ 4137523 w 10135051"/>
                <a:gd name="connsiteY33" fmla="*/ 540792 h 1249497"/>
                <a:gd name="connsiteX34" fmla="*/ 4664483 w 10135051"/>
                <a:gd name="connsiteY34" fmla="*/ 687954 h 1249497"/>
                <a:gd name="connsiteX35" fmla="*/ 5185954 w 10135051"/>
                <a:gd name="connsiteY35" fmla="*/ 785810 h 1249497"/>
                <a:gd name="connsiteX36" fmla="*/ 5522461 w 10135051"/>
                <a:gd name="connsiteY36" fmla="*/ 816717 h 1249497"/>
                <a:gd name="connsiteX37" fmla="*/ 5691647 w 10135051"/>
                <a:gd name="connsiteY37" fmla="*/ 810895 h 1249497"/>
                <a:gd name="connsiteX38" fmla="*/ 6241808 w 10135051"/>
                <a:gd name="connsiteY38" fmla="*/ 689819 h 1249497"/>
                <a:gd name="connsiteX39" fmla="*/ 6901348 w 10135051"/>
                <a:gd name="connsiteY39" fmla="*/ 451960 h 1249497"/>
                <a:gd name="connsiteX40" fmla="*/ 7283608 w 10135051"/>
                <a:gd name="connsiteY40" fmla="*/ 305448 h 1249497"/>
                <a:gd name="connsiteX41" fmla="*/ 7367022 w 10135051"/>
                <a:gd name="connsiteY41" fmla="*/ 274805 h 1249497"/>
                <a:gd name="connsiteX42" fmla="*/ 7875318 w 10135051"/>
                <a:gd name="connsiteY42" fmla="*/ 137212 h 1249497"/>
                <a:gd name="connsiteX43" fmla="*/ 8092473 w 10135051"/>
                <a:gd name="connsiteY43" fmla="*/ 132357 h 1249497"/>
                <a:gd name="connsiteX44" fmla="*/ 8195870 w 10135051"/>
                <a:gd name="connsiteY44" fmla="*/ 132357 h 1249497"/>
                <a:gd name="connsiteX45" fmla="*/ 8644482 w 10135051"/>
                <a:gd name="connsiteY45" fmla="*/ 186993 h 1249497"/>
                <a:gd name="connsiteX46" fmla="*/ 9265762 w 10135051"/>
                <a:gd name="connsiteY46" fmla="*/ 375142 h 1249497"/>
                <a:gd name="connsiteX47" fmla="*/ 9837050 w 10135051"/>
                <a:gd name="connsiteY47" fmla="*/ 720866 h 1249497"/>
                <a:gd name="connsiteX48" fmla="*/ 10135051 w 10135051"/>
                <a:gd name="connsiteY48" fmla="*/ 1248741 h 1249497"/>
                <a:gd name="connsiteX49" fmla="*/ 10129967 w 10135051"/>
                <a:gd name="connsiteY49" fmla="*/ 1249497 h 1249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135051" h="1249497">
                  <a:moveTo>
                    <a:pt x="10129967" y="1249497"/>
                  </a:moveTo>
                  <a:cubicBezTo>
                    <a:pt x="10015083" y="416550"/>
                    <a:pt x="8584691" y="137476"/>
                    <a:pt x="8206319" y="137476"/>
                  </a:cubicBezTo>
                  <a:cubicBezTo>
                    <a:pt x="8202748" y="137476"/>
                    <a:pt x="8199336" y="137494"/>
                    <a:pt x="8195959" y="137546"/>
                  </a:cubicBezTo>
                  <a:cubicBezTo>
                    <a:pt x="8161551" y="138057"/>
                    <a:pt x="8126423" y="137793"/>
                    <a:pt x="8092438" y="137546"/>
                  </a:cubicBezTo>
                  <a:cubicBezTo>
                    <a:pt x="8022287" y="137036"/>
                    <a:pt x="7949762" y="136509"/>
                    <a:pt x="7875740" y="142384"/>
                  </a:cubicBezTo>
                  <a:cubicBezTo>
                    <a:pt x="7701999" y="156193"/>
                    <a:pt x="7532619" y="218973"/>
                    <a:pt x="7368816" y="279660"/>
                  </a:cubicBezTo>
                  <a:cubicBezTo>
                    <a:pt x="7341287" y="289863"/>
                    <a:pt x="7312825" y="300417"/>
                    <a:pt x="7285367" y="310321"/>
                  </a:cubicBezTo>
                  <a:cubicBezTo>
                    <a:pt x="7156674" y="356760"/>
                    <a:pt x="7027841" y="407596"/>
                    <a:pt x="6903248" y="456779"/>
                  </a:cubicBezTo>
                  <a:cubicBezTo>
                    <a:pt x="6688890" y="541390"/>
                    <a:pt x="6467214" y="628885"/>
                    <a:pt x="6243268" y="694779"/>
                  </a:cubicBezTo>
                  <a:cubicBezTo>
                    <a:pt x="6086097" y="741025"/>
                    <a:pt x="5890491" y="798581"/>
                    <a:pt x="5692104" y="816049"/>
                  </a:cubicBezTo>
                  <a:cubicBezTo>
                    <a:pt x="5634020" y="821220"/>
                    <a:pt x="5576921" y="823190"/>
                    <a:pt x="5522355" y="821889"/>
                  </a:cubicBezTo>
                  <a:cubicBezTo>
                    <a:pt x="5401667" y="819021"/>
                    <a:pt x="5289668" y="805037"/>
                    <a:pt x="5185285" y="790929"/>
                  </a:cubicBezTo>
                  <a:cubicBezTo>
                    <a:pt x="5019143" y="768501"/>
                    <a:pt x="4853282" y="737366"/>
                    <a:pt x="4663322" y="692985"/>
                  </a:cubicBezTo>
                  <a:cubicBezTo>
                    <a:pt x="4489738" y="652422"/>
                    <a:pt x="4317246" y="604241"/>
                    <a:pt x="4135957" y="545717"/>
                  </a:cubicBezTo>
                  <a:cubicBezTo>
                    <a:pt x="3976411" y="494195"/>
                    <a:pt x="3824253" y="438380"/>
                    <a:pt x="3677108" y="384395"/>
                  </a:cubicBezTo>
                  <a:lnTo>
                    <a:pt x="3660133" y="378167"/>
                  </a:lnTo>
                  <a:cubicBezTo>
                    <a:pt x="3542787" y="335123"/>
                    <a:pt x="3444702" y="300769"/>
                    <a:pt x="3347462" y="273029"/>
                  </a:cubicBezTo>
                  <a:cubicBezTo>
                    <a:pt x="3327391" y="267294"/>
                    <a:pt x="3307549" y="261630"/>
                    <a:pt x="3287917" y="256036"/>
                  </a:cubicBezTo>
                  <a:cubicBezTo>
                    <a:pt x="2776543" y="109965"/>
                    <a:pt x="2411944" y="5828"/>
                    <a:pt x="1948416" y="5828"/>
                  </a:cubicBezTo>
                  <a:cubicBezTo>
                    <a:pt x="1687073" y="5828"/>
                    <a:pt x="1394349" y="38899"/>
                    <a:pt x="1025986" y="116227"/>
                  </a:cubicBezTo>
                  <a:cubicBezTo>
                    <a:pt x="837960" y="155682"/>
                    <a:pt x="675477" y="235842"/>
                    <a:pt x="529229" y="361281"/>
                  </a:cubicBezTo>
                  <a:cubicBezTo>
                    <a:pt x="248027" y="602464"/>
                    <a:pt x="113142" y="927731"/>
                    <a:pt x="4767" y="1189074"/>
                  </a:cubicBezTo>
                  <a:lnTo>
                    <a:pt x="0" y="1187104"/>
                  </a:lnTo>
                  <a:cubicBezTo>
                    <a:pt x="61514" y="1038780"/>
                    <a:pt x="123415" y="894080"/>
                    <a:pt x="204226" y="754411"/>
                  </a:cubicBezTo>
                  <a:cubicBezTo>
                    <a:pt x="297878" y="592561"/>
                    <a:pt x="403087" y="462690"/>
                    <a:pt x="525869" y="357375"/>
                  </a:cubicBezTo>
                  <a:cubicBezTo>
                    <a:pt x="595862" y="297339"/>
                    <a:pt x="671413" y="246661"/>
                    <a:pt x="750412" y="206730"/>
                  </a:cubicBezTo>
                  <a:cubicBezTo>
                    <a:pt x="835603" y="163686"/>
                    <a:pt x="927971" y="131531"/>
                    <a:pt x="1024930" y="111178"/>
                  </a:cubicBezTo>
                  <a:cubicBezTo>
                    <a:pt x="1276897" y="58301"/>
                    <a:pt x="1496497" y="25178"/>
                    <a:pt x="1696308" y="9927"/>
                  </a:cubicBezTo>
                  <a:cubicBezTo>
                    <a:pt x="1885336" y="-4497"/>
                    <a:pt x="2062191" y="-3213"/>
                    <a:pt x="2237006" y="13850"/>
                  </a:cubicBezTo>
                  <a:cubicBezTo>
                    <a:pt x="2574023" y="46744"/>
                    <a:pt x="2889686" y="136913"/>
                    <a:pt x="3289325" y="251076"/>
                  </a:cubicBezTo>
                  <a:cubicBezTo>
                    <a:pt x="3308938" y="256687"/>
                    <a:pt x="3328780" y="262351"/>
                    <a:pt x="3348869" y="268068"/>
                  </a:cubicBezTo>
                  <a:cubicBezTo>
                    <a:pt x="3446250" y="295844"/>
                    <a:pt x="3544440" y="330233"/>
                    <a:pt x="3661892" y="373312"/>
                  </a:cubicBezTo>
                  <a:lnTo>
                    <a:pt x="3678867" y="379540"/>
                  </a:lnTo>
                  <a:cubicBezTo>
                    <a:pt x="3825959" y="433507"/>
                    <a:pt x="3978065" y="489304"/>
                    <a:pt x="4137523" y="540792"/>
                  </a:cubicBezTo>
                  <a:cubicBezTo>
                    <a:pt x="4318670" y="599280"/>
                    <a:pt x="4491040" y="647426"/>
                    <a:pt x="4664483" y="687954"/>
                  </a:cubicBezTo>
                  <a:cubicBezTo>
                    <a:pt x="4854284" y="732300"/>
                    <a:pt x="5019988" y="763400"/>
                    <a:pt x="5185954" y="785810"/>
                  </a:cubicBezTo>
                  <a:cubicBezTo>
                    <a:pt x="5290195" y="799883"/>
                    <a:pt x="5402053" y="813867"/>
                    <a:pt x="5522461" y="816717"/>
                  </a:cubicBezTo>
                  <a:cubicBezTo>
                    <a:pt x="5576834" y="818001"/>
                    <a:pt x="5633756" y="816049"/>
                    <a:pt x="5691647" y="810895"/>
                  </a:cubicBezTo>
                  <a:cubicBezTo>
                    <a:pt x="5889541" y="793480"/>
                    <a:pt x="6084866" y="736012"/>
                    <a:pt x="6241808" y="689819"/>
                  </a:cubicBezTo>
                  <a:cubicBezTo>
                    <a:pt x="6465542" y="623978"/>
                    <a:pt x="6687095" y="536535"/>
                    <a:pt x="6901348" y="451960"/>
                  </a:cubicBezTo>
                  <a:cubicBezTo>
                    <a:pt x="7025977" y="402777"/>
                    <a:pt x="7154845" y="351905"/>
                    <a:pt x="7283608" y="305448"/>
                  </a:cubicBezTo>
                  <a:cubicBezTo>
                    <a:pt x="7311049" y="295545"/>
                    <a:pt x="7339493" y="285008"/>
                    <a:pt x="7367022" y="274805"/>
                  </a:cubicBezTo>
                  <a:cubicBezTo>
                    <a:pt x="7531142" y="213977"/>
                    <a:pt x="7700856" y="151091"/>
                    <a:pt x="7875318" y="137212"/>
                  </a:cubicBezTo>
                  <a:cubicBezTo>
                    <a:pt x="7949567" y="131302"/>
                    <a:pt x="8022217" y="131847"/>
                    <a:pt x="8092473" y="132357"/>
                  </a:cubicBezTo>
                  <a:cubicBezTo>
                    <a:pt x="8126423" y="132604"/>
                    <a:pt x="8161533" y="132867"/>
                    <a:pt x="8195870" y="132357"/>
                  </a:cubicBezTo>
                  <a:cubicBezTo>
                    <a:pt x="8302539" y="130809"/>
                    <a:pt x="8470247" y="151232"/>
                    <a:pt x="8644482" y="186993"/>
                  </a:cubicBezTo>
                  <a:cubicBezTo>
                    <a:pt x="8796077" y="218111"/>
                    <a:pt x="9026900" y="276002"/>
                    <a:pt x="9265762" y="375142"/>
                  </a:cubicBezTo>
                  <a:cubicBezTo>
                    <a:pt x="9501176" y="472840"/>
                    <a:pt x="9693370" y="589166"/>
                    <a:pt x="9837050" y="720866"/>
                  </a:cubicBezTo>
                  <a:cubicBezTo>
                    <a:pt x="10008100" y="877686"/>
                    <a:pt x="10108366" y="1055280"/>
                    <a:pt x="10135051" y="1248741"/>
                  </a:cubicBezTo>
                  <a:lnTo>
                    <a:pt x="10129967" y="1249497"/>
                  </a:ln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任意多边形: 形状 1385"/>
            <p:cNvSpPr/>
            <p:nvPr>
              <p:custDataLst>
                <p:tags r:id="rId7"/>
              </p:custDataLst>
            </p:nvPr>
          </p:nvSpPr>
          <p:spPr>
            <a:xfrm>
              <a:off x="1977475" y="3499389"/>
              <a:ext cx="10214067" cy="1176955"/>
            </a:xfrm>
            <a:custGeom>
              <a:avLst/>
              <a:gdLst>
                <a:gd name="connsiteX0" fmla="*/ 10208984 w 10214067"/>
                <a:gd name="connsiteY0" fmla="*/ 1176955 h 1176955"/>
                <a:gd name="connsiteX1" fmla="*/ 9370109 w 10214067"/>
                <a:gd name="connsiteY1" fmla="*/ 327842 h 1176955"/>
                <a:gd name="connsiteX2" fmla="*/ 8336982 w 10214067"/>
                <a:gd name="connsiteY2" fmla="*/ 76104 h 1176955"/>
                <a:gd name="connsiteX3" fmla="*/ 8216574 w 10214067"/>
                <a:gd name="connsiteY3" fmla="*/ 68259 h 1176955"/>
                <a:gd name="connsiteX4" fmla="*/ 8014512 w 10214067"/>
                <a:gd name="connsiteY4" fmla="*/ 59780 h 1176955"/>
                <a:gd name="connsiteX5" fmla="*/ 7503771 w 10214067"/>
                <a:gd name="connsiteY5" fmla="*/ 207716 h 1176955"/>
                <a:gd name="connsiteX6" fmla="*/ 7412845 w 10214067"/>
                <a:gd name="connsiteY6" fmla="*/ 245976 h 1176955"/>
                <a:gd name="connsiteX7" fmla="*/ 6999643 w 10214067"/>
                <a:gd name="connsiteY7" fmla="*/ 428249 h 1176955"/>
                <a:gd name="connsiteX8" fmla="*/ 6370008 w 10214067"/>
                <a:gd name="connsiteY8" fmla="*/ 692389 h 1176955"/>
                <a:gd name="connsiteX9" fmla="*/ 6346489 w 10214067"/>
                <a:gd name="connsiteY9" fmla="*/ 700533 h 1176955"/>
                <a:gd name="connsiteX10" fmla="*/ 5811087 w 10214067"/>
                <a:gd name="connsiteY10" fmla="*/ 840835 h 1176955"/>
                <a:gd name="connsiteX11" fmla="*/ 5635234 w 10214067"/>
                <a:gd name="connsiteY11" fmla="*/ 846534 h 1176955"/>
                <a:gd name="connsiteX12" fmla="*/ 5291972 w 10214067"/>
                <a:gd name="connsiteY12" fmla="*/ 799251 h 1176955"/>
                <a:gd name="connsiteX13" fmla="*/ 4769674 w 10214067"/>
                <a:gd name="connsiteY13" fmla="*/ 668026 h 1176955"/>
                <a:gd name="connsiteX14" fmla="*/ 4243418 w 10214067"/>
                <a:gd name="connsiteY14" fmla="*/ 487476 h 1176955"/>
                <a:gd name="connsiteX15" fmla="*/ 3928090 w 10214067"/>
                <a:gd name="connsiteY15" fmla="*/ 361036 h 1176955"/>
                <a:gd name="connsiteX16" fmla="*/ 3764040 w 10214067"/>
                <a:gd name="connsiteY16" fmla="*/ 294174 h 1176955"/>
                <a:gd name="connsiteX17" fmla="*/ 3441764 w 10214067"/>
                <a:gd name="connsiteY17" fmla="*/ 182967 h 1176955"/>
                <a:gd name="connsiteX18" fmla="*/ 1102610 w 10214067"/>
                <a:gd name="connsiteY18" fmla="*/ 168208 h 1176955"/>
                <a:gd name="connsiteX19" fmla="*/ 582229 w 10214067"/>
                <a:gd name="connsiteY19" fmla="*/ 406947 h 1176955"/>
                <a:gd name="connsiteX20" fmla="*/ 4503 w 10214067"/>
                <a:gd name="connsiteY20" fmla="*/ 1160051 h 1176955"/>
                <a:gd name="connsiteX21" fmla="*/ 0 w 10214067"/>
                <a:gd name="connsiteY21" fmla="*/ 1157693 h 1176955"/>
                <a:gd name="connsiteX22" fmla="*/ 579133 w 10214067"/>
                <a:gd name="connsiteY22" fmla="*/ 402919 h 1176955"/>
                <a:gd name="connsiteX23" fmla="*/ 1101590 w 10214067"/>
                <a:gd name="connsiteY23" fmla="*/ 163247 h 1176955"/>
                <a:gd name="connsiteX24" fmla="*/ 2378170 w 10214067"/>
                <a:gd name="connsiteY24" fmla="*/ 359 h 1176955"/>
                <a:gd name="connsiteX25" fmla="*/ 3443048 w 10214067"/>
                <a:gd name="connsiteY25" fmla="*/ 178059 h 1176955"/>
                <a:gd name="connsiteX26" fmla="*/ 3765940 w 10214067"/>
                <a:gd name="connsiteY26" fmla="*/ 289460 h 1176955"/>
                <a:gd name="connsiteX27" fmla="*/ 3930025 w 10214067"/>
                <a:gd name="connsiteY27" fmla="*/ 356339 h 1176955"/>
                <a:gd name="connsiteX28" fmla="*/ 4245247 w 10214067"/>
                <a:gd name="connsiteY28" fmla="*/ 482744 h 1176955"/>
                <a:gd name="connsiteX29" fmla="*/ 4771151 w 10214067"/>
                <a:gd name="connsiteY29" fmla="*/ 663171 h 1176955"/>
                <a:gd name="connsiteX30" fmla="*/ 5292957 w 10214067"/>
                <a:gd name="connsiteY30" fmla="*/ 794273 h 1176955"/>
                <a:gd name="connsiteX31" fmla="*/ 5635497 w 10214067"/>
                <a:gd name="connsiteY31" fmla="*/ 841486 h 1176955"/>
                <a:gd name="connsiteX32" fmla="*/ 5810576 w 10214067"/>
                <a:gd name="connsiteY32" fmla="*/ 835822 h 1176955"/>
                <a:gd name="connsiteX33" fmla="*/ 6344854 w 10214067"/>
                <a:gd name="connsiteY33" fmla="*/ 695766 h 1176955"/>
                <a:gd name="connsiteX34" fmla="*/ 6368372 w 10214067"/>
                <a:gd name="connsiteY34" fmla="*/ 687604 h 1176955"/>
                <a:gd name="connsiteX35" fmla="*/ 6997550 w 10214067"/>
                <a:gd name="connsiteY35" fmla="*/ 423640 h 1176955"/>
                <a:gd name="connsiteX36" fmla="*/ 7410946 w 10214067"/>
                <a:gd name="connsiteY36" fmla="*/ 241279 h 1176955"/>
                <a:gd name="connsiteX37" fmla="*/ 7501801 w 10214067"/>
                <a:gd name="connsiteY37" fmla="*/ 203037 h 1176955"/>
                <a:gd name="connsiteX38" fmla="*/ 8014389 w 10214067"/>
                <a:gd name="connsiteY38" fmla="*/ 54696 h 1176955"/>
                <a:gd name="connsiteX39" fmla="*/ 8217014 w 10214067"/>
                <a:gd name="connsiteY39" fmla="*/ 63175 h 1176955"/>
                <a:gd name="connsiteX40" fmla="*/ 8337192 w 10214067"/>
                <a:gd name="connsiteY40" fmla="*/ 71003 h 1176955"/>
                <a:gd name="connsiteX41" fmla="*/ 8771609 w 10214067"/>
                <a:gd name="connsiteY41" fmla="*/ 134680 h 1176955"/>
                <a:gd name="connsiteX42" fmla="*/ 9372131 w 10214067"/>
                <a:gd name="connsiteY42" fmla="*/ 323145 h 1176955"/>
                <a:gd name="connsiteX43" fmla="*/ 9924545 w 10214067"/>
                <a:gd name="connsiteY43" fmla="*/ 661728 h 1176955"/>
                <a:gd name="connsiteX44" fmla="*/ 10214068 w 10214067"/>
                <a:gd name="connsiteY44" fmla="*/ 1176234 h 1176955"/>
                <a:gd name="connsiteX45" fmla="*/ 10208984 w 10214067"/>
                <a:gd name="connsiteY45" fmla="*/ 1176955 h 1176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0214067" h="1176955">
                  <a:moveTo>
                    <a:pt x="10208984" y="1176955"/>
                  </a:moveTo>
                  <a:cubicBezTo>
                    <a:pt x="10147857" y="742908"/>
                    <a:pt x="9719052" y="475638"/>
                    <a:pt x="9370109" y="327842"/>
                  </a:cubicBezTo>
                  <a:cubicBezTo>
                    <a:pt x="8965385" y="156440"/>
                    <a:pt x="8521629" y="82454"/>
                    <a:pt x="8336982" y="76104"/>
                  </a:cubicBezTo>
                  <a:cubicBezTo>
                    <a:pt x="8297034" y="74732"/>
                    <a:pt x="8256136" y="71443"/>
                    <a:pt x="8216574" y="68259"/>
                  </a:cubicBezTo>
                  <a:cubicBezTo>
                    <a:pt x="8151560" y="63034"/>
                    <a:pt x="8084328" y="57616"/>
                    <a:pt x="8014512" y="59780"/>
                  </a:cubicBezTo>
                  <a:cubicBezTo>
                    <a:pt x="7837850" y="65268"/>
                    <a:pt x="7660362" y="140943"/>
                    <a:pt x="7503771" y="207716"/>
                  </a:cubicBezTo>
                  <a:cubicBezTo>
                    <a:pt x="7472283" y="221156"/>
                    <a:pt x="7442520" y="233838"/>
                    <a:pt x="7412845" y="245976"/>
                  </a:cubicBezTo>
                  <a:cubicBezTo>
                    <a:pt x="7272895" y="303251"/>
                    <a:pt x="7133982" y="366805"/>
                    <a:pt x="6999643" y="428249"/>
                  </a:cubicBezTo>
                  <a:cubicBezTo>
                    <a:pt x="6795734" y="521532"/>
                    <a:pt x="6584876" y="617980"/>
                    <a:pt x="6370008" y="692389"/>
                  </a:cubicBezTo>
                  <a:lnTo>
                    <a:pt x="6346489" y="700533"/>
                  </a:lnTo>
                  <a:cubicBezTo>
                    <a:pt x="6175861" y="759725"/>
                    <a:pt x="5999428" y="820940"/>
                    <a:pt x="5811087" y="840835"/>
                  </a:cubicBezTo>
                  <a:cubicBezTo>
                    <a:pt x="5750944" y="847273"/>
                    <a:pt x="5691787" y="849191"/>
                    <a:pt x="5635234" y="846534"/>
                  </a:cubicBezTo>
                  <a:cubicBezTo>
                    <a:pt x="5516145" y="840923"/>
                    <a:pt x="5409318" y="821802"/>
                    <a:pt x="5291972" y="799251"/>
                  </a:cubicBezTo>
                  <a:cubicBezTo>
                    <a:pt x="5130350" y="768186"/>
                    <a:pt x="4969273" y="727710"/>
                    <a:pt x="4769674" y="668026"/>
                  </a:cubicBezTo>
                  <a:cubicBezTo>
                    <a:pt x="4601157" y="617629"/>
                    <a:pt x="4429016" y="558577"/>
                    <a:pt x="4243418" y="487476"/>
                  </a:cubicBezTo>
                  <a:cubicBezTo>
                    <a:pt x="4135711" y="446209"/>
                    <a:pt x="4030150" y="402901"/>
                    <a:pt x="3928090" y="361036"/>
                  </a:cubicBezTo>
                  <a:cubicBezTo>
                    <a:pt x="3874228" y="338942"/>
                    <a:pt x="3818536" y="316092"/>
                    <a:pt x="3764040" y="294174"/>
                  </a:cubicBezTo>
                  <a:cubicBezTo>
                    <a:pt x="3674329" y="258096"/>
                    <a:pt x="3556630" y="212853"/>
                    <a:pt x="3441764" y="182967"/>
                  </a:cubicBezTo>
                  <a:cubicBezTo>
                    <a:pt x="2591631" y="-38147"/>
                    <a:pt x="2227630" y="-62949"/>
                    <a:pt x="1102610" y="168208"/>
                  </a:cubicBezTo>
                  <a:cubicBezTo>
                    <a:pt x="910257" y="207734"/>
                    <a:pt x="740051" y="285818"/>
                    <a:pt x="582229" y="406947"/>
                  </a:cubicBezTo>
                  <a:cubicBezTo>
                    <a:pt x="298863" y="624419"/>
                    <a:pt x="147250" y="887274"/>
                    <a:pt x="4503" y="1160051"/>
                  </a:cubicBezTo>
                  <a:lnTo>
                    <a:pt x="0" y="1157693"/>
                  </a:lnTo>
                  <a:cubicBezTo>
                    <a:pt x="143029" y="884389"/>
                    <a:pt x="294958" y="621024"/>
                    <a:pt x="579133" y="402919"/>
                  </a:cubicBezTo>
                  <a:cubicBezTo>
                    <a:pt x="737571" y="281315"/>
                    <a:pt x="908463" y="202914"/>
                    <a:pt x="1101590" y="163247"/>
                  </a:cubicBezTo>
                  <a:cubicBezTo>
                    <a:pt x="1696114" y="41081"/>
                    <a:pt x="2054012" y="-4584"/>
                    <a:pt x="2378170" y="359"/>
                  </a:cubicBezTo>
                  <a:cubicBezTo>
                    <a:pt x="2717263" y="5531"/>
                    <a:pt x="3025396" y="69437"/>
                    <a:pt x="3443048" y="178059"/>
                  </a:cubicBezTo>
                  <a:cubicBezTo>
                    <a:pt x="3558196" y="208015"/>
                    <a:pt x="3676088" y="253329"/>
                    <a:pt x="3765940" y="289460"/>
                  </a:cubicBezTo>
                  <a:cubicBezTo>
                    <a:pt x="3820453" y="311378"/>
                    <a:pt x="3876162" y="334245"/>
                    <a:pt x="3930025" y="356339"/>
                  </a:cubicBezTo>
                  <a:cubicBezTo>
                    <a:pt x="4032068" y="398204"/>
                    <a:pt x="4137593" y="441512"/>
                    <a:pt x="4245247" y="482744"/>
                  </a:cubicBezTo>
                  <a:cubicBezTo>
                    <a:pt x="4430739" y="553793"/>
                    <a:pt x="4602757" y="612809"/>
                    <a:pt x="4771151" y="663171"/>
                  </a:cubicBezTo>
                  <a:cubicBezTo>
                    <a:pt x="4970575" y="722803"/>
                    <a:pt x="5131494" y="763243"/>
                    <a:pt x="5292957" y="794273"/>
                  </a:cubicBezTo>
                  <a:cubicBezTo>
                    <a:pt x="5410110" y="816789"/>
                    <a:pt x="5516744" y="835892"/>
                    <a:pt x="5635497" y="841486"/>
                  </a:cubicBezTo>
                  <a:cubicBezTo>
                    <a:pt x="5691787" y="844142"/>
                    <a:pt x="5750680" y="842225"/>
                    <a:pt x="5810576" y="835822"/>
                  </a:cubicBezTo>
                  <a:cubicBezTo>
                    <a:pt x="5998337" y="815980"/>
                    <a:pt x="6174489" y="754870"/>
                    <a:pt x="6344854" y="695766"/>
                  </a:cubicBezTo>
                  <a:lnTo>
                    <a:pt x="6368372" y="687604"/>
                  </a:lnTo>
                  <a:cubicBezTo>
                    <a:pt x="6582994" y="613266"/>
                    <a:pt x="6793746" y="516870"/>
                    <a:pt x="6997550" y="423640"/>
                  </a:cubicBezTo>
                  <a:cubicBezTo>
                    <a:pt x="7131942" y="362161"/>
                    <a:pt x="7270907" y="298607"/>
                    <a:pt x="7410946" y="241279"/>
                  </a:cubicBezTo>
                  <a:cubicBezTo>
                    <a:pt x="7440585" y="229142"/>
                    <a:pt x="7470331" y="216459"/>
                    <a:pt x="7501801" y="203037"/>
                  </a:cubicBezTo>
                  <a:cubicBezTo>
                    <a:pt x="7658813" y="136088"/>
                    <a:pt x="7836760" y="60202"/>
                    <a:pt x="8014389" y="54696"/>
                  </a:cubicBezTo>
                  <a:cubicBezTo>
                    <a:pt x="8084469" y="52533"/>
                    <a:pt x="8151859" y="57933"/>
                    <a:pt x="8217014" y="63175"/>
                  </a:cubicBezTo>
                  <a:cubicBezTo>
                    <a:pt x="8258335" y="66499"/>
                    <a:pt x="8297368" y="69631"/>
                    <a:pt x="8337192" y="71003"/>
                  </a:cubicBezTo>
                  <a:cubicBezTo>
                    <a:pt x="8445110" y="74714"/>
                    <a:pt x="8607506" y="98532"/>
                    <a:pt x="8771609" y="134680"/>
                  </a:cubicBezTo>
                  <a:cubicBezTo>
                    <a:pt x="8919492" y="167258"/>
                    <a:pt x="9143718" y="226415"/>
                    <a:pt x="9372131" y="323145"/>
                  </a:cubicBezTo>
                  <a:cubicBezTo>
                    <a:pt x="9599999" y="419647"/>
                    <a:pt x="9785861" y="533563"/>
                    <a:pt x="9924545" y="661728"/>
                  </a:cubicBezTo>
                  <a:cubicBezTo>
                    <a:pt x="10090124" y="814748"/>
                    <a:pt x="10187523" y="987857"/>
                    <a:pt x="10214068" y="1176234"/>
                  </a:cubicBezTo>
                  <a:lnTo>
                    <a:pt x="10208984" y="1176955"/>
                  </a:ln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任意多边形: 形状 1386"/>
            <p:cNvSpPr/>
            <p:nvPr>
              <p:custDataLst>
                <p:tags r:id="rId8"/>
              </p:custDataLst>
            </p:nvPr>
          </p:nvSpPr>
          <p:spPr>
            <a:xfrm>
              <a:off x="1898476" y="3493868"/>
              <a:ext cx="10293013" cy="1159010"/>
            </a:xfrm>
            <a:custGeom>
              <a:avLst/>
              <a:gdLst>
                <a:gd name="connsiteX0" fmla="*/ 4187 w 10293013"/>
                <a:gd name="connsiteY0" fmla="*/ 1159010 h 1159010"/>
                <a:gd name="connsiteX1" fmla="*/ 0 w 10293013"/>
                <a:gd name="connsiteY1" fmla="*/ 1156249 h 1159010"/>
                <a:gd name="connsiteX2" fmla="*/ 632380 w 10293013"/>
                <a:gd name="connsiteY2" fmla="*/ 476445 h 1159010"/>
                <a:gd name="connsiteX3" fmla="*/ 1178232 w 10293013"/>
                <a:gd name="connsiteY3" fmla="*/ 243265 h 1159010"/>
                <a:gd name="connsiteX4" fmla="*/ 1392784 w 10293013"/>
                <a:gd name="connsiteY4" fmla="*/ 199834 h 1159010"/>
                <a:gd name="connsiteX5" fmla="*/ 2555641 w 10293013"/>
                <a:gd name="connsiteY5" fmla="*/ 7833 h 1159010"/>
                <a:gd name="connsiteX6" fmla="*/ 3537228 w 10293013"/>
                <a:gd name="connsiteY6" fmla="*/ 115980 h 1159010"/>
                <a:gd name="connsiteX7" fmla="*/ 3869988 w 10293013"/>
                <a:gd name="connsiteY7" fmla="*/ 233537 h 1159010"/>
                <a:gd name="connsiteX8" fmla="*/ 4128287 w 10293013"/>
                <a:gd name="connsiteY8" fmla="*/ 350444 h 1159010"/>
                <a:gd name="connsiteX9" fmla="*/ 4352972 w 10293013"/>
                <a:gd name="connsiteY9" fmla="*/ 452627 h 1159010"/>
                <a:gd name="connsiteX10" fmla="*/ 4877803 w 10293013"/>
                <a:gd name="connsiteY10" fmla="*/ 666317 h 1159010"/>
                <a:gd name="connsiteX11" fmla="*/ 5399925 w 10293013"/>
                <a:gd name="connsiteY11" fmla="*/ 830665 h 1159010"/>
                <a:gd name="connsiteX12" fmla="*/ 5748499 w 10293013"/>
                <a:gd name="connsiteY12" fmla="*/ 894167 h 1159010"/>
                <a:gd name="connsiteX13" fmla="*/ 5929470 w 10293013"/>
                <a:gd name="connsiteY13" fmla="*/ 888644 h 1159010"/>
                <a:gd name="connsiteX14" fmla="*/ 6450009 w 10293013"/>
                <a:gd name="connsiteY14" fmla="*/ 731261 h 1159010"/>
                <a:gd name="connsiteX15" fmla="*/ 6494900 w 10293013"/>
                <a:gd name="connsiteY15" fmla="*/ 713284 h 1159010"/>
                <a:gd name="connsiteX16" fmla="*/ 7103128 w 10293013"/>
                <a:gd name="connsiteY16" fmla="*/ 422196 h 1159010"/>
                <a:gd name="connsiteX17" fmla="*/ 7538248 w 10293013"/>
                <a:gd name="connsiteY17" fmla="*/ 205005 h 1159010"/>
                <a:gd name="connsiteX18" fmla="*/ 7631232 w 10293013"/>
                <a:gd name="connsiteY18" fmla="*/ 160923 h 1159010"/>
                <a:gd name="connsiteX19" fmla="*/ 8153407 w 10293013"/>
                <a:gd name="connsiteY19" fmla="*/ 58 h 1159010"/>
                <a:gd name="connsiteX20" fmla="*/ 8351916 w 10293013"/>
                <a:gd name="connsiteY20" fmla="*/ 20973 h 1159010"/>
                <a:gd name="connsiteX21" fmla="*/ 8478462 w 10293013"/>
                <a:gd name="connsiteY21" fmla="*/ 37561 h 1159010"/>
                <a:gd name="connsiteX22" fmla="*/ 9478220 w 10293013"/>
                <a:gd name="connsiteY22" fmla="*/ 298763 h 1159010"/>
                <a:gd name="connsiteX23" fmla="*/ 10011899 w 10293013"/>
                <a:gd name="connsiteY23" fmla="*/ 630380 h 1159010"/>
                <a:gd name="connsiteX24" fmla="*/ 10293014 w 10293013"/>
                <a:gd name="connsiteY24" fmla="*/ 1131604 h 1159010"/>
                <a:gd name="connsiteX25" fmla="*/ 10288035 w 10293013"/>
                <a:gd name="connsiteY25" fmla="*/ 1132326 h 1159010"/>
                <a:gd name="connsiteX26" fmla="*/ 9476232 w 10293013"/>
                <a:gd name="connsiteY26" fmla="*/ 303371 h 1159010"/>
                <a:gd name="connsiteX27" fmla="*/ 8478040 w 10293013"/>
                <a:gd name="connsiteY27" fmla="*/ 42557 h 1159010"/>
                <a:gd name="connsiteX28" fmla="*/ 8351142 w 10293013"/>
                <a:gd name="connsiteY28" fmla="*/ 25934 h 1159010"/>
                <a:gd name="connsiteX29" fmla="*/ 8153337 w 10293013"/>
                <a:gd name="connsiteY29" fmla="*/ 5071 h 1159010"/>
                <a:gd name="connsiteX30" fmla="*/ 7633413 w 10293013"/>
                <a:gd name="connsiteY30" fmla="*/ 165444 h 1159010"/>
                <a:gd name="connsiteX31" fmla="*/ 7540342 w 10293013"/>
                <a:gd name="connsiteY31" fmla="*/ 209561 h 1159010"/>
                <a:gd name="connsiteX32" fmla="*/ 7105451 w 10293013"/>
                <a:gd name="connsiteY32" fmla="*/ 426628 h 1159010"/>
                <a:gd name="connsiteX33" fmla="*/ 6496765 w 10293013"/>
                <a:gd name="connsiteY33" fmla="*/ 717928 h 1159010"/>
                <a:gd name="connsiteX34" fmla="*/ 6451892 w 10293013"/>
                <a:gd name="connsiteY34" fmla="*/ 735888 h 1159010"/>
                <a:gd name="connsiteX35" fmla="*/ 5930104 w 10293013"/>
                <a:gd name="connsiteY35" fmla="*/ 893587 h 1159010"/>
                <a:gd name="connsiteX36" fmla="*/ 5748182 w 10293013"/>
                <a:gd name="connsiteY36" fmla="*/ 899128 h 1159010"/>
                <a:gd name="connsiteX37" fmla="*/ 5398746 w 10293013"/>
                <a:gd name="connsiteY37" fmla="*/ 835485 h 1159010"/>
                <a:gd name="connsiteX38" fmla="*/ 4876114 w 10293013"/>
                <a:gd name="connsiteY38" fmla="*/ 670978 h 1159010"/>
                <a:gd name="connsiteX39" fmla="*/ 4350966 w 10293013"/>
                <a:gd name="connsiteY39" fmla="*/ 457166 h 1159010"/>
                <a:gd name="connsiteX40" fmla="*/ 4126212 w 10293013"/>
                <a:gd name="connsiteY40" fmla="*/ 354947 h 1159010"/>
                <a:gd name="connsiteX41" fmla="*/ 3868018 w 10293013"/>
                <a:gd name="connsiteY41" fmla="*/ 238093 h 1159010"/>
                <a:gd name="connsiteX42" fmla="*/ 3536102 w 10293013"/>
                <a:gd name="connsiteY42" fmla="*/ 120817 h 1159010"/>
                <a:gd name="connsiteX43" fmla="*/ 2716559 w 10293013"/>
                <a:gd name="connsiteY43" fmla="*/ 8484 h 1159010"/>
                <a:gd name="connsiteX44" fmla="*/ 1393804 w 10293013"/>
                <a:gd name="connsiteY44" fmla="*/ 204706 h 1159010"/>
                <a:gd name="connsiteX45" fmla="*/ 1179252 w 10293013"/>
                <a:gd name="connsiteY45" fmla="*/ 248137 h 1159010"/>
                <a:gd name="connsiteX46" fmla="*/ 635247 w 10293013"/>
                <a:gd name="connsiteY46" fmla="*/ 480526 h 1159010"/>
                <a:gd name="connsiteX47" fmla="*/ 4187 w 10293013"/>
                <a:gd name="connsiteY47" fmla="*/ 1159010 h 115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0293013" h="1159010">
                  <a:moveTo>
                    <a:pt x="4187" y="1159010"/>
                  </a:moveTo>
                  <a:lnTo>
                    <a:pt x="0" y="1156249"/>
                  </a:lnTo>
                  <a:cubicBezTo>
                    <a:pt x="149520" y="929718"/>
                    <a:pt x="321520" y="690610"/>
                    <a:pt x="632380" y="476445"/>
                  </a:cubicBezTo>
                  <a:cubicBezTo>
                    <a:pt x="802410" y="359292"/>
                    <a:pt x="980954" y="283019"/>
                    <a:pt x="1178232" y="243265"/>
                  </a:cubicBezTo>
                  <a:cubicBezTo>
                    <a:pt x="1253150" y="228172"/>
                    <a:pt x="1324128" y="213765"/>
                    <a:pt x="1392784" y="199834"/>
                  </a:cubicBezTo>
                  <a:cubicBezTo>
                    <a:pt x="1908802" y="95152"/>
                    <a:pt x="2249706" y="26004"/>
                    <a:pt x="2555641" y="7833"/>
                  </a:cubicBezTo>
                  <a:cubicBezTo>
                    <a:pt x="2856844" y="-10057"/>
                    <a:pt x="3132048" y="20269"/>
                    <a:pt x="3537228" y="115980"/>
                  </a:cubicBezTo>
                  <a:cubicBezTo>
                    <a:pt x="3632692" y="138531"/>
                    <a:pt x="3735315" y="174785"/>
                    <a:pt x="3869988" y="233537"/>
                  </a:cubicBezTo>
                  <a:cubicBezTo>
                    <a:pt x="3956235" y="271163"/>
                    <a:pt x="4043695" y="311463"/>
                    <a:pt x="4128287" y="350444"/>
                  </a:cubicBezTo>
                  <a:cubicBezTo>
                    <a:pt x="4201412" y="384130"/>
                    <a:pt x="4277016" y="418977"/>
                    <a:pt x="4352972" y="452627"/>
                  </a:cubicBezTo>
                  <a:cubicBezTo>
                    <a:pt x="4546679" y="538469"/>
                    <a:pt x="4713455" y="606368"/>
                    <a:pt x="4877803" y="666317"/>
                  </a:cubicBezTo>
                  <a:cubicBezTo>
                    <a:pt x="5024737" y="719898"/>
                    <a:pt x="5201662" y="781324"/>
                    <a:pt x="5399925" y="830665"/>
                  </a:cubicBezTo>
                  <a:cubicBezTo>
                    <a:pt x="5502812" y="856260"/>
                    <a:pt x="5619420" y="885284"/>
                    <a:pt x="5748499" y="894167"/>
                  </a:cubicBezTo>
                  <a:cubicBezTo>
                    <a:pt x="5806741" y="898178"/>
                    <a:pt x="5867640" y="896313"/>
                    <a:pt x="5929470" y="888644"/>
                  </a:cubicBezTo>
                  <a:cubicBezTo>
                    <a:pt x="6114154" y="866058"/>
                    <a:pt x="6292574" y="794447"/>
                    <a:pt x="6450009" y="731261"/>
                  </a:cubicBezTo>
                  <a:cubicBezTo>
                    <a:pt x="6465102" y="725193"/>
                    <a:pt x="6480072" y="719194"/>
                    <a:pt x="6494900" y="713284"/>
                  </a:cubicBezTo>
                  <a:cubicBezTo>
                    <a:pt x="6703578" y="630151"/>
                    <a:pt x="6906695" y="524432"/>
                    <a:pt x="7103128" y="422196"/>
                  </a:cubicBezTo>
                  <a:cubicBezTo>
                    <a:pt x="7244152" y="348808"/>
                    <a:pt x="7389960" y="272905"/>
                    <a:pt x="7538248" y="205005"/>
                  </a:cubicBezTo>
                  <a:cubicBezTo>
                    <a:pt x="7568363" y="191214"/>
                    <a:pt x="7598901" y="176508"/>
                    <a:pt x="7631232" y="160923"/>
                  </a:cubicBezTo>
                  <a:cubicBezTo>
                    <a:pt x="7790356" y="84264"/>
                    <a:pt x="7970711" y="-2563"/>
                    <a:pt x="8153407" y="58"/>
                  </a:cubicBezTo>
                  <a:cubicBezTo>
                    <a:pt x="8222907" y="1078"/>
                    <a:pt x="8288485" y="11193"/>
                    <a:pt x="8351916" y="20973"/>
                  </a:cubicBezTo>
                  <a:cubicBezTo>
                    <a:pt x="8395435" y="27693"/>
                    <a:pt x="8436561" y="34025"/>
                    <a:pt x="8478462" y="37561"/>
                  </a:cubicBezTo>
                  <a:cubicBezTo>
                    <a:pt x="8648686" y="51915"/>
                    <a:pt x="9076681" y="125003"/>
                    <a:pt x="9478220" y="298763"/>
                  </a:cubicBezTo>
                  <a:cubicBezTo>
                    <a:pt x="9698576" y="394121"/>
                    <a:pt x="9878141" y="505698"/>
                    <a:pt x="10011899" y="630380"/>
                  </a:cubicBezTo>
                  <a:cubicBezTo>
                    <a:pt x="10172062" y="779670"/>
                    <a:pt x="10266628" y="948311"/>
                    <a:pt x="10293014" y="1131604"/>
                  </a:cubicBezTo>
                  <a:lnTo>
                    <a:pt x="10288035" y="1132326"/>
                  </a:lnTo>
                  <a:cubicBezTo>
                    <a:pt x="10227454" y="711349"/>
                    <a:pt x="9813144" y="449179"/>
                    <a:pt x="9476232" y="303371"/>
                  </a:cubicBezTo>
                  <a:cubicBezTo>
                    <a:pt x="9075292" y="129858"/>
                    <a:pt x="8647982" y="56893"/>
                    <a:pt x="8478040" y="42557"/>
                  </a:cubicBezTo>
                  <a:cubicBezTo>
                    <a:pt x="8435946" y="39003"/>
                    <a:pt x="8394748" y="32653"/>
                    <a:pt x="8351142" y="25934"/>
                  </a:cubicBezTo>
                  <a:cubicBezTo>
                    <a:pt x="8287886" y="16188"/>
                    <a:pt x="8222485" y="6091"/>
                    <a:pt x="8153337" y="5071"/>
                  </a:cubicBezTo>
                  <a:cubicBezTo>
                    <a:pt x="7971820" y="2433"/>
                    <a:pt x="7792044" y="89013"/>
                    <a:pt x="7633413" y="165444"/>
                  </a:cubicBezTo>
                  <a:cubicBezTo>
                    <a:pt x="7601064" y="181029"/>
                    <a:pt x="7570492" y="195753"/>
                    <a:pt x="7540342" y="209561"/>
                  </a:cubicBezTo>
                  <a:cubicBezTo>
                    <a:pt x="7392177" y="277408"/>
                    <a:pt x="7246421" y="353276"/>
                    <a:pt x="7105451" y="426628"/>
                  </a:cubicBezTo>
                  <a:cubicBezTo>
                    <a:pt x="6908912" y="528917"/>
                    <a:pt x="6705671" y="634689"/>
                    <a:pt x="6496765" y="717928"/>
                  </a:cubicBezTo>
                  <a:cubicBezTo>
                    <a:pt x="6481954" y="723838"/>
                    <a:pt x="6466985" y="729837"/>
                    <a:pt x="6451892" y="735888"/>
                  </a:cubicBezTo>
                  <a:cubicBezTo>
                    <a:pt x="6294175" y="799178"/>
                    <a:pt x="6115420" y="870913"/>
                    <a:pt x="5930104" y="893587"/>
                  </a:cubicBezTo>
                  <a:cubicBezTo>
                    <a:pt x="5867957" y="901291"/>
                    <a:pt x="5806741" y="903156"/>
                    <a:pt x="5748182" y="899128"/>
                  </a:cubicBezTo>
                  <a:cubicBezTo>
                    <a:pt x="5618681" y="890209"/>
                    <a:pt x="5501827" y="861132"/>
                    <a:pt x="5398746" y="835485"/>
                  </a:cubicBezTo>
                  <a:cubicBezTo>
                    <a:pt x="5200255" y="786109"/>
                    <a:pt x="5023171" y="724612"/>
                    <a:pt x="4876114" y="670978"/>
                  </a:cubicBezTo>
                  <a:cubicBezTo>
                    <a:pt x="4711643" y="610995"/>
                    <a:pt x="4544779" y="543060"/>
                    <a:pt x="4350966" y="457166"/>
                  </a:cubicBezTo>
                  <a:cubicBezTo>
                    <a:pt x="4274975" y="423497"/>
                    <a:pt x="4199354" y="388650"/>
                    <a:pt x="4126212" y="354947"/>
                  </a:cubicBezTo>
                  <a:cubicBezTo>
                    <a:pt x="4041654" y="315984"/>
                    <a:pt x="3954212" y="275684"/>
                    <a:pt x="3868018" y="238093"/>
                  </a:cubicBezTo>
                  <a:cubicBezTo>
                    <a:pt x="3733626" y="179464"/>
                    <a:pt x="3631267" y="143298"/>
                    <a:pt x="3536102" y="120817"/>
                  </a:cubicBezTo>
                  <a:cubicBezTo>
                    <a:pt x="3208865" y="43506"/>
                    <a:pt x="2963302" y="8484"/>
                    <a:pt x="2716559" y="8484"/>
                  </a:cubicBezTo>
                  <a:cubicBezTo>
                    <a:pt x="2361090" y="8484"/>
                    <a:pt x="2003052" y="81115"/>
                    <a:pt x="1393804" y="204706"/>
                  </a:cubicBezTo>
                  <a:cubicBezTo>
                    <a:pt x="1325148" y="218638"/>
                    <a:pt x="1254170" y="233027"/>
                    <a:pt x="1179252" y="248137"/>
                  </a:cubicBezTo>
                  <a:cubicBezTo>
                    <a:pt x="982660" y="287751"/>
                    <a:pt x="804714" y="363777"/>
                    <a:pt x="635247" y="480526"/>
                  </a:cubicBezTo>
                  <a:cubicBezTo>
                    <a:pt x="325126" y="694233"/>
                    <a:pt x="153442" y="932884"/>
                    <a:pt x="4187" y="1159010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任意多边形: 形状 1387"/>
            <p:cNvSpPr/>
            <p:nvPr>
              <p:custDataLst>
                <p:tags r:id="rId9"/>
              </p:custDataLst>
            </p:nvPr>
          </p:nvSpPr>
          <p:spPr>
            <a:xfrm>
              <a:off x="1819529" y="3433015"/>
              <a:ext cx="10371889" cy="1213284"/>
            </a:xfrm>
            <a:custGeom>
              <a:avLst/>
              <a:gdLst>
                <a:gd name="connsiteX0" fmla="*/ 3800 w 10371889"/>
                <a:gd name="connsiteY0" fmla="*/ 1213284 h 1213284"/>
                <a:gd name="connsiteX1" fmla="*/ 0 w 10371889"/>
                <a:gd name="connsiteY1" fmla="*/ 1210100 h 1213284"/>
                <a:gd name="connsiteX2" fmla="*/ 280288 w 10371889"/>
                <a:gd name="connsiteY2" fmla="*/ 911184 h 1213284"/>
                <a:gd name="connsiteX3" fmla="*/ 685574 w 10371889"/>
                <a:gd name="connsiteY3" fmla="*/ 605285 h 1213284"/>
                <a:gd name="connsiteX4" fmla="*/ 1254838 w 10371889"/>
                <a:gd name="connsiteY4" fmla="*/ 378596 h 1213284"/>
                <a:gd name="connsiteX5" fmla="*/ 2103705 w 10371889"/>
                <a:gd name="connsiteY5" fmla="*/ 190746 h 1213284"/>
                <a:gd name="connsiteX6" fmla="*/ 3631373 w 10371889"/>
                <a:gd name="connsiteY6" fmla="*/ 109249 h 1213284"/>
                <a:gd name="connsiteX7" fmla="*/ 3973984 w 10371889"/>
                <a:gd name="connsiteY7" fmla="*/ 232946 h 1213284"/>
                <a:gd name="connsiteX8" fmla="*/ 4297069 w 10371889"/>
                <a:gd name="connsiteY8" fmla="*/ 394287 h 1213284"/>
                <a:gd name="connsiteX9" fmla="*/ 4460626 w 10371889"/>
                <a:gd name="connsiteY9" fmla="*/ 477842 h 1213284"/>
                <a:gd name="connsiteX10" fmla="*/ 4984401 w 10371889"/>
                <a:gd name="connsiteY10" fmla="*/ 724795 h 1213284"/>
                <a:gd name="connsiteX11" fmla="*/ 5506841 w 10371889"/>
                <a:gd name="connsiteY11" fmla="*/ 922372 h 1213284"/>
                <a:gd name="connsiteX12" fmla="*/ 5861448 w 10371889"/>
                <a:gd name="connsiteY12" fmla="*/ 1002163 h 1213284"/>
                <a:gd name="connsiteX13" fmla="*/ 6048330 w 10371889"/>
                <a:gd name="connsiteY13" fmla="*/ 996797 h 1213284"/>
                <a:gd name="connsiteX14" fmla="*/ 6564876 w 10371889"/>
                <a:gd name="connsiteY14" fmla="*/ 819995 h 1213284"/>
                <a:gd name="connsiteX15" fmla="*/ 6621376 w 10371889"/>
                <a:gd name="connsiteY15" fmla="*/ 794330 h 1213284"/>
                <a:gd name="connsiteX16" fmla="*/ 7214336 w 10371889"/>
                <a:gd name="connsiteY16" fmla="*/ 475502 h 1213284"/>
                <a:gd name="connsiteX17" fmla="*/ 7665480 w 10371889"/>
                <a:gd name="connsiteY17" fmla="*/ 224116 h 1213284"/>
                <a:gd name="connsiteX18" fmla="*/ 7758341 w 10371889"/>
                <a:gd name="connsiteY18" fmla="*/ 175196 h 1213284"/>
                <a:gd name="connsiteX19" fmla="*/ 8292337 w 10371889"/>
                <a:gd name="connsiteY19" fmla="*/ 839 h 1213284"/>
                <a:gd name="connsiteX20" fmla="*/ 8490547 w 10371889"/>
                <a:gd name="connsiteY20" fmla="*/ 34068 h 1213284"/>
                <a:gd name="connsiteX21" fmla="*/ 8619661 w 10371889"/>
                <a:gd name="connsiteY21" fmla="*/ 59521 h 1213284"/>
                <a:gd name="connsiteX22" fmla="*/ 9584062 w 10371889"/>
                <a:gd name="connsiteY22" fmla="*/ 329465 h 1213284"/>
                <a:gd name="connsiteX23" fmla="*/ 10099113 w 10371889"/>
                <a:gd name="connsiteY23" fmla="*/ 654327 h 1213284"/>
                <a:gd name="connsiteX24" fmla="*/ 10371890 w 10371889"/>
                <a:gd name="connsiteY24" fmla="*/ 1142394 h 1213284"/>
                <a:gd name="connsiteX25" fmla="*/ 10366982 w 10371889"/>
                <a:gd name="connsiteY25" fmla="*/ 1143115 h 1213284"/>
                <a:gd name="connsiteX26" fmla="*/ 9582057 w 10371889"/>
                <a:gd name="connsiteY26" fmla="*/ 334004 h 1213284"/>
                <a:gd name="connsiteX27" fmla="*/ 8618993 w 10371889"/>
                <a:gd name="connsiteY27" fmla="*/ 64446 h 1213284"/>
                <a:gd name="connsiteX28" fmla="*/ 8489439 w 10371889"/>
                <a:gd name="connsiteY28" fmla="*/ 38923 h 1213284"/>
                <a:gd name="connsiteX29" fmla="*/ 8292056 w 10371889"/>
                <a:gd name="connsiteY29" fmla="*/ 5817 h 1213284"/>
                <a:gd name="connsiteX30" fmla="*/ 7760699 w 10371889"/>
                <a:gd name="connsiteY30" fmla="*/ 179594 h 1213284"/>
                <a:gd name="connsiteX31" fmla="*/ 7667732 w 10371889"/>
                <a:gd name="connsiteY31" fmla="*/ 228566 h 1213284"/>
                <a:gd name="connsiteX32" fmla="*/ 7216851 w 10371889"/>
                <a:gd name="connsiteY32" fmla="*/ 479812 h 1213284"/>
                <a:gd name="connsiteX33" fmla="*/ 6623417 w 10371889"/>
                <a:gd name="connsiteY33" fmla="*/ 798886 h 1213284"/>
                <a:gd name="connsiteX34" fmla="*/ 6566934 w 10371889"/>
                <a:gd name="connsiteY34" fmla="*/ 824551 h 1213284"/>
                <a:gd name="connsiteX35" fmla="*/ 6048999 w 10371889"/>
                <a:gd name="connsiteY35" fmla="*/ 1001758 h 1213284"/>
                <a:gd name="connsiteX36" fmla="*/ 5860990 w 10371889"/>
                <a:gd name="connsiteY36" fmla="*/ 1007159 h 1213284"/>
                <a:gd name="connsiteX37" fmla="*/ 5505381 w 10371889"/>
                <a:gd name="connsiteY37" fmla="*/ 927174 h 1213284"/>
                <a:gd name="connsiteX38" fmla="*/ 4982414 w 10371889"/>
                <a:gd name="connsiteY38" fmla="*/ 729404 h 1213284"/>
                <a:gd name="connsiteX39" fmla="*/ 4458374 w 10371889"/>
                <a:gd name="connsiteY39" fmla="*/ 482327 h 1213284"/>
                <a:gd name="connsiteX40" fmla="*/ 4294782 w 10371889"/>
                <a:gd name="connsiteY40" fmla="*/ 398754 h 1213284"/>
                <a:gd name="connsiteX41" fmla="*/ 3971855 w 10371889"/>
                <a:gd name="connsiteY41" fmla="*/ 237502 h 1213284"/>
                <a:gd name="connsiteX42" fmla="*/ 3630317 w 10371889"/>
                <a:gd name="connsiteY42" fmla="*/ 114157 h 1213284"/>
                <a:gd name="connsiteX43" fmla="*/ 2104831 w 10371889"/>
                <a:gd name="connsiteY43" fmla="*/ 195637 h 1213284"/>
                <a:gd name="connsiteX44" fmla="*/ 1255788 w 10371889"/>
                <a:gd name="connsiteY44" fmla="*/ 383539 h 1213284"/>
                <a:gd name="connsiteX45" fmla="*/ 688177 w 10371889"/>
                <a:gd name="connsiteY45" fmla="*/ 609577 h 1213284"/>
                <a:gd name="connsiteX46" fmla="*/ 3800 w 10371889"/>
                <a:gd name="connsiteY46" fmla="*/ 1213284 h 1213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10371889" h="1213284">
                  <a:moveTo>
                    <a:pt x="3800" y="1213284"/>
                  </a:moveTo>
                  <a:lnTo>
                    <a:pt x="0" y="1210100"/>
                  </a:lnTo>
                  <a:cubicBezTo>
                    <a:pt x="73335" y="1122499"/>
                    <a:pt x="163997" y="1018487"/>
                    <a:pt x="280288" y="911184"/>
                  </a:cubicBezTo>
                  <a:cubicBezTo>
                    <a:pt x="401680" y="799185"/>
                    <a:pt x="534242" y="699130"/>
                    <a:pt x="685574" y="605285"/>
                  </a:cubicBezTo>
                  <a:cubicBezTo>
                    <a:pt x="867301" y="492600"/>
                    <a:pt x="1053497" y="418456"/>
                    <a:pt x="1254838" y="378596"/>
                  </a:cubicBezTo>
                  <a:cubicBezTo>
                    <a:pt x="1604890" y="309289"/>
                    <a:pt x="1881466" y="243553"/>
                    <a:pt x="2103705" y="190746"/>
                  </a:cubicBezTo>
                  <a:cubicBezTo>
                    <a:pt x="2724141" y="43285"/>
                    <a:pt x="3007313" y="-24034"/>
                    <a:pt x="3631373" y="109249"/>
                  </a:cubicBezTo>
                  <a:cubicBezTo>
                    <a:pt x="3730143" y="130340"/>
                    <a:pt x="3839011" y="169655"/>
                    <a:pt x="3973984" y="232946"/>
                  </a:cubicBezTo>
                  <a:cubicBezTo>
                    <a:pt x="4082798" y="283976"/>
                    <a:pt x="4191719" y="340055"/>
                    <a:pt x="4297069" y="394287"/>
                  </a:cubicBezTo>
                  <a:cubicBezTo>
                    <a:pt x="4350456" y="421763"/>
                    <a:pt x="4405673" y="450189"/>
                    <a:pt x="4460626" y="477842"/>
                  </a:cubicBezTo>
                  <a:cubicBezTo>
                    <a:pt x="4664412" y="580377"/>
                    <a:pt x="4825946" y="656544"/>
                    <a:pt x="4984401" y="724795"/>
                  </a:cubicBezTo>
                  <a:cubicBezTo>
                    <a:pt x="5142593" y="792941"/>
                    <a:pt x="5315385" y="864024"/>
                    <a:pt x="5506841" y="922372"/>
                  </a:cubicBezTo>
                  <a:cubicBezTo>
                    <a:pt x="5611557" y="954281"/>
                    <a:pt x="5730241" y="990448"/>
                    <a:pt x="5861448" y="1002163"/>
                  </a:cubicBezTo>
                  <a:cubicBezTo>
                    <a:pt x="5921678" y="1007545"/>
                    <a:pt x="5984547" y="1005734"/>
                    <a:pt x="6048330" y="996797"/>
                  </a:cubicBezTo>
                  <a:cubicBezTo>
                    <a:pt x="6233330" y="971238"/>
                    <a:pt x="6409481" y="890885"/>
                    <a:pt x="6564876" y="819995"/>
                  </a:cubicBezTo>
                  <a:cubicBezTo>
                    <a:pt x="6584384" y="811094"/>
                    <a:pt x="6602819" y="802686"/>
                    <a:pt x="6621376" y="794330"/>
                  </a:cubicBezTo>
                  <a:cubicBezTo>
                    <a:pt x="6825972" y="702174"/>
                    <a:pt x="7023409" y="586938"/>
                    <a:pt x="7214336" y="475502"/>
                  </a:cubicBezTo>
                  <a:cubicBezTo>
                    <a:pt x="7360091" y="390434"/>
                    <a:pt x="7510807" y="302464"/>
                    <a:pt x="7665480" y="224116"/>
                  </a:cubicBezTo>
                  <a:cubicBezTo>
                    <a:pt x="7695332" y="208988"/>
                    <a:pt x="7725939" y="192576"/>
                    <a:pt x="7758341" y="175196"/>
                  </a:cubicBezTo>
                  <a:cubicBezTo>
                    <a:pt x="7920244" y="88352"/>
                    <a:pt x="8103766" y="-10120"/>
                    <a:pt x="8292337" y="839"/>
                  </a:cubicBezTo>
                  <a:cubicBezTo>
                    <a:pt x="8362576" y="4902"/>
                    <a:pt x="8427625" y="19731"/>
                    <a:pt x="8490547" y="34068"/>
                  </a:cubicBezTo>
                  <a:cubicBezTo>
                    <a:pt x="8534928" y="44182"/>
                    <a:pt x="8576846" y="53734"/>
                    <a:pt x="8619661" y="59521"/>
                  </a:cubicBezTo>
                  <a:cubicBezTo>
                    <a:pt x="8704975" y="71060"/>
                    <a:pt x="9152373" y="138256"/>
                    <a:pt x="9584062" y="329465"/>
                  </a:cubicBezTo>
                  <a:cubicBezTo>
                    <a:pt x="9796943" y="423751"/>
                    <a:pt x="9970228" y="533058"/>
                    <a:pt x="10099113" y="654327"/>
                  </a:cubicBezTo>
                  <a:cubicBezTo>
                    <a:pt x="10253892" y="799960"/>
                    <a:pt x="10345662" y="964185"/>
                    <a:pt x="10371890" y="1142394"/>
                  </a:cubicBezTo>
                  <a:lnTo>
                    <a:pt x="10366982" y="1143115"/>
                  </a:lnTo>
                  <a:cubicBezTo>
                    <a:pt x="10318784" y="815562"/>
                    <a:pt x="10054697" y="543349"/>
                    <a:pt x="9582057" y="334004"/>
                  </a:cubicBezTo>
                  <a:cubicBezTo>
                    <a:pt x="9150984" y="143076"/>
                    <a:pt x="8704184" y="75968"/>
                    <a:pt x="8618993" y="64446"/>
                  </a:cubicBezTo>
                  <a:cubicBezTo>
                    <a:pt x="8575966" y="58624"/>
                    <a:pt x="8533942" y="49055"/>
                    <a:pt x="8489439" y="38923"/>
                  </a:cubicBezTo>
                  <a:cubicBezTo>
                    <a:pt x="8426729" y="24639"/>
                    <a:pt x="8361872" y="9863"/>
                    <a:pt x="8292056" y="5817"/>
                  </a:cubicBezTo>
                  <a:cubicBezTo>
                    <a:pt x="8104892" y="-5019"/>
                    <a:pt x="7922021" y="93049"/>
                    <a:pt x="7760699" y="179594"/>
                  </a:cubicBezTo>
                  <a:cubicBezTo>
                    <a:pt x="7728261" y="196991"/>
                    <a:pt x="7697636" y="213421"/>
                    <a:pt x="7667732" y="228566"/>
                  </a:cubicBezTo>
                  <a:cubicBezTo>
                    <a:pt x="7513199" y="306844"/>
                    <a:pt x="7362537" y="394779"/>
                    <a:pt x="7216851" y="479812"/>
                  </a:cubicBezTo>
                  <a:cubicBezTo>
                    <a:pt x="7025801" y="591318"/>
                    <a:pt x="6828259" y="706606"/>
                    <a:pt x="6623417" y="798886"/>
                  </a:cubicBezTo>
                  <a:cubicBezTo>
                    <a:pt x="6604860" y="807242"/>
                    <a:pt x="6586442" y="815650"/>
                    <a:pt x="6566934" y="824551"/>
                  </a:cubicBezTo>
                  <a:cubicBezTo>
                    <a:pt x="6411223" y="895582"/>
                    <a:pt x="6234720" y="976111"/>
                    <a:pt x="6048999" y="1001758"/>
                  </a:cubicBezTo>
                  <a:cubicBezTo>
                    <a:pt x="5984846" y="1010747"/>
                    <a:pt x="5921590" y="1012559"/>
                    <a:pt x="5860990" y="1007159"/>
                  </a:cubicBezTo>
                  <a:cubicBezTo>
                    <a:pt x="5729273" y="995408"/>
                    <a:pt x="5610325" y="959154"/>
                    <a:pt x="5505381" y="927174"/>
                  </a:cubicBezTo>
                  <a:cubicBezTo>
                    <a:pt x="5313679" y="868756"/>
                    <a:pt x="5140746" y="797602"/>
                    <a:pt x="4982414" y="729404"/>
                  </a:cubicBezTo>
                  <a:cubicBezTo>
                    <a:pt x="4823870" y="661117"/>
                    <a:pt x="4662249" y="584915"/>
                    <a:pt x="4458374" y="482327"/>
                  </a:cubicBezTo>
                  <a:cubicBezTo>
                    <a:pt x="4403404" y="454657"/>
                    <a:pt x="4348169" y="426231"/>
                    <a:pt x="4294782" y="398754"/>
                  </a:cubicBezTo>
                  <a:cubicBezTo>
                    <a:pt x="4189485" y="344541"/>
                    <a:pt x="4080582" y="288497"/>
                    <a:pt x="3971855" y="237502"/>
                  </a:cubicBezTo>
                  <a:cubicBezTo>
                    <a:pt x="3837235" y="174370"/>
                    <a:pt x="3728701" y="135178"/>
                    <a:pt x="3630317" y="114157"/>
                  </a:cubicBezTo>
                  <a:cubicBezTo>
                    <a:pt x="3007348" y="-18880"/>
                    <a:pt x="2724528" y="48333"/>
                    <a:pt x="2104831" y="195637"/>
                  </a:cubicBezTo>
                  <a:cubicBezTo>
                    <a:pt x="1882557" y="248461"/>
                    <a:pt x="1605928" y="314214"/>
                    <a:pt x="1255788" y="383539"/>
                  </a:cubicBezTo>
                  <a:cubicBezTo>
                    <a:pt x="1055063" y="423276"/>
                    <a:pt x="869395" y="497209"/>
                    <a:pt x="688177" y="609577"/>
                  </a:cubicBezTo>
                  <a:cubicBezTo>
                    <a:pt x="344898" y="822370"/>
                    <a:pt x="154920" y="1032770"/>
                    <a:pt x="3800" y="1213284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任意多边形: 形状 1388"/>
            <p:cNvSpPr/>
            <p:nvPr>
              <p:custDataLst>
                <p:tags r:id="rId10"/>
              </p:custDataLst>
            </p:nvPr>
          </p:nvSpPr>
          <p:spPr>
            <a:xfrm>
              <a:off x="1740618" y="3371535"/>
              <a:ext cx="10450800" cy="1268185"/>
            </a:xfrm>
            <a:custGeom>
              <a:avLst/>
              <a:gdLst>
                <a:gd name="connsiteX0" fmla="*/ 3342 w 10450800"/>
                <a:gd name="connsiteY0" fmla="*/ 1268186 h 1268185"/>
                <a:gd name="connsiteX1" fmla="*/ 0 w 10450800"/>
                <a:gd name="connsiteY1" fmla="*/ 1264597 h 1268185"/>
                <a:gd name="connsiteX2" fmla="*/ 738732 w 10450800"/>
                <a:gd name="connsiteY2" fmla="*/ 734770 h 1268185"/>
                <a:gd name="connsiteX3" fmla="*/ 1331393 w 10450800"/>
                <a:gd name="connsiteY3" fmla="*/ 514554 h 1268185"/>
                <a:gd name="connsiteX4" fmla="*/ 2479791 w 10450800"/>
                <a:gd name="connsiteY4" fmla="*/ 220669 h 1268185"/>
                <a:gd name="connsiteX5" fmla="*/ 3073981 w 10450800"/>
                <a:gd name="connsiteY5" fmla="*/ 71202 h 1268185"/>
                <a:gd name="connsiteX6" fmla="*/ 3725464 w 10450800"/>
                <a:gd name="connsiteY6" fmla="*/ 103129 h 1268185"/>
                <a:gd name="connsiteX7" fmla="*/ 4077926 w 10450800"/>
                <a:gd name="connsiteY7" fmla="*/ 232983 h 1268185"/>
                <a:gd name="connsiteX8" fmla="*/ 4448084 w 10450800"/>
                <a:gd name="connsiteY8" fmla="*/ 435414 h 1268185"/>
                <a:gd name="connsiteX9" fmla="*/ 4568227 w 10450800"/>
                <a:gd name="connsiteY9" fmla="*/ 503683 h 1268185"/>
                <a:gd name="connsiteX10" fmla="*/ 5090947 w 10450800"/>
                <a:gd name="connsiteY10" fmla="*/ 783918 h 1268185"/>
                <a:gd name="connsiteX11" fmla="*/ 5613721 w 10450800"/>
                <a:gd name="connsiteY11" fmla="*/ 1014741 h 1268185"/>
                <a:gd name="connsiteX12" fmla="*/ 5974379 w 10450800"/>
                <a:gd name="connsiteY12" fmla="*/ 1110821 h 1268185"/>
                <a:gd name="connsiteX13" fmla="*/ 6167171 w 10450800"/>
                <a:gd name="connsiteY13" fmla="*/ 1105597 h 1268185"/>
                <a:gd name="connsiteX14" fmla="*/ 6684861 w 10450800"/>
                <a:gd name="connsiteY14" fmla="*/ 908002 h 1268185"/>
                <a:gd name="connsiteX15" fmla="*/ 6747870 w 10450800"/>
                <a:gd name="connsiteY15" fmla="*/ 875970 h 1268185"/>
                <a:gd name="connsiteX16" fmla="*/ 7329308 w 10450800"/>
                <a:gd name="connsiteY16" fmla="*/ 528961 h 1268185"/>
                <a:gd name="connsiteX17" fmla="*/ 7792748 w 10450800"/>
                <a:gd name="connsiteY17" fmla="*/ 243801 h 1268185"/>
                <a:gd name="connsiteX18" fmla="*/ 7884342 w 10450800"/>
                <a:gd name="connsiteY18" fmla="*/ 190748 h 1268185"/>
                <a:gd name="connsiteX19" fmla="*/ 8144928 w 10450800"/>
                <a:gd name="connsiteY19" fmla="*/ 53629 h 1268185"/>
                <a:gd name="connsiteX20" fmla="*/ 8431302 w 10450800"/>
                <a:gd name="connsiteY20" fmla="*/ 2177 h 1268185"/>
                <a:gd name="connsiteX21" fmla="*/ 8630954 w 10450800"/>
                <a:gd name="connsiteY21" fmla="*/ 47825 h 1268185"/>
                <a:gd name="connsiteX22" fmla="*/ 8760896 w 10450800"/>
                <a:gd name="connsiteY22" fmla="*/ 82021 h 1268185"/>
                <a:gd name="connsiteX23" fmla="*/ 9151406 w 10450800"/>
                <a:gd name="connsiteY23" fmla="*/ 170677 h 1268185"/>
                <a:gd name="connsiteX24" fmla="*/ 9689799 w 10450800"/>
                <a:gd name="connsiteY24" fmla="*/ 360321 h 1268185"/>
                <a:gd name="connsiteX25" fmla="*/ 10186310 w 10450800"/>
                <a:gd name="connsiteY25" fmla="*/ 678639 h 1268185"/>
                <a:gd name="connsiteX26" fmla="*/ 10450801 w 10450800"/>
                <a:gd name="connsiteY26" fmla="*/ 1153689 h 1268185"/>
                <a:gd name="connsiteX27" fmla="*/ 10445963 w 10450800"/>
                <a:gd name="connsiteY27" fmla="*/ 1154410 h 1268185"/>
                <a:gd name="connsiteX28" fmla="*/ 9687776 w 10450800"/>
                <a:gd name="connsiteY28" fmla="*/ 364771 h 1268185"/>
                <a:gd name="connsiteX29" fmla="*/ 8759999 w 10450800"/>
                <a:gd name="connsiteY29" fmla="*/ 86823 h 1268185"/>
                <a:gd name="connsiteX30" fmla="*/ 8629547 w 10450800"/>
                <a:gd name="connsiteY30" fmla="*/ 52486 h 1268185"/>
                <a:gd name="connsiteX31" fmla="*/ 8430827 w 10450800"/>
                <a:gd name="connsiteY31" fmla="*/ 7014 h 1268185"/>
                <a:gd name="connsiteX32" fmla="*/ 7886858 w 10450800"/>
                <a:gd name="connsiteY32" fmla="*/ 194934 h 1268185"/>
                <a:gd name="connsiteX33" fmla="*/ 7795158 w 10450800"/>
                <a:gd name="connsiteY33" fmla="*/ 248058 h 1268185"/>
                <a:gd name="connsiteX34" fmla="*/ 7332017 w 10450800"/>
                <a:gd name="connsiteY34" fmla="*/ 533042 h 1268185"/>
                <a:gd name="connsiteX35" fmla="*/ 6750104 w 10450800"/>
                <a:gd name="connsiteY35" fmla="*/ 880314 h 1268185"/>
                <a:gd name="connsiteX36" fmla="*/ 6687130 w 10450800"/>
                <a:gd name="connsiteY36" fmla="*/ 912329 h 1268185"/>
                <a:gd name="connsiteX37" fmla="*/ 6167945 w 10450800"/>
                <a:gd name="connsiteY37" fmla="*/ 1110399 h 1268185"/>
                <a:gd name="connsiteX38" fmla="*/ 5973869 w 10450800"/>
                <a:gd name="connsiteY38" fmla="*/ 1115641 h 1268185"/>
                <a:gd name="connsiteX39" fmla="*/ 5612084 w 10450800"/>
                <a:gd name="connsiteY39" fmla="*/ 1019297 h 1268185"/>
                <a:gd name="connsiteX40" fmla="*/ 5088801 w 10450800"/>
                <a:gd name="connsiteY40" fmla="*/ 788245 h 1268185"/>
                <a:gd name="connsiteX41" fmla="*/ 4565870 w 10450800"/>
                <a:gd name="connsiteY41" fmla="*/ 507905 h 1268185"/>
                <a:gd name="connsiteX42" fmla="*/ 4445692 w 10450800"/>
                <a:gd name="connsiteY42" fmla="*/ 439619 h 1268185"/>
                <a:gd name="connsiteX43" fmla="*/ 4075780 w 10450800"/>
                <a:gd name="connsiteY43" fmla="*/ 237310 h 1268185"/>
                <a:gd name="connsiteX44" fmla="*/ 3724585 w 10450800"/>
                <a:gd name="connsiteY44" fmla="*/ 107896 h 1268185"/>
                <a:gd name="connsiteX45" fmla="*/ 2481268 w 10450800"/>
                <a:gd name="connsiteY45" fmla="*/ 225313 h 1268185"/>
                <a:gd name="connsiteX46" fmla="*/ 1332377 w 10450800"/>
                <a:gd name="connsiteY46" fmla="*/ 519339 h 1268185"/>
                <a:gd name="connsiteX47" fmla="*/ 741160 w 10450800"/>
                <a:gd name="connsiteY47" fmla="*/ 739027 h 1268185"/>
                <a:gd name="connsiteX48" fmla="*/ 3342 w 10450800"/>
                <a:gd name="connsiteY48" fmla="*/ 1268186 h 1268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10450800" h="1268185">
                  <a:moveTo>
                    <a:pt x="3342" y="1268186"/>
                  </a:moveTo>
                  <a:lnTo>
                    <a:pt x="0" y="1264597"/>
                  </a:lnTo>
                  <a:cubicBezTo>
                    <a:pt x="155923" y="1119669"/>
                    <a:pt x="365619" y="943394"/>
                    <a:pt x="738732" y="734770"/>
                  </a:cubicBezTo>
                  <a:cubicBezTo>
                    <a:pt x="932281" y="626553"/>
                    <a:pt x="1126146" y="554520"/>
                    <a:pt x="1331393" y="514554"/>
                  </a:cubicBezTo>
                  <a:cubicBezTo>
                    <a:pt x="1855942" y="412406"/>
                    <a:pt x="2201843" y="306089"/>
                    <a:pt x="2479791" y="220669"/>
                  </a:cubicBezTo>
                  <a:cubicBezTo>
                    <a:pt x="2706673" y="150923"/>
                    <a:pt x="2885886" y="95847"/>
                    <a:pt x="3073981" y="71202"/>
                  </a:cubicBezTo>
                  <a:cubicBezTo>
                    <a:pt x="3273352" y="45080"/>
                    <a:pt x="3474289" y="54914"/>
                    <a:pt x="3725464" y="103129"/>
                  </a:cubicBezTo>
                  <a:cubicBezTo>
                    <a:pt x="3828439" y="122901"/>
                    <a:pt x="3940438" y="164151"/>
                    <a:pt x="4077926" y="232983"/>
                  </a:cubicBezTo>
                  <a:cubicBezTo>
                    <a:pt x="4203892" y="296045"/>
                    <a:pt x="4328028" y="366899"/>
                    <a:pt x="4448084" y="435414"/>
                  </a:cubicBezTo>
                  <a:cubicBezTo>
                    <a:pt x="4487381" y="457842"/>
                    <a:pt x="4528015" y="481044"/>
                    <a:pt x="4568227" y="503683"/>
                  </a:cubicBezTo>
                  <a:cubicBezTo>
                    <a:pt x="4728529" y="593958"/>
                    <a:pt x="4902817" y="690389"/>
                    <a:pt x="5090947" y="783918"/>
                  </a:cubicBezTo>
                  <a:cubicBezTo>
                    <a:pt x="5241346" y="858678"/>
                    <a:pt x="5418166" y="944344"/>
                    <a:pt x="5613721" y="1014741"/>
                  </a:cubicBezTo>
                  <a:cubicBezTo>
                    <a:pt x="5719880" y="1052965"/>
                    <a:pt x="5840199" y="1096273"/>
                    <a:pt x="5974379" y="1110821"/>
                  </a:cubicBezTo>
                  <a:cubicBezTo>
                    <a:pt x="6036597" y="1117558"/>
                    <a:pt x="6101453" y="1115816"/>
                    <a:pt x="6167171" y="1105597"/>
                  </a:cubicBezTo>
                  <a:cubicBezTo>
                    <a:pt x="6354335" y="1076941"/>
                    <a:pt x="6529941" y="987195"/>
                    <a:pt x="6684861" y="908002"/>
                  </a:cubicBezTo>
                  <a:cubicBezTo>
                    <a:pt x="6706674" y="896850"/>
                    <a:pt x="6727272" y="886330"/>
                    <a:pt x="6747870" y="875970"/>
                  </a:cubicBezTo>
                  <a:cubicBezTo>
                    <a:pt x="6949616" y="774578"/>
                    <a:pt x="7142654" y="649720"/>
                    <a:pt x="7329308" y="528961"/>
                  </a:cubicBezTo>
                  <a:cubicBezTo>
                    <a:pt x="7478564" y="432407"/>
                    <a:pt x="7632903" y="332563"/>
                    <a:pt x="7792748" y="243801"/>
                  </a:cubicBezTo>
                  <a:cubicBezTo>
                    <a:pt x="7821984" y="227565"/>
                    <a:pt x="7852274" y="209675"/>
                    <a:pt x="7884342" y="190748"/>
                  </a:cubicBezTo>
                  <a:cubicBezTo>
                    <a:pt x="7963288" y="144133"/>
                    <a:pt x="8052771" y="91291"/>
                    <a:pt x="8144928" y="53629"/>
                  </a:cubicBezTo>
                  <a:cubicBezTo>
                    <a:pt x="8250718" y="10409"/>
                    <a:pt x="8344388" y="-6425"/>
                    <a:pt x="8431302" y="2177"/>
                  </a:cubicBezTo>
                  <a:cubicBezTo>
                    <a:pt x="8502948" y="9266"/>
                    <a:pt x="8568016" y="28862"/>
                    <a:pt x="8630954" y="47825"/>
                  </a:cubicBezTo>
                  <a:cubicBezTo>
                    <a:pt x="8675564" y="61264"/>
                    <a:pt x="8717711" y="73964"/>
                    <a:pt x="8760896" y="82021"/>
                  </a:cubicBezTo>
                  <a:cubicBezTo>
                    <a:pt x="8898612" y="107755"/>
                    <a:pt x="9026355" y="136762"/>
                    <a:pt x="9151406" y="170677"/>
                  </a:cubicBezTo>
                  <a:cubicBezTo>
                    <a:pt x="9350407" y="224662"/>
                    <a:pt x="9531554" y="288463"/>
                    <a:pt x="9689799" y="360321"/>
                  </a:cubicBezTo>
                  <a:cubicBezTo>
                    <a:pt x="9895222" y="453603"/>
                    <a:pt x="10062261" y="560694"/>
                    <a:pt x="10186310" y="678639"/>
                  </a:cubicBezTo>
                  <a:cubicBezTo>
                    <a:pt x="10335741" y="820718"/>
                    <a:pt x="10424732" y="980545"/>
                    <a:pt x="10450801" y="1153689"/>
                  </a:cubicBezTo>
                  <a:lnTo>
                    <a:pt x="10445963" y="1154410"/>
                  </a:lnTo>
                  <a:cubicBezTo>
                    <a:pt x="10398205" y="837218"/>
                    <a:pt x="10143124" y="571548"/>
                    <a:pt x="9687776" y="364771"/>
                  </a:cubicBezTo>
                  <a:cubicBezTo>
                    <a:pt x="9509267" y="283714"/>
                    <a:pt x="9203385" y="169674"/>
                    <a:pt x="8759999" y="86823"/>
                  </a:cubicBezTo>
                  <a:cubicBezTo>
                    <a:pt x="8716550" y="78696"/>
                    <a:pt x="8674297" y="65978"/>
                    <a:pt x="8629547" y="52486"/>
                  </a:cubicBezTo>
                  <a:cubicBezTo>
                    <a:pt x="8566837" y="33594"/>
                    <a:pt x="8501998" y="14051"/>
                    <a:pt x="8430827" y="7014"/>
                  </a:cubicBezTo>
                  <a:cubicBezTo>
                    <a:pt x="8237490" y="-12106"/>
                    <a:pt x="8051205" y="97887"/>
                    <a:pt x="7886858" y="194934"/>
                  </a:cubicBezTo>
                  <a:cubicBezTo>
                    <a:pt x="7854772" y="213879"/>
                    <a:pt x="7824446" y="231786"/>
                    <a:pt x="7795158" y="248058"/>
                  </a:cubicBezTo>
                  <a:cubicBezTo>
                    <a:pt x="7635471" y="336732"/>
                    <a:pt x="7481203" y="436540"/>
                    <a:pt x="7332017" y="533042"/>
                  </a:cubicBezTo>
                  <a:cubicBezTo>
                    <a:pt x="7145240" y="653871"/>
                    <a:pt x="6952097" y="778817"/>
                    <a:pt x="6750104" y="880314"/>
                  </a:cubicBezTo>
                  <a:cubicBezTo>
                    <a:pt x="6729523" y="890658"/>
                    <a:pt x="6708925" y="901177"/>
                    <a:pt x="6687130" y="912329"/>
                  </a:cubicBezTo>
                  <a:cubicBezTo>
                    <a:pt x="6531876" y="991680"/>
                    <a:pt x="6355900" y="1081620"/>
                    <a:pt x="6167945" y="1110399"/>
                  </a:cubicBezTo>
                  <a:cubicBezTo>
                    <a:pt x="6101805" y="1120671"/>
                    <a:pt x="6036527" y="1122430"/>
                    <a:pt x="5973869" y="1115641"/>
                  </a:cubicBezTo>
                  <a:cubicBezTo>
                    <a:pt x="5839108" y="1101023"/>
                    <a:pt x="5718507" y="1057610"/>
                    <a:pt x="5612084" y="1019297"/>
                  </a:cubicBezTo>
                  <a:cubicBezTo>
                    <a:pt x="5416285" y="948812"/>
                    <a:pt x="5239306" y="863076"/>
                    <a:pt x="5088801" y="788245"/>
                  </a:cubicBezTo>
                  <a:cubicBezTo>
                    <a:pt x="4900565" y="694664"/>
                    <a:pt x="4726225" y="598197"/>
                    <a:pt x="4565870" y="507905"/>
                  </a:cubicBezTo>
                  <a:cubicBezTo>
                    <a:pt x="4525640" y="485248"/>
                    <a:pt x="4485006" y="462047"/>
                    <a:pt x="4445692" y="439619"/>
                  </a:cubicBezTo>
                  <a:cubicBezTo>
                    <a:pt x="4325706" y="371139"/>
                    <a:pt x="4201623" y="300319"/>
                    <a:pt x="4075780" y="237310"/>
                  </a:cubicBezTo>
                  <a:cubicBezTo>
                    <a:pt x="3938714" y="168689"/>
                    <a:pt x="3827120" y="127562"/>
                    <a:pt x="3724585" y="107896"/>
                  </a:cubicBezTo>
                  <a:cubicBezTo>
                    <a:pt x="3194336" y="6135"/>
                    <a:pt x="2941067" y="83973"/>
                    <a:pt x="2481268" y="225313"/>
                  </a:cubicBezTo>
                  <a:cubicBezTo>
                    <a:pt x="2203215" y="310786"/>
                    <a:pt x="1857191" y="417138"/>
                    <a:pt x="1332377" y="519339"/>
                  </a:cubicBezTo>
                  <a:cubicBezTo>
                    <a:pt x="1127641" y="559199"/>
                    <a:pt x="934251" y="631056"/>
                    <a:pt x="741160" y="739027"/>
                  </a:cubicBezTo>
                  <a:cubicBezTo>
                    <a:pt x="368469" y="947405"/>
                    <a:pt x="159053" y="1123451"/>
                    <a:pt x="3342" y="1268186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任意多边形: 形状 1389"/>
            <p:cNvSpPr/>
            <p:nvPr>
              <p:custDataLst>
                <p:tags r:id="rId11"/>
              </p:custDataLst>
            </p:nvPr>
          </p:nvSpPr>
          <p:spPr>
            <a:xfrm>
              <a:off x="1661742" y="3309756"/>
              <a:ext cx="10529606" cy="1323368"/>
            </a:xfrm>
            <a:custGeom>
              <a:avLst/>
              <a:gdLst>
                <a:gd name="connsiteX0" fmla="*/ 2797 w 10529606"/>
                <a:gd name="connsiteY0" fmla="*/ 1323368 h 1323368"/>
                <a:gd name="connsiteX1" fmla="*/ 0 w 10529606"/>
                <a:gd name="connsiteY1" fmla="*/ 1319411 h 1323368"/>
                <a:gd name="connsiteX2" fmla="*/ 791838 w 10529606"/>
                <a:gd name="connsiteY2" fmla="*/ 864572 h 1323368"/>
                <a:gd name="connsiteX3" fmla="*/ 1407911 w 10529606"/>
                <a:gd name="connsiteY3" fmla="*/ 650829 h 1323368"/>
                <a:gd name="connsiteX4" fmla="*/ 2733886 w 10529606"/>
                <a:gd name="connsiteY4" fmla="*/ 257751 h 1323368"/>
                <a:gd name="connsiteX5" fmla="*/ 3237538 w 10529606"/>
                <a:gd name="connsiteY5" fmla="*/ 91380 h 1323368"/>
                <a:gd name="connsiteX6" fmla="*/ 3819539 w 10529606"/>
                <a:gd name="connsiteY6" fmla="*/ 97308 h 1323368"/>
                <a:gd name="connsiteX7" fmla="*/ 4181833 w 10529606"/>
                <a:gd name="connsiteY7" fmla="*/ 233300 h 1323368"/>
                <a:gd name="connsiteX8" fmla="*/ 4587612 w 10529606"/>
                <a:gd name="connsiteY8" fmla="*/ 474590 h 1323368"/>
                <a:gd name="connsiteX9" fmla="*/ 4675793 w 10529606"/>
                <a:gd name="connsiteY9" fmla="*/ 529824 h 1323368"/>
                <a:gd name="connsiteX10" fmla="*/ 5197441 w 10529606"/>
                <a:gd name="connsiteY10" fmla="*/ 843323 h 1323368"/>
                <a:gd name="connsiteX11" fmla="*/ 5720530 w 10529606"/>
                <a:gd name="connsiteY11" fmla="*/ 1107392 h 1323368"/>
                <a:gd name="connsiteX12" fmla="*/ 6087222 w 10529606"/>
                <a:gd name="connsiteY12" fmla="*/ 1219760 h 1323368"/>
                <a:gd name="connsiteX13" fmla="*/ 6285943 w 10529606"/>
                <a:gd name="connsiteY13" fmla="*/ 1214694 h 1323368"/>
                <a:gd name="connsiteX14" fmla="*/ 6807837 w 10529606"/>
                <a:gd name="connsiteY14" fmla="*/ 995305 h 1323368"/>
                <a:gd name="connsiteX15" fmla="*/ 6874293 w 10529606"/>
                <a:gd name="connsiteY15" fmla="*/ 957943 h 1323368"/>
                <a:gd name="connsiteX16" fmla="*/ 7446795 w 10529606"/>
                <a:gd name="connsiteY16" fmla="*/ 582437 h 1323368"/>
                <a:gd name="connsiteX17" fmla="*/ 7919928 w 10529606"/>
                <a:gd name="connsiteY17" fmla="*/ 263820 h 1323368"/>
                <a:gd name="connsiteX18" fmla="*/ 8009586 w 10529606"/>
                <a:gd name="connsiteY18" fmla="*/ 207214 h 1323368"/>
                <a:gd name="connsiteX19" fmla="*/ 8570144 w 10529606"/>
                <a:gd name="connsiteY19" fmla="*/ 3849 h 1323368"/>
                <a:gd name="connsiteX20" fmla="*/ 8772136 w 10529606"/>
                <a:gd name="connsiteY20" fmla="*/ 62109 h 1323368"/>
                <a:gd name="connsiteX21" fmla="*/ 8902007 w 10529606"/>
                <a:gd name="connsiteY21" fmla="*/ 104889 h 1323368"/>
                <a:gd name="connsiteX22" fmla="*/ 8941129 w 10529606"/>
                <a:gd name="connsiteY22" fmla="*/ 114177 h 1323368"/>
                <a:gd name="connsiteX23" fmla="*/ 9833901 w 10529606"/>
                <a:gd name="connsiteY23" fmla="*/ 409575 h 1323368"/>
                <a:gd name="connsiteX24" fmla="*/ 10529606 w 10529606"/>
                <a:gd name="connsiteY24" fmla="*/ 1165370 h 1323368"/>
                <a:gd name="connsiteX25" fmla="*/ 10524822 w 10529606"/>
                <a:gd name="connsiteY25" fmla="*/ 1166109 h 1323368"/>
                <a:gd name="connsiteX26" fmla="*/ 9831790 w 10529606"/>
                <a:gd name="connsiteY26" fmla="*/ 413920 h 1323368"/>
                <a:gd name="connsiteX27" fmla="*/ 8940021 w 10529606"/>
                <a:gd name="connsiteY27" fmla="*/ 118892 h 1323368"/>
                <a:gd name="connsiteX28" fmla="*/ 8900882 w 10529606"/>
                <a:gd name="connsiteY28" fmla="*/ 109604 h 1323368"/>
                <a:gd name="connsiteX29" fmla="*/ 8770447 w 10529606"/>
                <a:gd name="connsiteY29" fmla="*/ 66648 h 1323368"/>
                <a:gd name="connsiteX30" fmla="*/ 8569493 w 10529606"/>
                <a:gd name="connsiteY30" fmla="*/ 8652 h 1323368"/>
                <a:gd name="connsiteX31" fmla="*/ 8012225 w 10529606"/>
                <a:gd name="connsiteY31" fmla="*/ 211295 h 1323368"/>
                <a:gd name="connsiteX32" fmla="*/ 7922444 w 10529606"/>
                <a:gd name="connsiteY32" fmla="*/ 267971 h 1323368"/>
                <a:gd name="connsiteX33" fmla="*/ 7449609 w 10529606"/>
                <a:gd name="connsiteY33" fmla="*/ 586395 h 1323368"/>
                <a:gd name="connsiteX34" fmla="*/ 6876651 w 10529606"/>
                <a:gd name="connsiteY34" fmla="*/ 962182 h 1323368"/>
                <a:gd name="connsiteX35" fmla="*/ 6810229 w 10529606"/>
                <a:gd name="connsiteY35" fmla="*/ 999509 h 1323368"/>
                <a:gd name="connsiteX36" fmla="*/ 6286752 w 10529606"/>
                <a:gd name="connsiteY36" fmla="*/ 1219461 h 1323368"/>
                <a:gd name="connsiteX37" fmla="*/ 6086625 w 10529606"/>
                <a:gd name="connsiteY37" fmla="*/ 1224563 h 1323368"/>
                <a:gd name="connsiteX38" fmla="*/ 5718684 w 10529606"/>
                <a:gd name="connsiteY38" fmla="*/ 1111860 h 1323368"/>
                <a:gd name="connsiteX39" fmla="*/ 5195066 w 10529606"/>
                <a:gd name="connsiteY39" fmla="*/ 847544 h 1323368"/>
                <a:gd name="connsiteX40" fmla="*/ 4673225 w 10529606"/>
                <a:gd name="connsiteY40" fmla="*/ 533940 h 1323368"/>
                <a:gd name="connsiteX41" fmla="*/ 4585026 w 10529606"/>
                <a:gd name="connsiteY41" fmla="*/ 478706 h 1323368"/>
                <a:gd name="connsiteX42" fmla="*/ 4179546 w 10529606"/>
                <a:gd name="connsiteY42" fmla="*/ 237593 h 1323368"/>
                <a:gd name="connsiteX43" fmla="*/ 3818712 w 10529606"/>
                <a:gd name="connsiteY43" fmla="*/ 102093 h 1323368"/>
                <a:gd name="connsiteX44" fmla="*/ 2735663 w 10529606"/>
                <a:gd name="connsiteY44" fmla="*/ 262272 h 1323368"/>
                <a:gd name="connsiteX45" fmla="*/ 1408808 w 10529606"/>
                <a:gd name="connsiteY45" fmla="*/ 655597 h 1323368"/>
                <a:gd name="connsiteX46" fmla="*/ 794002 w 10529606"/>
                <a:gd name="connsiteY46" fmla="*/ 868899 h 1323368"/>
                <a:gd name="connsiteX47" fmla="*/ 2797 w 10529606"/>
                <a:gd name="connsiteY47" fmla="*/ 1323368 h 1323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0529606" h="1323368">
                  <a:moveTo>
                    <a:pt x="2797" y="1323368"/>
                  </a:moveTo>
                  <a:lnTo>
                    <a:pt x="0" y="1319411"/>
                  </a:lnTo>
                  <a:cubicBezTo>
                    <a:pt x="193865" y="1182380"/>
                    <a:pt x="423281" y="1050610"/>
                    <a:pt x="791838" y="864572"/>
                  </a:cubicBezTo>
                  <a:cubicBezTo>
                    <a:pt x="997383" y="760823"/>
                    <a:pt x="1198901" y="690901"/>
                    <a:pt x="1407911" y="650829"/>
                  </a:cubicBezTo>
                  <a:cubicBezTo>
                    <a:pt x="2059570" y="525884"/>
                    <a:pt x="2433457" y="377209"/>
                    <a:pt x="2733886" y="257751"/>
                  </a:cubicBezTo>
                  <a:cubicBezTo>
                    <a:pt x="2922949" y="182569"/>
                    <a:pt x="3072275" y="123201"/>
                    <a:pt x="3237538" y="91380"/>
                  </a:cubicBezTo>
                  <a:cubicBezTo>
                    <a:pt x="3415783" y="57078"/>
                    <a:pt x="3595277" y="58890"/>
                    <a:pt x="3819539" y="97308"/>
                  </a:cubicBezTo>
                  <a:cubicBezTo>
                    <a:pt x="3926507" y="115620"/>
                    <a:pt x="4041619" y="158840"/>
                    <a:pt x="4181833" y="233300"/>
                  </a:cubicBezTo>
                  <a:cubicBezTo>
                    <a:pt x="4321520" y="307480"/>
                    <a:pt x="4456791" y="392442"/>
                    <a:pt x="4587612" y="474590"/>
                  </a:cubicBezTo>
                  <a:cubicBezTo>
                    <a:pt x="4616478" y="492726"/>
                    <a:pt x="4646347" y="511477"/>
                    <a:pt x="4675793" y="529824"/>
                  </a:cubicBezTo>
                  <a:cubicBezTo>
                    <a:pt x="4848181" y="637232"/>
                    <a:pt x="5017806" y="742036"/>
                    <a:pt x="5197441" y="843323"/>
                  </a:cubicBezTo>
                  <a:cubicBezTo>
                    <a:pt x="5357356" y="933492"/>
                    <a:pt x="5529462" y="1028146"/>
                    <a:pt x="5720530" y="1107392"/>
                  </a:cubicBezTo>
                  <a:cubicBezTo>
                    <a:pt x="5827868" y="1151896"/>
                    <a:pt x="5949506" y="1202346"/>
                    <a:pt x="6087222" y="1219760"/>
                  </a:cubicBezTo>
                  <a:cubicBezTo>
                    <a:pt x="6151446" y="1227887"/>
                    <a:pt x="6218290" y="1226181"/>
                    <a:pt x="6285943" y="1214694"/>
                  </a:cubicBezTo>
                  <a:cubicBezTo>
                    <a:pt x="6476396" y="1182820"/>
                    <a:pt x="6652476" y="1083187"/>
                    <a:pt x="6807837" y="995305"/>
                  </a:cubicBezTo>
                  <a:cubicBezTo>
                    <a:pt x="6830898" y="982253"/>
                    <a:pt x="6852657" y="969939"/>
                    <a:pt x="6874293" y="957943"/>
                  </a:cubicBezTo>
                  <a:cubicBezTo>
                    <a:pt x="7074034" y="847175"/>
                    <a:pt x="7263537" y="712590"/>
                    <a:pt x="7446795" y="582437"/>
                  </a:cubicBezTo>
                  <a:cubicBezTo>
                    <a:pt x="7598707" y="474555"/>
                    <a:pt x="7755790" y="362995"/>
                    <a:pt x="7919928" y="263820"/>
                  </a:cubicBezTo>
                  <a:cubicBezTo>
                    <a:pt x="7948372" y="246634"/>
                    <a:pt x="7978099" y="227496"/>
                    <a:pt x="8009586" y="207214"/>
                  </a:cubicBezTo>
                  <a:cubicBezTo>
                    <a:pt x="8169502" y="104239"/>
                    <a:pt x="8368539" y="-23926"/>
                    <a:pt x="8570144" y="3849"/>
                  </a:cubicBezTo>
                  <a:cubicBezTo>
                    <a:pt x="8643550" y="13964"/>
                    <a:pt x="8708915" y="38433"/>
                    <a:pt x="8772136" y="62109"/>
                  </a:cubicBezTo>
                  <a:cubicBezTo>
                    <a:pt x="8816640" y="78768"/>
                    <a:pt x="8858681" y="94511"/>
                    <a:pt x="8902007" y="104889"/>
                  </a:cubicBezTo>
                  <a:cubicBezTo>
                    <a:pt x="8913916" y="107739"/>
                    <a:pt x="8927003" y="110835"/>
                    <a:pt x="8941129" y="114177"/>
                  </a:cubicBezTo>
                  <a:cubicBezTo>
                    <a:pt x="9121537" y="156834"/>
                    <a:pt x="9496954" y="245579"/>
                    <a:pt x="9833901" y="409575"/>
                  </a:cubicBezTo>
                  <a:cubicBezTo>
                    <a:pt x="10249389" y="611778"/>
                    <a:pt x="10483466" y="866067"/>
                    <a:pt x="10529606" y="1165370"/>
                  </a:cubicBezTo>
                  <a:lnTo>
                    <a:pt x="10524822" y="1166109"/>
                  </a:lnTo>
                  <a:cubicBezTo>
                    <a:pt x="10478928" y="868460"/>
                    <a:pt x="10245766" y="615385"/>
                    <a:pt x="9831790" y="413920"/>
                  </a:cubicBezTo>
                  <a:cubicBezTo>
                    <a:pt x="9495318" y="250170"/>
                    <a:pt x="9120253" y="161496"/>
                    <a:pt x="8940021" y="118892"/>
                  </a:cubicBezTo>
                  <a:cubicBezTo>
                    <a:pt x="8925878" y="115549"/>
                    <a:pt x="8912790" y="112453"/>
                    <a:pt x="8900882" y="109604"/>
                  </a:cubicBezTo>
                  <a:cubicBezTo>
                    <a:pt x="8857275" y="99155"/>
                    <a:pt x="8815093" y="83376"/>
                    <a:pt x="8770447" y="66648"/>
                  </a:cubicBezTo>
                  <a:cubicBezTo>
                    <a:pt x="8707473" y="43076"/>
                    <a:pt x="8642353" y="18696"/>
                    <a:pt x="8569493" y="8652"/>
                  </a:cubicBezTo>
                  <a:cubicBezTo>
                    <a:pt x="8369648" y="-18878"/>
                    <a:pt x="8171472" y="108742"/>
                    <a:pt x="8012225" y="211295"/>
                  </a:cubicBezTo>
                  <a:cubicBezTo>
                    <a:pt x="7980721" y="231594"/>
                    <a:pt x="7950958" y="250750"/>
                    <a:pt x="7922444" y="267971"/>
                  </a:cubicBezTo>
                  <a:cubicBezTo>
                    <a:pt x="7758446" y="367041"/>
                    <a:pt x="7601451" y="478548"/>
                    <a:pt x="7449609" y="586395"/>
                  </a:cubicBezTo>
                  <a:cubicBezTo>
                    <a:pt x="7266228" y="716618"/>
                    <a:pt x="7076620" y="851291"/>
                    <a:pt x="6876651" y="962182"/>
                  </a:cubicBezTo>
                  <a:cubicBezTo>
                    <a:pt x="6855049" y="974161"/>
                    <a:pt x="6833272" y="986474"/>
                    <a:pt x="6810229" y="999509"/>
                  </a:cubicBezTo>
                  <a:cubicBezTo>
                    <a:pt x="6654517" y="1087602"/>
                    <a:pt x="6478049" y="1187446"/>
                    <a:pt x="6286752" y="1219461"/>
                  </a:cubicBezTo>
                  <a:cubicBezTo>
                    <a:pt x="6218641" y="1231018"/>
                    <a:pt x="6151305" y="1232742"/>
                    <a:pt x="6086625" y="1224563"/>
                  </a:cubicBezTo>
                  <a:cubicBezTo>
                    <a:pt x="5948257" y="1207060"/>
                    <a:pt x="5826285" y="1156487"/>
                    <a:pt x="5718684" y="1111860"/>
                  </a:cubicBezTo>
                  <a:cubicBezTo>
                    <a:pt x="5527368" y="1032526"/>
                    <a:pt x="5355104" y="937784"/>
                    <a:pt x="5195066" y="847544"/>
                  </a:cubicBezTo>
                  <a:cubicBezTo>
                    <a:pt x="5015343" y="746205"/>
                    <a:pt x="4845665" y="641383"/>
                    <a:pt x="4673225" y="533940"/>
                  </a:cubicBezTo>
                  <a:cubicBezTo>
                    <a:pt x="4643779" y="515593"/>
                    <a:pt x="4613910" y="496842"/>
                    <a:pt x="4585026" y="478706"/>
                  </a:cubicBezTo>
                  <a:cubicBezTo>
                    <a:pt x="4454275" y="396593"/>
                    <a:pt x="4319075" y="311702"/>
                    <a:pt x="4179546" y="237593"/>
                  </a:cubicBezTo>
                  <a:cubicBezTo>
                    <a:pt x="4039807" y="163378"/>
                    <a:pt x="3925152" y="120316"/>
                    <a:pt x="3818712" y="102093"/>
                  </a:cubicBezTo>
                  <a:cubicBezTo>
                    <a:pt x="3343240" y="20666"/>
                    <a:pt x="3101528" y="116781"/>
                    <a:pt x="2735663" y="262272"/>
                  </a:cubicBezTo>
                  <a:cubicBezTo>
                    <a:pt x="2435040" y="381800"/>
                    <a:pt x="2060925" y="530580"/>
                    <a:pt x="1408808" y="655597"/>
                  </a:cubicBezTo>
                  <a:cubicBezTo>
                    <a:pt x="1200237" y="695580"/>
                    <a:pt x="999143" y="765362"/>
                    <a:pt x="794002" y="868899"/>
                  </a:cubicBezTo>
                  <a:cubicBezTo>
                    <a:pt x="425691" y="1054814"/>
                    <a:pt x="196451" y="1186479"/>
                    <a:pt x="2797" y="1323368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任意多边形: 形状 1390"/>
            <p:cNvSpPr/>
            <p:nvPr>
              <p:custDataLst>
                <p:tags r:id="rId12"/>
              </p:custDataLst>
            </p:nvPr>
          </p:nvSpPr>
          <p:spPr>
            <a:xfrm>
              <a:off x="1582901" y="3247659"/>
              <a:ext cx="10608447" cy="1378815"/>
            </a:xfrm>
            <a:custGeom>
              <a:avLst/>
              <a:gdLst>
                <a:gd name="connsiteX0" fmla="*/ 2199 w 10608447"/>
                <a:gd name="connsiteY0" fmla="*/ 1378816 h 1378815"/>
                <a:gd name="connsiteX1" fmla="*/ 0 w 10608447"/>
                <a:gd name="connsiteY1" fmla="*/ 1374576 h 1378815"/>
                <a:gd name="connsiteX2" fmla="*/ 428277 w 10608447"/>
                <a:gd name="connsiteY2" fmla="*/ 1178776 h 1378815"/>
                <a:gd name="connsiteX3" fmla="*/ 844891 w 10608447"/>
                <a:gd name="connsiteY3" fmla="*/ 994673 h 1378815"/>
                <a:gd name="connsiteX4" fmla="*/ 1484395 w 10608447"/>
                <a:gd name="connsiteY4" fmla="*/ 787387 h 1378815"/>
                <a:gd name="connsiteX5" fmla="*/ 2933574 w 10608447"/>
                <a:gd name="connsiteY5" fmla="*/ 295854 h 1378815"/>
                <a:gd name="connsiteX6" fmla="*/ 3378772 w 10608447"/>
                <a:gd name="connsiteY6" fmla="*/ 108181 h 1378815"/>
                <a:gd name="connsiteX7" fmla="*/ 3619675 w 10608447"/>
                <a:gd name="connsiteY7" fmla="*/ 72789 h 1378815"/>
                <a:gd name="connsiteX8" fmla="*/ 3913577 w 10608447"/>
                <a:gd name="connsiteY8" fmla="*/ 91804 h 1378815"/>
                <a:gd name="connsiteX9" fmla="*/ 4285705 w 10608447"/>
                <a:gd name="connsiteY9" fmla="*/ 233936 h 1378815"/>
                <a:gd name="connsiteX10" fmla="*/ 4719330 w 10608447"/>
                <a:gd name="connsiteY10" fmla="*/ 512446 h 1378815"/>
                <a:gd name="connsiteX11" fmla="*/ 4783307 w 10608447"/>
                <a:gd name="connsiteY11" fmla="*/ 556265 h 1378815"/>
                <a:gd name="connsiteX12" fmla="*/ 4813017 w 10608447"/>
                <a:gd name="connsiteY12" fmla="*/ 576564 h 1378815"/>
                <a:gd name="connsiteX13" fmla="*/ 5303899 w 10608447"/>
                <a:gd name="connsiteY13" fmla="*/ 903044 h 1378815"/>
                <a:gd name="connsiteX14" fmla="*/ 5827323 w 10608447"/>
                <a:gd name="connsiteY14" fmla="*/ 1200342 h 1378815"/>
                <a:gd name="connsiteX15" fmla="*/ 6200083 w 10608447"/>
                <a:gd name="connsiteY15" fmla="*/ 1328999 h 1378815"/>
                <a:gd name="connsiteX16" fmla="*/ 6404732 w 10608447"/>
                <a:gd name="connsiteY16" fmla="*/ 1324091 h 1378815"/>
                <a:gd name="connsiteX17" fmla="*/ 6932782 w 10608447"/>
                <a:gd name="connsiteY17" fmla="*/ 1082063 h 1378815"/>
                <a:gd name="connsiteX18" fmla="*/ 7000734 w 10608447"/>
                <a:gd name="connsiteY18" fmla="*/ 1040215 h 1378815"/>
                <a:gd name="connsiteX19" fmla="*/ 7566182 w 10608447"/>
                <a:gd name="connsiteY19" fmla="*/ 635950 h 1378815"/>
                <a:gd name="connsiteX20" fmla="*/ 8047160 w 10608447"/>
                <a:gd name="connsiteY20" fmla="*/ 284139 h 1378815"/>
                <a:gd name="connsiteX21" fmla="*/ 8134462 w 10608447"/>
                <a:gd name="connsiteY21" fmla="*/ 224507 h 1378815"/>
                <a:gd name="connsiteX22" fmla="*/ 8709021 w 10608447"/>
                <a:gd name="connsiteY22" fmla="*/ 5839 h 1378815"/>
                <a:gd name="connsiteX23" fmla="*/ 8913881 w 10608447"/>
                <a:gd name="connsiteY23" fmla="*/ 76922 h 1378815"/>
                <a:gd name="connsiteX24" fmla="*/ 9043153 w 10608447"/>
                <a:gd name="connsiteY24" fmla="*/ 128076 h 1378815"/>
                <a:gd name="connsiteX25" fmla="*/ 9139075 w 10608447"/>
                <a:gd name="connsiteY25" fmla="*/ 154919 h 1378815"/>
                <a:gd name="connsiteX26" fmla="*/ 9985953 w 10608447"/>
                <a:gd name="connsiteY26" fmla="*/ 464847 h 1378815"/>
                <a:gd name="connsiteX27" fmla="*/ 10392048 w 10608447"/>
                <a:gd name="connsiteY27" fmla="*/ 759980 h 1378815"/>
                <a:gd name="connsiteX28" fmla="*/ 10608447 w 10608447"/>
                <a:gd name="connsiteY28" fmla="*/ 1177369 h 1378815"/>
                <a:gd name="connsiteX29" fmla="*/ 10603733 w 10608447"/>
                <a:gd name="connsiteY29" fmla="*/ 1178107 h 1378815"/>
                <a:gd name="connsiteX30" fmla="*/ 9983702 w 10608447"/>
                <a:gd name="connsiteY30" fmla="*/ 469068 h 1378815"/>
                <a:gd name="connsiteX31" fmla="*/ 9137791 w 10608447"/>
                <a:gd name="connsiteY31" fmla="*/ 159527 h 1378815"/>
                <a:gd name="connsiteX32" fmla="*/ 9041799 w 10608447"/>
                <a:gd name="connsiteY32" fmla="*/ 132667 h 1378815"/>
                <a:gd name="connsiteX33" fmla="*/ 8911928 w 10608447"/>
                <a:gd name="connsiteY33" fmla="*/ 81302 h 1378815"/>
                <a:gd name="connsiteX34" fmla="*/ 8708194 w 10608447"/>
                <a:gd name="connsiteY34" fmla="*/ 10571 h 1378815"/>
                <a:gd name="connsiteX35" fmla="*/ 8137188 w 10608447"/>
                <a:gd name="connsiteY35" fmla="*/ 228447 h 1378815"/>
                <a:gd name="connsiteX36" fmla="*/ 8049763 w 10608447"/>
                <a:gd name="connsiteY36" fmla="*/ 288167 h 1378815"/>
                <a:gd name="connsiteX37" fmla="*/ 7569102 w 10608447"/>
                <a:gd name="connsiteY37" fmla="*/ 639767 h 1378815"/>
                <a:gd name="connsiteX38" fmla="*/ 7003215 w 10608447"/>
                <a:gd name="connsiteY38" fmla="*/ 1044331 h 1378815"/>
                <a:gd name="connsiteX39" fmla="*/ 6935298 w 10608447"/>
                <a:gd name="connsiteY39" fmla="*/ 1086144 h 1378815"/>
                <a:gd name="connsiteX40" fmla="*/ 6405593 w 10608447"/>
                <a:gd name="connsiteY40" fmla="*/ 1328823 h 1378815"/>
                <a:gd name="connsiteX41" fmla="*/ 6199415 w 10608447"/>
                <a:gd name="connsiteY41" fmla="*/ 1333766 h 1378815"/>
                <a:gd name="connsiteX42" fmla="*/ 5825317 w 10608447"/>
                <a:gd name="connsiteY42" fmla="*/ 1204705 h 1378815"/>
                <a:gd name="connsiteX43" fmla="*/ 5301383 w 10608447"/>
                <a:gd name="connsiteY43" fmla="*/ 907108 h 1378815"/>
                <a:gd name="connsiteX44" fmla="*/ 4810343 w 10608447"/>
                <a:gd name="connsiteY44" fmla="*/ 580522 h 1378815"/>
                <a:gd name="connsiteX45" fmla="*/ 4780633 w 10608447"/>
                <a:gd name="connsiteY45" fmla="*/ 560240 h 1378815"/>
                <a:gd name="connsiteX46" fmla="*/ 4716638 w 10608447"/>
                <a:gd name="connsiteY46" fmla="*/ 516404 h 1378815"/>
                <a:gd name="connsiteX47" fmla="*/ 4283383 w 10608447"/>
                <a:gd name="connsiteY47" fmla="*/ 238122 h 1378815"/>
                <a:gd name="connsiteX48" fmla="*/ 3912874 w 10608447"/>
                <a:gd name="connsiteY48" fmla="*/ 96536 h 1378815"/>
                <a:gd name="connsiteX49" fmla="*/ 2935737 w 10608447"/>
                <a:gd name="connsiteY49" fmla="*/ 300129 h 1378815"/>
                <a:gd name="connsiteX50" fmla="*/ 2380879 w 10608447"/>
                <a:gd name="connsiteY50" fmla="*/ 549351 h 1378815"/>
                <a:gd name="connsiteX51" fmla="*/ 1485292 w 10608447"/>
                <a:gd name="connsiteY51" fmla="*/ 792101 h 1378815"/>
                <a:gd name="connsiteX52" fmla="*/ 846896 w 10608447"/>
                <a:gd name="connsiteY52" fmla="*/ 999036 h 1378815"/>
                <a:gd name="connsiteX53" fmla="*/ 430194 w 10608447"/>
                <a:gd name="connsiteY53" fmla="*/ 1183174 h 1378815"/>
                <a:gd name="connsiteX54" fmla="*/ 2199 w 10608447"/>
                <a:gd name="connsiteY54" fmla="*/ 1378816 h 1378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0608447" h="1378815">
                  <a:moveTo>
                    <a:pt x="2199" y="1378816"/>
                  </a:moveTo>
                  <a:lnTo>
                    <a:pt x="0" y="1374576"/>
                  </a:lnTo>
                  <a:cubicBezTo>
                    <a:pt x="123063" y="1310951"/>
                    <a:pt x="257754" y="1252621"/>
                    <a:pt x="428277" y="1178776"/>
                  </a:cubicBezTo>
                  <a:cubicBezTo>
                    <a:pt x="548473" y="1126726"/>
                    <a:pt x="684694" y="1067745"/>
                    <a:pt x="844891" y="994673"/>
                  </a:cubicBezTo>
                  <a:cubicBezTo>
                    <a:pt x="1062662" y="895357"/>
                    <a:pt x="1271849" y="827563"/>
                    <a:pt x="1484395" y="787387"/>
                  </a:cubicBezTo>
                  <a:cubicBezTo>
                    <a:pt x="2239398" y="644710"/>
                    <a:pt x="2624297" y="451266"/>
                    <a:pt x="2933574" y="295854"/>
                  </a:cubicBezTo>
                  <a:cubicBezTo>
                    <a:pt x="3092152" y="216152"/>
                    <a:pt x="3229112" y="147337"/>
                    <a:pt x="3378772" y="108181"/>
                  </a:cubicBezTo>
                  <a:cubicBezTo>
                    <a:pt x="3457543" y="87565"/>
                    <a:pt x="3536349" y="75990"/>
                    <a:pt x="3619675" y="72789"/>
                  </a:cubicBezTo>
                  <a:cubicBezTo>
                    <a:pt x="3709932" y="69306"/>
                    <a:pt x="3806064" y="75533"/>
                    <a:pt x="3913577" y="91804"/>
                  </a:cubicBezTo>
                  <a:cubicBezTo>
                    <a:pt x="4024380" y="108585"/>
                    <a:pt x="4142624" y="153740"/>
                    <a:pt x="4285705" y="233936"/>
                  </a:cubicBezTo>
                  <a:cubicBezTo>
                    <a:pt x="4436756" y="318616"/>
                    <a:pt x="4580417" y="417159"/>
                    <a:pt x="4719330" y="512446"/>
                  </a:cubicBezTo>
                  <a:cubicBezTo>
                    <a:pt x="4740650" y="527082"/>
                    <a:pt x="4761969" y="541700"/>
                    <a:pt x="4783307" y="556265"/>
                  </a:cubicBezTo>
                  <a:lnTo>
                    <a:pt x="4813017" y="576564"/>
                  </a:lnTo>
                  <a:cubicBezTo>
                    <a:pt x="4970980" y="684464"/>
                    <a:pt x="5134326" y="796059"/>
                    <a:pt x="5303899" y="903044"/>
                  </a:cubicBezTo>
                  <a:cubicBezTo>
                    <a:pt x="5472662" y="1009537"/>
                    <a:pt x="5639685" y="1112389"/>
                    <a:pt x="5827323" y="1200342"/>
                  </a:cubicBezTo>
                  <a:cubicBezTo>
                    <a:pt x="5935662" y="1251126"/>
                    <a:pt x="6058462" y="1308700"/>
                    <a:pt x="6200083" y="1328999"/>
                  </a:cubicBezTo>
                  <a:cubicBezTo>
                    <a:pt x="6266294" y="1338498"/>
                    <a:pt x="6335161" y="1336844"/>
                    <a:pt x="6404732" y="1324091"/>
                  </a:cubicBezTo>
                  <a:cubicBezTo>
                    <a:pt x="6599230" y="1288910"/>
                    <a:pt x="6776438" y="1179005"/>
                    <a:pt x="6932782" y="1082063"/>
                  </a:cubicBezTo>
                  <a:cubicBezTo>
                    <a:pt x="6956407" y="1067410"/>
                    <a:pt x="6978711" y="1053584"/>
                    <a:pt x="7000734" y="1040215"/>
                  </a:cubicBezTo>
                  <a:cubicBezTo>
                    <a:pt x="7199032" y="919914"/>
                    <a:pt x="7385668" y="775566"/>
                    <a:pt x="7566182" y="635950"/>
                  </a:cubicBezTo>
                  <a:cubicBezTo>
                    <a:pt x="7720152" y="516862"/>
                    <a:pt x="7879346" y="393728"/>
                    <a:pt x="8047160" y="284139"/>
                  </a:cubicBezTo>
                  <a:cubicBezTo>
                    <a:pt x="8074690" y="266161"/>
                    <a:pt x="8103714" y="245932"/>
                    <a:pt x="8134462" y="224507"/>
                  </a:cubicBezTo>
                  <a:cubicBezTo>
                    <a:pt x="8297544" y="110855"/>
                    <a:pt x="8500503" y="-30591"/>
                    <a:pt x="8709021" y="5839"/>
                  </a:cubicBezTo>
                  <a:cubicBezTo>
                    <a:pt x="8784414" y="19014"/>
                    <a:pt x="8850238" y="48443"/>
                    <a:pt x="8913881" y="76922"/>
                  </a:cubicBezTo>
                  <a:cubicBezTo>
                    <a:pt x="8958086" y="96694"/>
                    <a:pt x="8999846" y="115375"/>
                    <a:pt x="9043153" y="128076"/>
                  </a:cubicBezTo>
                  <a:cubicBezTo>
                    <a:pt x="9069574" y="135815"/>
                    <a:pt x="9101783" y="144681"/>
                    <a:pt x="9139075" y="154919"/>
                  </a:cubicBezTo>
                  <a:cubicBezTo>
                    <a:pt x="9342069" y="210698"/>
                    <a:pt x="9681813" y="304069"/>
                    <a:pt x="9985953" y="464847"/>
                  </a:cubicBezTo>
                  <a:cubicBezTo>
                    <a:pt x="10154400" y="553907"/>
                    <a:pt x="10291044" y="653188"/>
                    <a:pt x="10392048" y="759980"/>
                  </a:cubicBezTo>
                  <a:cubicBezTo>
                    <a:pt x="10511910" y="886668"/>
                    <a:pt x="10584718" y="1027093"/>
                    <a:pt x="10608447" y="1177369"/>
                  </a:cubicBezTo>
                  <a:lnTo>
                    <a:pt x="10603733" y="1178107"/>
                  </a:lnTo>
                  <a:cubicBezTo>
                    <a:pt x="10560108" y="902059"/>
                    <a:pt x="10351502" y="663514"/>
                    <a:pt x="9983702" y="469068"/>
                  </a:cubicBezTo>
                  <a:cubicBezTo>
                    <a:pt x="9680019" y="308519"/>
                    <a:pt x="9340592" y="215254"/>
                    <a:pt x="9137791" y="159527"/>
                  </a:cubicBezTo>
                  <a:cubicBezTo>
                    <a:pt x="9100481" y="149272"/>
                    <a:pt x="9068255" y="140424"/>
                    <a:pt x="9041799" y="132667"/>
                  </a:cubicBezTo>
                  <a:cubicBezTo>
                    <a:pt x="8998174" y="119879"/>
                    <a:pt x="8956274" y="101145"/>
                    <a:pt x="8911928" y="81302"/>
                  </a:cubicBezTo>
                  <a:cubicBezTo>
                    <a:pt x="8848549" y="52946"/>
                    <a:pt x="8783007" y="23641"/>
                    <a:pt x="8708194" y="10571"/>
                  </a:cubicBezTo>
                  <a:cubicBezTo>
                    <a:pt x="8501629" y="-25507"/>
                    <a:pt x="8299549" y="115305"/>
                    <a:pt x="8137188" y="228447"/>
                  </a:cubicBezTo>
                  <a:cubicBezTo>
                    <a:pt x="8106422" y="249890"/>
                    <a:pt x="8077345" y="270154"/>
                    <a:pt x="8049763" y="288167"/>
                  </a:cubicBezTo>
                  <a:cubicBezTo>
                    <a:pt x="7882126" y="397668"/>
                    <a:pt x="7722984" y="520732"/>
                    <a:pt x="7569102" y="639767"/>
                  </a:cubicBezTo>
                  <a:cubicBezTo>
                    <a:pt x="7388500" y="779453"/>
                    <a:pt x="7201759" y="923889"/>
                    <a:pt x="7003215" y="1044331"/>
                  </a:cubicBezTo>
                  <a:cubicBezTo>
                    <a:pt x="6981209" y="1057683"/>
                    <a:pt x="6958921" y="1071509"/>
                    <a:pt x="6935298" y="1086144"/>
                  </a:cubicBezTo>
                  <a:cubicBezTo>
                    <a:pt x="6778583" y="1183332"/>
                    <a:pt x="6600972" y="1293466"/>
                    <a:pt x="6405593" y="1328823"/>
                  </a:cubicBezTo>
                  <a:cubicBezTo>
                    <a:pt x="6335513" y="1341664"/>
                    <a:pt x="6266136" y="1343336"/>
                    <a:pt x="6199415" y="1333766"/>
                  </a:cubicBezTo>
                  <a:cubicBezTo>
                    <a:pt x="6057108" y="1313361"/>
                    <a:pt x="5933957" y="1255629"/>
                    <a:pt x="5825317" y="1204705"/>
                  </a:cubicBezTo>
                  <a:cubicBezTo>
                    <a:pt x="5637432" y="1116629"/>
                    <a:pt x="5470270" y="1013689"/>
                    <a:pt x="5301383" y="907108"/>
                  </a:cubicBezTo>
                  <a:cubicBezTo>
                    <a:pt x="5131740" y="800069"/>
                    <a:pt x="4968359" y="688457"/>
                    <a:pt x="4810343" y="580522"/>
                  </a:cubicBezTo>
                  <a:lnTo>
                    <a:pt x="4780633" y="560240"/>
                  </a:lnTo>
                  <a:cubicBezTo>
                    <a:pt x="4759295" y="545675"/>
                    <a:pt x="4737976" y="531040"/>
                    <a:pt x="4716638" y="516404"/>
                  </a:cubicBezTo>
                  <a:cubicBezTo>
                    <a:pt x="4577796" y="421169"/>
                    <a:pt x="4434240" y="322697"/>
                    <a:pt x="4283383" y="238122"/>
                  </a:cubicBezTo>
                  <a:cubicBezTo>
                    <a:pt x="4140830" y="158208"/>
                    <a:pt x="4023096" y="113229"/>
                    <a:pt x="3912874" y="96536"/>
                  </a:cubicBezTo>
                  <a:cubicBezTo>
                    <a:pt x="3473304" y="29991"/>
                    <a:pt x="3259438" y="137451"/>
                    <a:pt x="2935737" y="300129"/>
                  </a:cubicBezTo>
                  <a:cubicBezTo>
                    <a:pt x="2783703" y="376542"/>
                    <a:pt x="2611385" y="463140"/>
                    <a:pt x="2380879" y="549351"/>
                  </a:cubicBezTo>
                  <a:cubicBezTo>
                    <a:pt x="2113644" y="649301"/>
                    <a:pt x="1820691" y="728705"/>
                    <a:pt x="1485292" y="792101"/>
                  </a:cubicBezTo>
                  <a:cubicBezTo>
                    <a:pt x="1273133" y="832190"/>
                    <a:pt x="1064315" y="899878"/>
                    <a:pt x="846896" y="999036"/>
                  </a:cubicBezTo>
                  <a:cubicBezTo>
                    <a:pt x="686647" y="1072107"/>
                    <a:pt x="550408" y="1131106"/>
                    <a:pt x="430194" y="1183174"/>
                  </a:cubicBezTo>
                  <a:cubicBezTo>
                    <a:pt x="259760" y="1256966"/>
                    <a:pt x="125121" y="1315261"/>
                    <a:pt x="2199" y="1378816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任意多边形: 形状 1391"/>
            <p:cNvSpPr/>
            <p:nvPr>
              <p:custDataLst>
                <p:tags r:id="rId13"/>
              </p:custDataLst>
            </p:nvPr>
          </p:nvSpPr>
          <p:spPr>
            <a:xfrm>
              <a:off x="1504096" y="3185348"/>
              <a:ext cx="10687217" cy="1450308"/>
            </a:xfrm>
            <a:custGeom>
              <a:avLst/>
              <a:gdLst>
                <a:gd name="connsiteX0" fmla="*/ 6403483 w 10687217"/>
                <a:gd name="connsiteY0" fmla="*/ 1450309 h 1450308"/>
                <a:gd name="connsiteX1" fmla="*/ 6312153 w 10687217"/>
                <a:gd name="connsiteY1" fmla="*/ 1443132 h 1450308"/>
                <a:gd name="connsiteX2" fmla="*/ 5931898 w 10687217"/>
                <a:gd name="connsiteY2" fmla="*/ 1297711 h 1450308"/>
                <a:gd name="connsiteX3" fmla="*/ 5407630 w 10687217"/>
                <a:gd name="connsiteY3" fmla="*/ 966850 h 1450308"/>
                <a:gd name="connsiteX4" fmla="*/ 4977031 w 10687217"/>
                <a:gd name="connsiteY4" fmla="*/ 652982 h 1450308"/>
                <a:gd name="connsiteX5" fmla="*/ 4887988 w 10687217"/>
                <a:gd name="connsiteY5" fmla="*/ 586719 h 1450308"/>
                <a:gd name="connsiteX6" fmla="*/ 4842780 w 10687217"/>
                <a:gd name="connsiteY6" fmla="*/ 553086 h 1450308"/>
                <a:gd name="connsiteX7" fmla="*/ 4387150 w 10687217"/>
                <a:gd name="connsiteY7" fmla="*/ 238848 h 1450308"/>
                <a:gd name="connsiteX8" fmla="*/ 4006983 w 10687217"/>
                <a:gd name="connsiteY8" fmla="*/ 91176 h 1450308"/>
                <a:gd name="connsiteX9" fmla="*/ 3107404 w 10687217"/>
                <a:gd name="connsiteY9" fmla="*/ 337408 h 1450308"/>
                <a:gd name="connsiteX10" fmla="*/ 2538666 w 10687217"/>
                <a:gd name="connsiteY10" fmla="*/ 644152 h 1450308"/>
                <a:gd name="connsiteX11" fmla="*/ 1561741 w 10687217"/>
                <a:gd name="connsiteY11" fmla="*/ 928820 h 1450308"/>
                <a:gd name="connsiteX12" fmla="*/ 899756 w 10687217"/>
                <a:gd name="connsiteY12" fmla="*/ 1129369 h 1450308"/>
                <a:gd name="connsiteX13" fmla="*/ 247745 w 10687217"/>
                <a:gd name="connsiteY13" fmla="*/ 1356058 h 1450308"/>
                <a:gd name="connsiteX14" fmla="*/ 1566 w 10687217"/>
                <a:gd name="connsiteY14" fmla="*/ 1434424 h 1450308"/>
                <a:gd name="connsiteX15" fmla="*/ 0 w 10687217"/>
                <a:gd name="connsiteY15" fmla="*/ 1429974 h 1450308"/>
                <a:gd name="connsiteX16" fmla="*/ 246373 w 10687217"/>
                <a:gd name="connsiteY16" fmla="*/ 1351538 h 1450308"/>
                <a:gd name="connsiteX17" fmla="*/ 897944 w 10687217"/>
                <a:gd name="connsiteY17" fmla="*/ 1124989 h 1450308"/>
                <a:gd name="connsiteX18" fmla="*/ 1560861 w 10687217"/>
                <a:gd name="connsiteY18" fmla="*/ 924158 h 1450308"/>
                <a:gd name="connsiteX19" fmla="*/ 3104905 w 10687217"/>
                <a:gd name="connsiteY19" fmla="*/ 333380 h 1450308"/>
                <a:gd name="connsiteX20" fmla="*/ 3507623 w 10687217"/>
                <a:gd name="connsiteY20" fmla="*/ 122786 h 1450308"/>
                <a:gd name="connsiteX21" fmla="*/ 4007582 w 10687217"/>
                <a:gd name="connsiteY21" fmla="*/ 86479 h 1450308"/>
                <a:gd name="connsiteX22" fmla="*/ 4389525 w 10687217"/>
                <a:gd name="connsiteY22" fmla="*/ 234767 h 1450308"/>
                <a:gd name="connsiteX23" fmla="*/ 4845577 w 10687217"/>
                <a:gd name="connsiteY23" fmla="*/ 549269 h 1450308"/>
                <a:gd name="connsiteX24" fmla="*/ 4890785 w 10687217"/>
                <a:gd name="connsiteY24" fmla="*/ 582902 h 1450308"/>
                <a:gd name="connsiteX25" fmla="*/ 4979828 w 10687217"/>
                <a:gd name="connsiteY25" fmla="*/ 649165 h 1450308"/>
                <a:gd name="connsiteX26" fmla="*/ 5410304 w 10687217"/>
                <a:gd name="connsiteY26" fmla="*/ 962945 h 1450308"/>
                <a:gd name="connsiteX27" fmla="*/ 5934062 w 10687217"/>
                <a:gd name="connsiteY27" fmla="*/ 1293489 h 1450308"/>
                <a:gd name="connsiteX28" fmla="*/ 6312874 w 10687217"/>
                <a:gd name="connsiteY28" fmla="*/ 1438435 h 1450308"/>
                <a:gd name="connsiteX29" fmla="*/ 6523468 w 10687217"/>
                <a:gd name="connsiteY29" fmla="*/ 1433668 h 1450308"/>
                <a:gd name="connsiteX30" fmla="*/ 7058959 w 10687217"/>
                <a:gd name="connsiteY30" fmla="*/ 1168262 h 1450308"/>
                <a:gd name="connsiteX31" fmla="*/ 7127123 w 10687217"/>
                <a:gd name="connsiteY31" fmla="*/ 1122650 h 1450308"/>
                <a:gd name="connsiteX32" fmla="*/ 7686871 w 10687217"/>
                <a:gd name="connsiteY32" fmla="*/ 689430 h 1450308"/>
                <a:gd name="connsiteX33" fmla="*/ 8174287 w 10687217"/>
                <a:gd name="connsiteY33" fmla="*/ 304619 h 1450308"/>
                <a:gd name="connsiteX34" fmla="*/ 8258968 w 10687217"/>
                <a:gd name="connsiteY34" fmla="*/ 242419 h 1450308"/>
                <a:gd name="connsiteX35" fmla="*/ 8533714 w 10687217"/>
                <a:gd name="connsiteY35" fmla="*/ 62345 h 1450308"/>
                <a:gd name="connsiteX36" fmla="*/ 8847793 w 10687217"/>
                <a:gd name="connsiteY36" fmla="*/ 7973 h 1450308"/>
                <a:gd name="connsiteX37" fmla="*/ 9055889 w 10687217"/>
                <a:gd name="connsiteY37" fmla="*/ 92090 h 1450308"/>
                <a:gd name="connsiteX38" fmla="*/ 9184212 w 10687217"/>
                <a:gd name="connsiteY38" fmla="*/ 151371 h 1450308"/>
                <a:gd name="connsiteX39" fmla="*/ 9322280 w 10687217"/>
                <a:gd name="connsiteY39" fmla="*/ 195365 h 1450308"/>
                <a:gd name="connsiteX40" fmla="*/ 10120891 w 10687217"/>
                <a:gd name="connsiteY40" fmla="*/ 513155 h 1450308"/>
                <a:gd name="connsiteX41" fmla="*/ 10489869 w 10687217"/>
                <a:gd name="connsiteY41" fmla="*/ 796979 h 1450308"/>
                <a:gd name="connsiteX42" fmla="*/ 10687217 w 10687217"/>
                <a:gd name="connsiteY42" fmla="*/ 1189441 h 1450308"/>
                <a:gd name="connsiteX43" fmla="*/ 10682574 w 10687217"/>
                <a:gd name="connsiteY43" fmla="*/ 1190197 h 1450308"/>
                <a:gd name="connsiteX44" fmla="*/ 10118586 w 10687217"/>
                <a:gd name="connsiteY44" fmla="*/ 517254 h 1450308"/>
                <a:gd name="connsiteX45" fmla="*/ 9320908 w 10687217"/>
                <a:gd name="connsiteY45" fmla="*/ 199868 h 1450308"/>
                <a:gd name="connsiteX46" fmla="*/ 9182681 w 10687217"/>
                <a:gd name="connsiteY46" fmla="*/ 155821 h 1450308"/>
                <a:gd name="connsiteX47" fmla="*/ 9053726 w 10687217"/>
                <a:gd name="connsiteY47" fmla="*/ 96259 h 1450308"/>
                <a:gd name="connsiteX48" fmla="*/ 8846843 w 10687217"/>
                <a:gd name="connsiteY48" fmla="*/ 12564 h 1450308"/>
                <a:gd name="connsiteX49" fmla="*/ 8261817 w 10687217"/>
                <a:gd name="connsiteY49" fmla="*/ 246166 h 1450308"/>
                <a:gd name="connsiteX50" fmla="*/ 8177013 w 10687217"/>
                <a:gd name="connsiteY50" fmla="*/ 308454 h 1450308"/>
                <a:gd name="connsiteX51" fmla="*/ 7689914 w 10687217"/>
                <a:gd name="connsiteY51" fmla="*/ 693018 h 1450308"/>
                <a:gd name="connsiteX52" fmla="*/ 7129726 w 10687217"/>
                <a:gd name="connsiteY52" fmla="*/ 1126555 h 1450308"/>
                <a:gd name="connsiteX53" fmla="*/ 7061598 w 10687217"/>
                <a:gd name="connsiteY53" fmla="*/ 1172149 h 1450308"/>
                <a:gd name="connsiteX54" fmla="*/ 6524382 w 10687217"/>
                <a:gd name="connsiteY54" fmla="*/ 1438259 h 1450308"/>
                <a:gd name="connsiteX55" fmla="*/ 6403483 w 10687217"/>
                <a:gd name="connsiteY55" fmla="*/ 1450309 h 14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0687217" h="1450308">
                  <a:moveTo>
                    <a:pt x="6403483" y="1450309"/>
                  </a:moveTo>
                  <a:cubicBezTo>
                    <a:pt x="6372647" y="1450309"/>
                    <a:pt x="6342145" y="1447917"/>
                    <a:pt x="6312153" y="1443132"/>
                  </a:cubicBezTo>
                  <a:cubicBezTo>
                    <a:pt x="6165624" y="1419772"/>
                    <a:pt x="6041452" y="1354933"/>
                    <a:pt x="5931898" y="1297711"/>
                  </a:cubicBezTo>
                  <a:cubicBezTo>
                    <a:pt x="5746529" y="1200910"/>
                    <a:pt x="5584802" y="1090600"/>
                    <a:pt x="5407630" y="966850"/>
                  </a:cubicBezTo>
                  <a:cubicBezTo>
                    <a:pt x="5259728" y="863541"/>
                    <a:pt x="5116014" y="756503"/>
                    <a:pt x="4977031" y="652982"/>
                  </a:cubicBezTo>
                  <a:cubicBezTo>
                    <a:pt x="4947338" y="630871"/>
                    <a:pt x="4917681" y="608777"/>
                    <a:pt x="4887988" y="586719"/>
                  </a:cubicBezTo>
                  <a:cubicBezTo>
                    <a:pt x="4872913" y="575531"/>
                    <a:pt x="4857855" y="564309"/>
                    <a:pt x="4842780" y="553086"/>
                  </a:cubicBezTo>
                  <a:cubicBezTo>
                    <a:pt x="4697728" y="445097"/>
                    <a:pt x="4547734" y="333433"/>
                    <a:pt x="4387150" y="238848"/>
                  </a:cubicBezTo>
                  <a:cubicBezTo>
                    <a:pt x="4241676" y="153182"/>
                    <a:pt x="4120882" y="106251"/>
                    <a:pt x="4006983" y="91176"/>
                  </a:cubicBezTo>
                  <a:cubicBezTo>
                    <a:pt x="3592920" y="36381"/>
                    <a:pt x="3389274" y="162646"/>
                    <a:pt x="3107404" y="337408"/>
                  </a:cubicBezTo>
                  <a:cubicBezTo>
                    <a:pt x="2954682" y="432098"/>
                    <a:pt x="2781592" y="539400"/>
                    <a:pt x="2538666" y="644152"/>
                  </a:cubicBezTo>
                  <a:cubicBezTo>
                    <a:pt x="2256760" y="765703"/>
                    <a:pt x="1937193" y="858827"/>
                    <a:pt x="1561741" y="928820"/>
                  </a:cubicBezTo>
                  <a:cubicBezTo>
                    <a:pt x="1346327" y="968979"/>
                    <a:pt x="1129787" y="1034574"/>
                    <a:pt x="899756" y="1129369"/>
                  </a:cubicBezTo>
                  <a:cubicBezTo>
                    <a:pt x="631430" y="1239943"/>
                    <a:pt x="427591" y="1301633"/>
                    <a:pt x="247745" y="1356058"/>
                  </a:cubicBezTo>
                  <a:cubicBezTo>
                    <a:pt x="160267" y="1382532"/>
                    <a:pt x="77645" y="1407546"/>
                    <a:pt x="1566" y="1434424"/>
                  </a:cubicBezTo>
                  <a:lnTo>
                    <a:pt x="0" y="1429974"/>
                  </a:lnTo>
                  <a:cubicBezTo>
                    <a:pt x="76167" y="1403061"/>
                    <a:pt x="158843" y="1378029"/>
                    <a:pt x="246373" y="1351538"/>
                  </a:cubicBezTo>
                  <a:cubicBezTo>
                    <a:pt x="426113" y="1297130"/>
                    <a:pt x="629829" y="1235476"/>
                    <a:pt x="897944" y="1124989"/>
                  </a:cubicBezTo>
                  <a:cubicBezTo>
                    <a:pt x="1128275" y="1030071"/>
                    <a:pt x="1345131" y="964388"/>
                    <a:pt x="1560861" y="924158"/>
                  </a:cubicBezTo>
                  <a:cubicBezTo>
                    <a:pt x="2406192" y="766565"/>
                    <a:pt x="2810035" y="516181"/>
                    <a:pt x="3104905" y="333380"/>
                  </a:cubicBezTo>
                  <a:cubicBezTo>
                    <a:pt x="3246984" y="245287"/>
                    <a:pt x="3369696" y="169208"/>
                    <a:pt x="3507623" y="122786"/>
                  </a:cubicBezTo>
                  <a:cubicBezTo>
                    <a:pt x="3656686" y="72618"/>
                    <a:pt x="3815563" y="61078"/>
                    <a:pt x="4007582" y="86479"/>
                  </a:cubicBezTo>
                  <a:cubicBezTo>
                    <a:pt x="4122131" y="101642"/>
                    <a:pt x="4243506" y="148750"/>
                    <a:pt x="4389525" y="234767"/>
                  </a:cubicBezTo>
                  <a:cubicBezTo>
                    <a:pt x="4550320" y="329475"/>
                    <a:pt x="4700420" y="441210"/>
                    <a:pt x="4845577" y="549269"/>
                  </a:cubicBezTo>
                  <a:cubicBezTo>
                    <a:pt x="4860652" y="560491"/>
                    <a:pt x="4875727" y="571714"/>
                    <a:pt x="4890785" y="582902"/>
                  </a:cubicBezTo>
                  <a:cubicBezTo>
                    <a:pt x="4920478" y="604943"/>
                    <a:pt x="4950135" y="627036"/>
                    <a:pt x="4979828" y="649165"/>
                  </a:cubicBezTo>
                  <a:cubicBezTo>
                    <a:pt x="5118776" y="752668"/>
                    <a:pt x="5262473" y="859689"/>
                    <a:pt x="5410304" y="962945"/>
                  </a:cubicBezTo>
                  <a:cubicBezTo>
                    <a:pt x="5587335" y="1086589"/>
                    <a:pt x="5748939" y="1196829"/>
                    <a:pt x="5934062" y="1293489"/>
                  </a:cubicBezTo>
                  <a:cubicBezTo>
                    <a:pt x="6043299" y="1350535"/>
                    <a:pt x="6167119" y="1415198"/>
                    <a:pt x="6312874" y="1438435"/>
                  </a:cubicBezTo>
                  <a:cubicBezTo>
                    <a:pt x="6381108" y="1449306"/>
                    <a:pt x="6451945" y="1447705"/>
                    <a:pt x="6523468" y="1433668"/>
                  </a:cubicBezTo>
                  <a:cubicBezTo>
                    <a:pt x="6722522" y="1395075"/>
                    <a:pt x="6909070" y="1269320"/>
                    <a:pt x="7058959" y="1168262"/>
                  </a:cubicBezTo>
                  <a:cubicBezTo>
                    <a:pt x="7082689" y="1152255"/>
                    <a:pt x="7105116" y="1137144"/>
                    <a:pt x="7127123" y="1122650"/>
                  </a:cubicBezTo>
                  <a:cubicBezTo>
                    <a:pt x="7324400" y="992691"/>
                    <a:pt x="7508678" y="838527"/>
                    <a:pt x="7686871" y="689430"/>
                  </a:cubicBezTo>
                  <a:cubicBezTo>
                    <a:pt x="7842442" y="559278"/>
                    <a:pt x="8003325" y="424675"/>
                    <a:pt x="8174287" y="304619"/>
                  </a:cubicBezTo>
                  <a:cubicBezTo>
                    <a:pt x="8200849" y="285974"/>
                    <a:pt x="8229081" y="264812"/>
                    <a:pt x="8258968" y="242419"/>
                  </a:cubicBezTo>
                  <a:cubicBezTo>
                    <a:pt x="8341028" y="180940"/>
                    <a:pt x="8434046" y="111247"/>
                    <a:pt x="8533714" y="62345"/>
                  </a:cubicBezTo>
                  <a:cubicBezTo>
                    <a:pt x="8649231" y="5668"/>
                    <a:pt x="8751978" y="-12116"/>
                    <a:pt x="8847793" y="7973"/>
                  </a:cubicBezTo>
                  <a:cubicBezTo>
                    <a:pt x="8925349" y="24244"/>
                    <a:pt x="8991719" y="58739"/>
                    <a:pt x="9055889" y="92090"/>
                  </a:cubicBezTo>
                  <a:cubicBezTo>
                    <a:pt x="9099654" y="114853"/>
                    <a:pt x="9141009" y="136331"/>
                    <a:pt x="9184212" y="151371"/>
                  </a:cubicBezTo>
                  <a:cubicBezTo>
                    <a:pt x="9219974" y="163825"/>
                    <a:pt x="9267380" y="178443"/>
                    <a:pt x="9322280" y="195365"/>
                  </a:cubicBezTo>
                  <a:cubicBezTo>
                    <a:pt x="9529655" y="259306"/>
                    <a:pt x="9843066" y="355949"/>
                    <a:pt x="10120891" y="513155"/>
                  </a:cubicBezTo>
                  <a:cubicBezTo>
                    <a:pt x="10273964" y="599771"/>
                    <a:pt x="10398117" y="695270"/>
                    <a:pt x="10489869" y="796979"/>
                  </a:cubicBezTo>
                  <a:cubicBezTo>
                    <a:pt x="10598051" y="916893"/>
                    <a:pt x="10664438" y="1048946"/>
                    <a:pt x="10687217" y="1189441"/>
                  </a:cubicBezTo>
                  <a:lnTo>
                    <a:pt x="10682574" y="1190197"/>
                  </a:lnTo>
                  <a:cubicBezTo>
                    <a:pt x="10640673" y="931722"/>
                    <a:pt x="10450924" y="705297"/>
                    <a:pt x="10118586" y="517254"/>
                  </a:cubicBezTo>
                  <a:cubicBezTo>
                    <a:pt x="9841201" y="360294"/>
                    <a:pt x="9528107" y="263757"/>
                    <a:pt x="9320908" y="199868"/>
                  </a:cubicBezTo>
                  <a:cubicBezTo>
                    <a:pt x="9265973" y="182928"/>
                    <a:pt x="9218513" y="168293"/>
                    <a:pt x="9182681" y="155821"/>
                  </a:cubicBezTo>
                  <a:cubicBezTo>
                    <a:pt x="9139145" y="140676"/>
                    <a:pt x="9097649" y="119092"/>
                    <a:pt x="9053726" y="96259"/>
                  </a:cubicBezTo>
                  <a:cubicBezTo>
                    <a:pt x="8989836" y="63048"/>
                    <a:pt x="8923766" y="28694"/>
                    <a:pt x="8846843" y="12564"/>
                  </a:cubicBezTo>
                  <a:cubicBezTo>
                    <a:pt x="8633400" y="-32204"/>
                    <a:pt x="8427362" y="122153"/>
                    <a:pt x="8261817" y="246166"/>
                  </a:cubicBezTo>
                  <a:cubicBezTo>
                    <a:pt x="8231896" y="268594"/>
                    <a:pt x="8203628" y="289755"/>
                    <a:pt x="8177013" y="308454"/>
                  </a:cubicBezTo>
                  <a:cubicBezTo>
                    <a:pt x="8006210" y="428404"/>
                    <a:pt x="7845414" y="562936"/>
                    <a:pt x="7689914" y="693018"/>
                  </a:cubicBezTo>
                  <a:cubicBezTo>
                    <a:pt x="7511616" y="842186"/>
                    <a:pt x="7327232" y="996438"/>
                    <a:pt x="7129726" y="1126555"/>
                  </a:cubicBezTo>
                  <a:cubicBezTo>
                    <a:pt x="7107738" y="1141050"/>
                    <a:pt x="7085327" y="1156142"/>
                    <a:pt x="7061598" y="1172149"/>
                  </a:cubicBezTo>
                  <a:cubicBezTo>
                    <a:pt x="6911357" y="1273436"/>
                    <a:pt x="6724369" y="1399490"/>
                    <a:pt x="6524382" y="1438259"/>
                  </a:cubicBezTo>
                  <a:cubicBezTo>
                    <a:pt x="6483749" y="1446316"/>
                    <a:pt x="6443325" y="1450309"/>
                    <a:pt x="6403483" y="1450309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任意多边形: 形状 1392"/>
            <p:cNvSpPr/>
            <p:nvPr>
              <p:custDataLst>
                <p:tags r:id="rId14"/>
              </p:custDataLst>
            </p:nvPr>
          </p:nvSpPr>
          <p:spPr>
            <a:xfrm>
              <a:off x="1425255" y="3123031"/>
              <a:ext cx="10766041" cy="1560771"/>
            </a:xfrm>
            <a:custGeom>
              <a:avLst/>
              <a:gdLst>
                <a:gd name="connsiteX0" fmla="*/ 6520653 w 10766041"/>
                <a:gd name="connsiteY0" fmla="*/ 1560771 h 1560771"/>
                <a:gd name="connsiteX1" fmla="*/ 6424908 w 10766041"/>
                <a:gd name="connsiteY1" fmla="*/ 1552539 h 1560771"/>
                <a:gd name="connsiteX2" fmla="*/ 6038515 w 10766041"/>
                <a:gd name="connsiteY2" fmla="*/ 1390759 h 1560771"/>
                <a:gd name="connsiteX3" fmla="*/ 5513930 w 10766041"/>
                <a:gd name="connsiteY3" fmla="*/ 1026634 h 1560771"/>
                <a:gd name="connsiteX4" fmla="*/ 5132760 w 10766041"/>
                <a:gd name="connsiteY4" fmla="*/ 724007 h 1560771"/>
                <a:gd name="connsiteX5" fmla="*/ 4995396 w 10766041"/>
                <a:gd name="connsiteY5" fmla="*/ 613257 h 1560771"/>
                <a:gd name="connsiteX6" fmla="*/ 4965052 w 10766041"/>
                <a:gd name="connsiteY6" fmla="*/ 588894 h 1560771"/>
                <a:gd name="connsiteX7" fmla="*/ 4490970 w 10766041"/>
                <a:gd name="connsiteY7" fmla="*/ 239634 h 1560771"/>
                <a:gd name="connsiteX8" fmla="*/ 4101128 w 10766041"/>
                <a:gd name="connsiteY8" fmla="*/ 85875 h 1560771"/>
                <a:gd name="connsiteX9" fmla="*/ 3262517 w 10766041"/>
                <a:gd name="connsiteY9" fmla="*/ 373533 h 1560771"/>
                <a:gd name="connsiteX10" fmla="*/ 2686673 w 10766041"/>
                <a:gd name="connsiteY10" fmla="*/ 739434 h 1560771"/>
                <a:gd name="connsiteX11" fmla="*/ 1638224 w 10766041"/>
                <a:gd name="connsiteY11" fmla="*/ 1065580 h 1560771"/>
                <a:gd name="connsiteX12" fmla="*/ 952651 w 10766041"/>
                <a:gd name="connsiteY12" fmla="*/ 1259744 h 1560771"/>
                <a:gd name="connsiteX13" fmla="*/ 189995 w 10766041"/>
                <a:gd name="connsiteY13" fmla="*/ 1455087 h 1560771"/>
                <a:gd name="connsiteX14" fmla="*/ 967 w 10766041"/>
                <a:gd name="connsiteY14" fmla="*/ 1490039 h 1560771"/>
                <a:gd name="connsiteX15" fmla="*/ 0 w 10766041"/>
                <a:gd name="connsiteY15" fmla="*/ 1485484 h 1560771"/>
                <a:gd name="connsiteX16" fmla="*/ 189186 w 10766041"/>
                <a:gd name="connsiteY16" fmla="*/ 1450496 h 1560771"/>
                <a:gd name="connsiteX17" fmla="*/ 951015 w 10766041"/>
                <a:gd name="connsiteY17" fmla="*/ 1255364 h 1560771"/>
                <a:gd name="connsiteX18" fmla="*/ 1637362 w 10766041"/>
                <a:gd name="connsiteY18" fmla="*/ 1060989 h 1560771"/>
                <a:gd name="connsiteX19" fmla="*/ 3259702 w 10766041"/>
                <a:gd name="connsiteY19" fmla="*/ 369804 h 1560771"/>
                <a:gd name="connsiteX20" fmla="*/ 4101638 w 10766041"/>
                <a:gd name="connsiteY20" fmla="*/ 81249 h 1560771"/>
                <a:gd name="connsiteX21" fmla="*/ 4493397 w 10766041"/>
                <a:gd name="connsiteY21" fmla="*/ 235659 h 1560771"/>
                <a:gd name="connsiteX22" fmla="*/ 4967954 w 10766041"/>
                <a:gd name="connsiteY22" fmla="*/ 585253 h 1560771"/>
                <a:gd name="connsiteX23" fmla="*/ 4998298 w 10766041"/>
                <a:gd name="connsiteY23" fmla="*/ 609616 h 1560771"/>
                <a:gd name="connsiteX24" fmla="*/ 5135663 w 10766041"/>
                <a:gd name="connsiteY24" fmla="*/ 720383 h 1560771"/>
                <a:gd name="connsiteX25" fmla="*/ 5516744 w 10766041"/>
                <a:gd name="connsiteY25" fmla="*/ 1022940 h 1560771"/>
                <a:gd name="connsiteX26" fmla="*/ 6040819 w 10766041"/>
                <a:gd name="connsiteY26" fmla="*/ 1386730 h 1560771"/>
                <a:gd name="connsiteX27" fmla="*/ 6425700 w 10766041"/>
                <a:gd name="connsiteY27" fmla="*/ 1547948 h 1560771"/>
                <a:gd name="connsiteX28" fmla="*/ 6642239 w 10766041"/>
                <a:gd name="connsiteY28" fmla="*/ 1543339 h 1560771"/>
                <a:gd name="connsiteX29" fmla="*/ 7186086 w 10766041"/>
                <a:gd name="connsiteY29" fmla="*/ 1253940 h 1560771"/>
                <a:gd name="connsiteX30" fmla="*/ 7253563 w 10766041"/>
                <a:gd name="connsiteY30" fmla="*/ 1205196 h 1560771"/>
                <a:gd name="connsiteX31" fmla="*/ 7808703 w 10766041"/>
                <a:gd name="connsiteY31" fmla="*/ 742846 h 1560771"/>
                <a:gd name="connsiteX32" fmla="*/ 8301502 w 10766041"/>
                <a:gd name="connsiteY32" fmla="*/ 325212 h 1560771"/>
                <a:gd name="connsiteX33" fmla="*/ 8383368 w 10766041"/>
                <a:gd name="connsiteY33" fmla="*/ 260901 h 1560771"/>
                <a:gd name="connsiteX34" fmla="*/ 8662952 w 10766041"/>
                <a:gd name="connsiteY34" fmla="*/ 65945 h 1560771"/>
                <a:gd name="connsiteX35" fmla="*/ 8986635 w 10766041"/>
                <a:gd name="connsiteY35" fmla="*/ 10236 h 1560771"/>
                <a:gd name="connsiteX36" fmla="*/ 9198231 w 10766041"/>
                <a:gd name="connsiteY36" fmla="*/ 107652 h 1560771"/>
                <a:gd name="connsiteX37" fmla="*/ 9325323 w 10766041"/>
                <a:gd name="connsiteY37" fmla="*/ 174830 h 1560771"/>
                <a:gd name="connsiteX38" fmla="*/ 9495125 w 10766041"/>
                <a:gd name="connsiteY38" fmla="*/ 235272 h 1560771"/>
                <a:gd name="connsiteX39" fmla="*/ 10246187 w 10766041"/>
                <a:gd name="connsiteY39" fmla="*/ 557337 h 1560771"/>
                <a:gd name="connsiteX40" fmla="*/ 10584190 w 10766041"/>
                <a:gd name="connsiteY40" fmla="*/ 830781 h 1560771"/>
                <a:gd name="connsiteX41" fmla="*/ 10766041 w 10766041"/>
                <a:gd name="connsiteY41" fmla="*/ 1201696 h 1560771"/>
                <a:gd name="connsiteX42" fmla="*/ 10761450 w 10766041"/>
                <a:gd name="connsiteY42" fmla="*/ 1202470 h 1560771"/>
                <a:gd name="connsiteX43" fmla="*/ 10243795 w 10766041"/>
                <a:gd name="connsiteY43" fmla="*/ 561330 h 1560771"/>
                <a:gd name="connsiteX44" fmla="*/ 9493629 w 10766041"/>
                <a:gd name="connsiteY44" fmla="*/ 239669 h 1560771"/>
                <a:gd name="connsiteX45" fmla="*/ 9323582 w 10766041"/>
                <a:gd name="connsiteY45" fmla="*/ 179140 h 1560771"/>
                <a:gd name="connsiteX46" fmla="*/ 9195857 w 10766041"/>
                <a:gd name="connsiteY46" fmla="*/ 111645 h 1560771"/>
                <a:gd name="connsiteX47" fmla="*/ 8985527 w 10766041"/>
                <a:gd name="connsiteY47" fmla="*/ 14739 h 1560771"/>
                <a:gd name="connsiteX48" fmla="*/ 8386270 w 10766041"/>
                <a:gd name="connsiteY48" fmla="*/ 264507 h 1560771"/>
                <a:gd name="connsiteX49" fmla="*/ 8304281 w 10766041"/>
                <a:gd name="connsiteY49" fmla="*/ 328906 h 1560771"/>
                <a:gd name="connsiteX50" fmla="*/ 7811798 w 10766041"/>
                <a:gd name="connsiteY50" fmla="*/ 746277 h 1560771"/>
                <a:gd name="connsiteX51" fmla="*/ 7256255 w 10766041"/>
                <a:gd name="connsiteY51" fmla="*/ 1208960 h 1560771"/>
                <a:gd name="connsiteX52" fmla="*/ 7188830 w 10766041"/>
                <a:gd name="connsiteY52" fmla="*/ 1257669 h 1560771"/>
                <a:gd name="connsiteX53" fmla="*/ 6643206 w 10766041"/>
                <a:gd name="connsiteY53" fmla="*/ 1547860 h 1560771"/>
                <a:gd name="connsiteX54" fmla="*/ 6520653 w 10766041"/>
                <a:gd name="connsiteY54" fmla="*/ 1560771 h 156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0766041" h="1560771">
                  <a:moveTo>
                    <a:pt x="6520653" y="1560771"/>
                  </a:moveTo>
                  <a:cubicBezTo>
                    <a:pt x="6488339" y="1560771"/>
                    <a:pt x="6456360" y="1558027"/>
                    <a:pt x="6424908" y="1552539"/>
                  </a:cubicBezTo>
                  <a:cubicBezTo>
                    <a:pt x="6274016" y="1526206"/>
                    <a:pt x="6143425" y="1451112"/>
                    <a:pt x="6038515" y="1390759"/>
                  </a:cubicBezTo>
                  <a:cubicBezTo>
                    <a:pt x="5840428" y="1276842"/>
                    <a:pt x="5666967" y="1143911"/>
                    <a:pt x="5513930" y="1026634"/>
                  </a:cubicBezTo>
                  <a:cubicBezTo>
                    <a:pt x="5383601" y="926756"/>
                    <a:pt x="5256087" y="823692"/>
                    <a:pt x="5132760" y="724007"/>
                  </a:cubicBezTo>
                  <a:cubicBezTo>
                    <a:pt x="5087781" y="687647"/>
                    <a:pt x="5041254" y="650039"/>
                    <a:pt x="4995396" y="613257"/>
                  </a:cubicBezTo>
                  <a:cubicBezTo>
                    <a:pt x="4985281" y="605148"/>
                    <a:pt x="4975184" y="597021"/>
                    <a:pt x="4965052" y="588894"/>
                  </a:cubicBezTo>
                  <a:cubicBezTo>
                    <a:pt x="4815128" y="468452"/>
                    <a:pt x="4660085" y="343893"/>
                    <a:pt x="4490970" y="239634"/>
                  </a:cubicBezTo>
                  <a:cubicBezTo>
                    <a:pt x="4342523" y="148128"/>
                    <a:pt x="4218650" y="99261"/>
                    <a:pt x="4101128" y="85875"/>
                  </a:cubicBezTo>
                  <a:cubicBezTo>
                    <a:pt x="3706326" y="40896"/>
                    <a:pt x="3520165" y="180424"/>
                    <a:pt x="3262517" y="373533"/>
                  </a:cubicBezTo>
                  <a:cubicBezTo>
                    <a:pt x="3111010" y="487080"/>
                    <a:pt x="2939291" y="615772"/>
                    <a:pt x="2686673" y="739434"/>
                  </a:cubicBezTo>
                  <a:cubicBezTo>
                    <a:pt x="2393280" y="883043"/>
                    <a:pt x="2050318" y="989730"/>
                    <a:pt x="1638224" y="1065580"/>
                  </a:cubicBezTo>
                  <a:cubicBezTo>
                    <a:pt x="1420031" y="1105739"/>
                    <a:pt x="1195770" y="1169259"/>
                    <a:pt x="952651" y="1259744"/>
                  </a:cubicBezTo>
                  <a:cubicBezTo>
                    <a:pt x="634121" y="1378305"/>
                    <a:pt x="387871" y="1420874"/>
                    <a:pt x="189995" y="1455087"/>
                  </a:cubicBezTo>
                  <a:cubicBezTo>
                    <a:pt x="123503" y="1466592"/>
                    <a:pt x="60705" y="1477445"/>
                    <a:pt x="967" y="1490039"/>
                  </a:cubicBezTo>
                  <a:lnTo>
                    <a:pt x="0" y="1485484"/>
                  </a:lnTo>
                  <a:cubicBezTo>
                    <a:pt x="59825" y="1472872"/>
                    <a:pt x="122659" y="1462000"/>
                    <a:pt x="189186" y="1450496"/>
                  </a:cubicBezTo>
                  <a:cubicBezTo>
                    <a:pt x="386869" y="1416318"/>
                    <a:pt x="632890" y="1373784"/>
                    <a:pt x="951015" y="1255364"/>
                  </a:cubicBezTo>
                  <a:cubicBezTo>
                    <a:pt x="1194397" y="1164773"/>
                    <a:pt x="1418905" y="1101201"/>
                    <a:pt x="1637362" y="1060989"/>
                  </a:cubicBezTo>
                  <a:cubicBezTo>
                    <a:pt x="2565369" y="890185"/>
                    <a:pt x="2966679" y="589404"/>
                    <a:pt x="3259702" y="369804"/>
                  </a:cubicBezTo>
                  <a:cubicBezTo>
                    <a:pt x="3518213" y="176062"/>
                    <a:pt x="3705007" y="36059"/>
                    <a:pt x="4101638" y="81249"/>
                  </a:cubicBezTo>
                  <a:cubicBezTo>
                    <a:pt x="4219864" y="94723"/>
                    <a:pt x="4344335" y="143783"/>
                    <a:pt x="4493397" y="235659"/>
                  </a:cubicBezTo>
                  <a:cubicBezTo>
                    <a:pt x="4662776" y="340076"/>
                    <a:pt x="4817925" y="464705"/>
                    <a:pt x="4967954" y="585253"/>
                  </a:cubicBezTo>
                  <a:cubicBezTo>
                    <a:pt x="4978069" y="593380"/>
                    <a:pt x="4988183" y="601506"/>
                    <a:pt x="4998298" y="609616"/>
                  </a:cubicBezTo>
                  <a:cubicBezTo>
                    <a:pt x="5044157" y="646415"/>
                    <a:pt x="5090684" y="684024"/>
                    <a:pt x="5135663" y="720383"/>
                  </a:cubicBezTo>
                  <a:cubicBezTo>
                    <a:pt x="5258972" y="820051"/>
                    <a:pt x="5386468" y="923097"/>
                    <a:pt x="5516744" y="1022940"/>
                  </a:cubicBezTo>
                  <a:cubicBezTo>
                    <a:pt x="5669676" y="1140129"/>
                    <a:pt x="5842996" y="1272972"/>
                    <a:pt x="6040819" y="1386730"/>
                  </a:cubicBezTo>
                  <a:cubicBezTo>
                    <a:pt x="6145429" y="1446890"/>
                    <a:pt x="6275617" y="1521755"/>
                    <a:pt x="6425700" y="1547948"/>
                  </a:cubicBezTo>
                  <a:cubicBezTo>
                    <a:pt x="6495939" y="1560208"/>
                    <a:pt x="6568781" y="1558643"/>
                    <a:pt x="6642239" y="1543339"/>
                  </a:cubicBezTo>
                  <a:cubicBezTo>
                    <a:pt x="6846271" y="1501280"/>
                    <a:pt x="7034684" y="1364127"/>
                    <a:pt x="7186086" y="1253940"/>
                  </a:cubicBezTo>
                  <a:cubicBezTo>
                    <a:pt x="7209622" y="1236806"/>
                    <a:pt x="7231839" y="1220641"/>
                    <a:pt x="7253563" y="1205196"/>
                  </a:cubicBezTo>
                  <a:cubicBezTo>
                    <a:pt x="7450120" y="1065457"/>
                    <a:pt x="7632410" y="901460"/>
                    <a:pt x="7808703" y="742846"/>
                  </a:cubicBezTo>
                  <a:cubicBezTo>
                    <a:pt x="7965575" y="601718"/>
                    <a:pt x="8127777" y="455769"/>
                    <a:pt x="8301502" y="325212"/>
                  </a:cubicBezTo>
                  <a:cubicBezTo>
                    <a:pt x="8327043" y="306021"/>
                    <a:pt x="8354396" y="284103"/>
                    <a:pt x="8383368" y="260901"/>
                  </a:cubicBezTo>
                  <a:cubicBezTo>
                    <a:pt x="8466483" y="194321"/>
                    <a:pt x="8560680" y="118875"/>
                    <a:pt x="8662952" y="65945"/>
                  </a:cubicBezTo>
                  <a:cubicBezTo>
                    <a:pt x="8781829" y="4413"/>
                    <a:pt x="8887706" y="-13811"/>
                    <a:pt x="8986635" y="10236"/>
                  </a:cubicBezTo>
                  <a:cubicBezTo>
                    <a:pt x="9066514" y="29656"/>
                    <a:pt x="9133480" y="69305"/>
                    <a:pt x="9198231" y="107652"/>
                  </a:cubicBezTo>
                  <a:cubicBezTo>
                    <a:pt x="9241469" y="133264"/>
                    <a:pt x="9282315" y="157433"/>
                    <a:pt x="9325323" y="174830"/>
                  </a:cubicBezTo>
                  <a:cubicBezTo>
                    <a:pt x="9367453" y="191858"/>
                    <a:pt x="9426609" y="211981"/>
                    <a:pt x="9495125" y="235272"/>
                  </a:cubicBezTo>
                  <a:cubicBezTo>
                    <a:pt x="9692508" y="302397"/>
                    <a:pt x="9990791" y="403824"/>
                    <a:pt x="10246187" y="557337"/>
                  </a:cubicBezTo>
                  <a:cubicBezTo>
                    <a:pt x="10386366" y="641595"/>
                    <a:pt x="10500090" y="733594"/>
                    <a:pt x="10584190" y="830781"/>
                  </a:cubicBezTo>
                  <a:cubicBezTo>
                    <a:pt x="10682873" y="944803"/>
                    <a:pt x="10744053" y="1069591"/>
                    <a:pt x="10766041" y="1201696"/>
                  </a:cubicBezTo>
                  <a:lnTo>
                    <a:pt x="10761450" y="1202470"/>
                  </a:lnTo>
                  <a:cubicBezTo>
                    <a:pt x="10720957" y="959175"/>
                    <a:pt x="10546792" y="743462"/>
                    <a:pt x="10243795" y="561330"/>
                  </a:cubicBezTo>
                  <a:cubicBezTo>
                    <a:pt x="9988820" y="408063"/>
                    <a:pt x="9690820" y="306724"/>
                    <a:pt x="9493629" y="239669"/>
                  </a:cubicBezTo>
                  <a:cubicBezTo>
                    <a:pt x="9425062" y="216344"/>
                    <a:pt x="9365834" y="196203"/>
                    <a:pt x="9323582" y="179140"/>
                  </a:cubicBezTo>
                  <a:cubicBezTo>
                    <a:pt x="9280239" y="161620"/>
                    <a:pt x="9239253" y="137345"/>
                    <a:pt x="9195857" y="111645"/>
                  </a:cubicBezTo>
                  <a:cubicBezTo>
                    <a:pt x="9131387" y="73474"/>
                    <a:pt x="9064737" y="34001"/>
                    <a:pt x="8985527" y="14739"/>
                  </a:cubicBezTo>
                  <a:cubicBezTo>
                    <a:pt x="8765029" y="-38877"/>
                    <a:pt x="8546115" y="136483"/>
                    <a:pt x="8386270" y="264507"/>
                  </a:cubicBezTo>
                  <a:cubicBezTo>
                    <a:pt x="8357281" y="287726"/>
                    <a:pt x="8329893" y="309662"/>
                    <a:pt x="8304281" y="328906"/>
                  </a:cubicBezTo>
                  <a:cubicBezTo>
                    <a:pt x="8130715" y="459357"/>
                    <a:pt x="7968583" y="605218"/>
                    <a:pt x="7811798" y="746277"/>
                  </a:cubicBezTo>
                  <a:cubicBezTo>
                    <a:pt x="7635418" y="904961"/>
                    <a:pt x="7453022" y="1069063"/>
                    <a:pt x="7256255" y="1208960"/>
                  </a:cubicBezTo>
                  <a:cubicBezTo>
                    <a:pt x="7234565" y="1224387"/>
                    <a:pt x="7212349" y="1240553"/>
                    <a:pt x="7188830" y="1257669"/>
                  </a:cubicBezTo>
                  <a:cubicBezTo>
                    <a:pt x="7037076" y="1368137"/>
                    <a:pt x="6848206" y="1505607"/>
                    <a:pt x="6643206" y="1547860"/>
                  </a:cubicBezTo>
                  <a:cubicBezTo>
                    <a:pt x="6602045" y="1556479"/>
                    <a:pt x="6561094" y="1560771"/>
                    <a:pt x="6520653" y="156077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任意多边形: 形状 1393"/>
            <p:cNvSpPr/>
            <p:nvPr>
              <p:custDataLst>
                <p:tags r:id="rId15"/>
              </p:custDataLst>
            </p:nvPr>
          </p:nvSpPr>
          <p:spPr>
            <a:xfrm>
              <a:off x="1346397" y="3060537"/>
              <a:ext cx="10844846" cy="1671410"/>
            </a:xfrm>
            <a:custGeom>
              <a:avLst/>
              <a:gdLst>
                <a:gd name="connsiteX0" fmla="*/ 6637630 w 10844846"/>
                <a:gd name="connsiteY0" fmla="*/ 1671410 h 1671410"/>
                <a:gd name="connsiteX1" fmla="*/ 6537698 w 10844846"/>
                <a:gd name="connsiteY1" fmla="*/ 1662105 h 1671410"/>
                <a:gd name="connsiteX2" fmla="*/ 6145166 w 10844846"/>
                <a:gd name="connsiteY2" fmla="*/ 1483966 h 1671410"/>
                <a:gd name="connsiteX3" fmla="*/ 5620247 w 10844846"/>
                <a:gd name="connsiteY3" fmla="*/ 1086560 h 1671410"/>
                <a:gd name="connsiteX4" fmla="*/ 5279430 w 10844846"/>
                <a:gd name="connsiteY4" fmla="*/ 793484 h 1671410"/>
                <a:gd name="connsiteX5" fmla="*/ 5102804 w 10844846"/>
                <a:gd name="connsiteY5" fmla="*/ 639919 h 1671410"/>
                <a:gd name="connsiteX6" fmla="*/ 5084492 w 10844846"/>
                <a:gd name="connsiteY6" fmla="*/ 624123 h 1671410"/>
                <a:gd name="connsiteX7" fmla="*/ 4594789 w 10844846"/>
                <a:gd name="connsiteY7" fmla="*/ 240543 h 1671410"/>
                <a:gd name="connsiteX8" fmla="*/ 4195255 w 10844846"/>
                <a:gd name="connsiteY8" fmla="*/ 80698 h 1671410"/>
                <a:gd name="connsiteX9" fmla="*/ 3407005 w 10844846"/>
                <a:gd name="connsiteY9" fmla="*/ 408533 h 1671410"/>
                <a:gd name="connsiteX10" fmla="*/ 2828453 w 10844846"/>
                <a:gd name="connsiteY10" fmla="*/ 834928 h 1671410"/>
                <a:gd name="connsiteX11" fmla="*/ 1714673 w 10844846"/>
                <a:gd name="connsiteY11" fmla="*/ 1202482 h 1671410"/>
                <a:gd name="connsiteX12" fmla="*/ 1005528 w 10844846"/>
                <a:gd name="connsiteY12" fmla="*/ 1390261 h 1671410"/>
                <a:gd name="connsiteX13" fmla="*/ 535896 w 10844846"/>
                <a:gd name="connsiteY13" fmla="*/ 1502647 h 1671410"/>
                <a:gd name="connsiteX14" fmla="*/ 162976 w 10844846"/>
                <a:gd name="connsiteY14" fmla="*/ 1535313 h 1671410"/>
                <a:gd name="connsiteX15" fmla="*/ 387 w 10844846"/>
                <a:gd name="connsiteY15" fmla="*/ 1545761 h 1671410"/>
                <a:gd name="connsiteX16" fmla="*/ 0 w 10844846"/>
                <a:gd name="connsiteY16" fmla="*/ 1541188 h 1671410"/>
                <a:gd name="connsiteX17" fmla="*/ 162730 w 10844846"/>
                <a:gd name="connsiteY17" fmla="*/ 1530721 h 1671410"/>
                <a:gd name="connsiteX18" fmla="*/ 1004085 w 10844846"/>
                <a:gd name="connsiteY18" fmla="*/ 1385916 h 1671410"/>
                <a:gd name="connsiteX19" fmla="*/ 1713881 w 10844846"/>
                <a:gd name="connsiteY19" fmla="*/ 1197979 h 1671410"/>
                <a:gd name="connsiteX20" fmla="*/ 3403980 w 10844846"/>
                <a:gd name="connsiteY20" fmla="*/ 405120 h 1671410"/>
                <a:gd name="connsiteX21" fmla="*/ 3745535 w 10844846"/>
                <a:gd name="connsiteY21" fmla="*/ 147718 h 1671410"/>
                <a:gd name="connsiteX22" fmla="*/ 4195713 w 10844846"/>
                <a:gd name="connsiteY22" fmla="*/ 76142 h 1671410"/>
                <a:gd name="connsiteX23" fmla="*/ 4597287 w 10844846"/>
                <a:gd name="connsiteY23" fmla="*/ 236691 h 1671410"/>
                <a:gd name="connsiteX24" fmla="*/ 5087500 w 10844846"/>
                <a:gd name="connsiteY24" fmla="*/ 620657 h 1671410"/>
                <a:gd name="connsiteX25" fmla="*/ 5105811 w 10844846"/>
                <a:gd name="connsiteY25" fmla="*/ 636454 h 1671410"/>
                <a:gd name="connsiteX26" fmla="*/ 5282455 w 10844846"/>
                <a:gd name="connsiteY26" fmla="*/ 790037 h 1671410"/>
                <a:gd name="connsiteX27" fmla="*/ 5623185 w 10844846"/>
                <a:gd name="connsiteY27" fmla="*/ 1083060 h 1671410"/>
                <a:gd name="connsiteX28" fmla="*/ 6147594 w 10844846"/>
                <a:gd name="connsiteY28" fmla="*/ 1480096 h 1671410"/>
                <a:gd name="connsiteX29" fmla="*/ 6538543 w 10844846"/>
                <a:gd name="connsiteY29" fmla="*/ 1657602 h 1671410"/>
                <a:gd name="connsiteX30" fmla="*/ 6761028 w 10844846"/>
                <a:gd name="connsiteY30" fmla="*/ 1653134 h 1671410"/>
                <a:gd name="connsiteX31" fmla="*/ 7313881 w 10844846"/>
                <a:gd name="connsiteY31" fmla="*/ 1339125 h 1671410"/>
                <a:gd name="connsiteX32" fmla="*/ 7380004 w 10844846"/>
                <a:gd name="connsiteY32" fmla="*/ 1287849 h 1671410"/>
                <a:gd name="connsiteX33" fmla="*/ 7931362 w 10844846"/>
                <a:gd name="connsiteY33" fmla="*/ 796193 h 1671410"/>
                <a:gd name="connsiteX34" fmla="*/ 8428699 w 10844846"/>
                <a:gd name="connsiteY34" fmla="*/ 345911 h 1671410"/>
                <a:gd name="connsiteX35" fmla="*/ 8507609 w 10844846"/>
                <a:gd name="connsiteY35" fmla="*/ 279911 h 1671410"/>
                <a:gd name="connsiteX36" fmla="*/ 8792014 w 10844846"/>
                <a:gd name="connsiteY36" fmla="*/ 69810 h 1671410"/>
                <a:gd name="connsiteX37" fmla="*/ 9125442 w 10844846"/>
                <a:gd name="connsiteY37" fmla="*/ 12605 h 1671410"/>
                <a:gd name="connsiteX38" fmla="*/ 9340820 w 10844846"/>
                <a:gd name="connsiteY38" fmla="*/ 123619 h 1671410"/>
                <a:gd name="connsiteX39" fmla="*/ 9466417 w 10844846"/>
                <a:gd name="connsiteY39" fmla="*/ 198414 h 1671410"/>
                <a:gd name="connsiteX40" fmla="*/ 9660088 w 10844846"/>
                <a:gd name="connsiteY40" fmla="*/ 274563 h 1671410"/>
                <a:gd name="connsiteX41" fmla="*/ 10365118 w 10844846"/>
                <a:gd name="connsiteY41" fmla="*/ 598722 h 1671410"/>
                <a:gd name="connsiteX42" fmla="*/ 10676206 w 10844846"/>
                <a:gd name="connsiteY42" fmla="*/ 862457 h 1671410"/>
                <a:gd name="connsiteX43" fmla="*/ 10844846 w 10844846"/>
                <a:gd name="connsiteY43" fmla="*/ 1214074 h 1671410"/>
                <a:gd name="connsiteX44" fmla="*/ 10840326 w 10844846"/>
                <a:gd name="connsiteY44" fmla="*/ 1214848 h 1671410"/>
                <a:gd name="connsiteX45" fmla="*/ 10362672 w 10844846"/>
                <a:gd name="connsiteY45" fmla="*/ 602592 h 1671410"/>
                <a:gd name="connsiteX46" fmla="*/ 9658505 w 10844846"/>
                <a:gd name="connsiteY46" fmla="*/ 278873 h 1671410"/>
                <a:gd name="connsiteX47" fmla="*/ 9464499 w 10844846"/>
                <a:gd name="connsiteY47" fmla="*/ 202601 h 1671410"/>
                <a:gd name="connsiteX48" fmla="*/ 9338287 w 10844846"/>
                <a:gd name="connsiteY48" fmla="*/ 127471 h 1671410"/>
                <a:gd name="connsiteX49" fmla="*/ 9124228 w 10844846"/>
                <a:gd name="connsiteY49" fmla="*/ 17056 h 1671410"/>
                <a:gd name="connsiteX50" fmla="*/ 8510582 w 10844846"/>
                <a:gd name="connsiteY50" fmla="*/ 283429 h 1671410"/>
                <a:gd name="connsiteX51" fmla="*/ 8431566 w 10844846"/>
                <a:gd name="connsiteY51" fmla="*/ 349534 h 1671410"/>
                <a:gd name="connsiteX52" fmla="*/ 7934546 w 10844846"/>
                <a:gd name="connsiteY52" fmla="*/ 799553 h 1671410"/>
                <a:gd name="connsiteX53" fmla="*/ 7382783 w 10844846"/>
                <a:gd name="connsiteY53" fmla="*/ 1291543 h 1671410"/>
                <a:gd name="connsiteX54" fmla="*/ 7316713 w 10844846"/>
                <a:gd name="connsiteY54" fmla="*/ 1342784 h 1671410"/>
                <a:gd name="connsiteX55" fmla="*/ 6762013 w 10844846"/>
                <a:gd name="connsiteY55" fmla="*/ 1657654 h 1671410"/>
                <a:gd name="connsiteX56" fmla="*/ 6637630 w 10844846"/>
                <a:gd name="connsiteY56" fmla="*/ 1671410 h 167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10844846" h="1671410">
                  <a:moveTo>
                    <a:pt x="6637630" y="1671410"/>
                  </a:moveTo>
                  <a:cubicBezTo>
                    <a:pt x="6603909" y="1671410"/>
                    <a:pt x="6570540" y="1668314"/>
                    <a:pt x="6537698" y="1662105"/>
                  </a:cubicBezTo>
                  <a:cubicBezTo>
                    <a:pt x="6382304" y="1632764"/>
                    <a:pt x="6250814" y="1550265"/>
                    <a:pt x="6145166" y="1483966"/>
                  </a:cubicBezTo>
                  <a:cubicBezTo>
                    <a:pt x="5948732" y="1360727"/>
                    <a:pt x="5774217" y="1215077"/>
                    <a:pt x="5620247" y="1086560"/>
                  </a:cubicBezTo>
                  <a:cubicBezTo>
                    <a:pt x="5504149" y="989672"/>
                    <a:pt x="5389916" y="889933"/>
                    <a:pt x="5279430" y="793484"/>
                  </a:cubicBezTo>
                  <a:cubicBezTo>
                    <a:pt x="5221645" y="743035"/>
                    <a:pt x="5161890" y="690861"/>
                    <a:pt x="5102804" y="639919"/>
                  </a:cubicBezTo>
                  <a:lnTo>
                    <a:pt x="5084492" y="624123"/>
                  </a:lnTo>
                  <a:cubicBezTo>
                    <a:pt x="4930662" y="491437"/>
                    <a:pt x="4771591" y="354231"/>
                    <a:pt x="4594789" y="240543"/>
                  </a:cubicBezTo>
                  <a:cubicBezTo>
                    <a:pt x="4443299" y="143127"/>
                    <a:pt x="4316331" y="92343"/>
                    <a:pt x="4195255" y="80698"/>
                  </a:cubicBezTo>
                  <a:cubicBezTo>
                    <a:pt x="3815686" y="44215"/>
                    <a:pt x="3644266" y="197024"/>
                    <a:pt x="3407005" y="408533"/>
                  </a:cubicBezTo>
                  <a:cubicBezTo>
                    <a:pt x="3257961" y="541412"/>
                    <a:pt x="3089021" y="692005"/>
                    <a:pt x="2828453" y="834928"/>
                  </a:cubicBezTo>
                  <a:cubicBezTo>
                    <a:pt x="2525596" y="1001053"/>
                    <a:pt x="2161279" y="1121266"/>
                    <a:pt x="1714673" y="1202482"/>
                  </a:cubicBezTo>
                  <a:cubicBezTo>
                    <a:pt x="1491343" y="1243098"/>
                    <a:pt x="1266009" y="1302748"/>
                    <a:pt x="1005528" y="1390261"/>
                  </a:cubicBezTo>
                  <a:cubicBezTo>
                    <a:pt x="848462" y="1443015"/>
                    <a:pt x="694844" y="1479779"/>
                    <a:pt x="535896" y="1502647"/>
                  </a:cubicBezTo>
                  <a:cubicBezTo>
                    <a:pt x="397300" y="1522577"/>
                    <a:pt x="272812" y="1529349"/>
                    <a:pt x="162976" y="1535313"/>
                  </a:cubicBezTo>
                  <a:cubicBezTo>
                    <a:pt x="106071" y="1538409"/>
                    <a:pt x="52314" y="1541328"/>
                    <a:pt x="387" y="1545761"/>
                  </a:cubicBezTo>
                  <a:lnTo>
                    <a:pt x="0" y="1541188"/>
                  </a:lnTo>
                  <a:cubicBezTo>
                    <a:pt x="51998" y="1536737"/>
                    <a:pt x="105790" y="1533817"/>
                    <a:pt x="162730" y="1530721"/>
                  </a:cubicBezTo>
                  <a:cubicBezTo>
                    <a:pt x="380747" y="1518883"/>
                    <a:pt x="652081" y="1504142"/>
                    <a:pt x="1004085" y="1385916"/>
                  </a:cubicBezTo>
                  <a:cubicBezTo>
                    <a:pt x="1264795" y="1298350"/>
                    <a:pt x="1490323" y="1238631"/>
                    <a:pt x="1713881" y="1197979"/>
                  </a:cubicBezTo>
                  <a:cubicBezTo>
                    <a:pt x="2719743" y="1015072"/>
                    <a:pt x="3115214" y="662540"/>
                    <a:pt x="3403980" y="405120"/>
                  </a:cubicBezTo>
                  <a:cubicBezTo>
                    <a:pt x="3522540" y="299437"/>
                    <a:pt x="3624934" y="208159"/>
                    <a:pt x="3745535" y="147718"/>
                  </a:cubicBezTo>
                  <a:cubicBezTo>
                    <a:pt x="3876743" y="81982"/>
                    <a:pt x="4019789" y="59238"/>
                    <a:pt x="4195713" y="76142"/>
                  </a:cubicBezTo>
                  <a:cubicBezTo>
                    <a:pt x="4317544" y="87857"/>
                    <a:pt x="4445146" y="138870"/>
                    <a:pt x="4597287" y="236691"/>
                  </a:cubicBezTo>
                  <a:cubicBezTo>
                    <a:pt x="4774371" y="350555"/>
                    <a:pt x="4933565" y="487866"/>
                    <a:pt x="5087500" y="620657"/>
                  </a:cubicBezTo>
                  <a:lnTo>
                    <a:pt x="5105811" y="636454"/>
                  </a:lnTo>
                  <a:cubicBezTo>
                    <a:pt x="5164916" y="687413"/>
                    <a:pt x="5224671" y="739587"/>
                    <a:pt x="5282455" y="790037"/>
                  </a:cubicBezTo>
                  <a:cubicBezTo>
                    <a:pt x="5392907" y="886468"/>
                    <a:pt x="5507139" y="986189"/>
                    <a:pt x="5623185" y="1083060"/>
                  </a:cubicBezTo>
                  <a:cubicBezTo>
                    <a:pt x="5777049" y="1211471"/>
                    <a:pt x="5951424" y="1357015"/>
                    <a:pt x="6147594" y="1480096"/>
                  </a:cubicBezTo>
                  <a:cubicBezTo>
                    <a:pt x="6252926" y="1546183"/>
                    <a:pt x="6384010" y="1628419"/>
                    <a:pt x="6538543" y="1657602"/>
                  </a:cubicBezTo>
                  <a:cubicBezTo>
                    <a:pt x="6610787" y="1671235"/>
                    <a:pt x="6685635" y="1669739"/>
                    <a:pt x="6761028" y="1653134"/>
                  </a:cubicBezTo>
                  <a:cubicBezTo>
                    <a:pt x="6970356" y="1607521"/>
                    <a:pt x="7160826" y="1458706"/>
                    <a:pt x="7313881" y="1339125"/>
                  </a:cubicBezTo>
                  <a:cubicBezTo>
                    <a:pt x="7336960" y="1321095"/>
                    <a:pt x="7358772" y="1304050"/>
                    <a:pt x="7380004" y="1287849"/>
                  </a:cubicBezTo>
                  <a:cubicBezTo>
                    <a:pt x="7576050" y="1138224"/>
                    <a:pt x="7756688" y="964359"/>
                    <a:pt x="7931362" y="796193"/>
                  </a:cubicBezTo>
                  <a:cubicBezTo>
                    <a:pt x="8089272" y="644193"/>
                    <a:pt x="8252547" y="487004"/>
                    <a:pt x="8428699" y="345911"/>
                  </a:cubicBezTo>
                  <a:cubicBezTo>
                    <a:pt x="8453220" y="326280"/>
                    <a:pt x="8479641" y="303746"/>
                    <a:pt x="8507609" y="279911"/>
                  </a:cubicBezTo>
                  <a:cubicBezTo>
                    <a:pt x="8591763" y="208194"/>
                    <a:pt x="8687139" y="126891"/>
                    <a:pt x="8792014" y="69810"/>
                  </a:cubicBezTo>
                  <a:cubicBezTo>
                    <a:pt x="8914303" y="3247"/>
                    <a:pt x="9023364" y="-15469"/>
                    <a:pt x="9125442" y="12605"/>
                  </a:cubicBezTo>
                  <a:cubicBezTo>
                    <a:pt x="9207783" y="35244"/>
                    <a:pt x="9275419" y="80170"/>
                    <a:pt x="9340820" y="123619"/>
                  </a:cubicBezTo>
                  <a:cubicBezTo>
                    <a:pt x="9383442" y="151922"/>
                    <a:pt x="9423690" y="178660"/>
                    <a:pt x="9466417" y="198414"/>
                  </a:cubicBezTo>
                  <a:cubicBezTo>
                    <a:pt x="9512962" y="219927"/>
                    <a:pt x="9581142" y="245240"/>
                    <a:pt x="9660088" y="274563"/>
                  </a:cubicBezTo>
                  <a:cubicBezTo>
                    <a:pt x="9858193" y="348127"/>
                    <a:pt x="10129492" y="448886"/>
                    <a:pt x="10365118" y="598722"/>
                  </a:cubicBezTo>
                  <a:cubicBezTo>
                    <a:pt x="10494039" y="680711"/>
                    <a:pt x="10598702" y="769438"/>
                    <a:pt x="10676206" y="862457"/>
                  </a:cubicBezTo>
                  <a:cubicBezTo>
                    <a:pt x="10766780" y="971166"/>
                    <a:pt x="10823527" y="1089463"/>
                    <a:pt x="10844846" y="1214074"/>
                  </a:cubicBezTo>
                  <a:lnTo>
                    <a:pt x="10840326" y="1214848"/>
                  </a:lnTo>
                  <a:cubicBezTo>
                    <a:pt x="10801029" y="985151"/>
                    <a:pt x="10640321" y="779166"/>
                    <a:pt x="10362672" y="602592"/>
                  </a:cubicBezTo>
                  <a:cubicBezTo>
                    <a:pt x="10127469" y="453002"/>
                    <a:pt x="9856417" y="352349"/>
                    <a:pt x="9658505" y="278873"/>
                  </a:cubicBezTo>
                  <a:cubicBezTo>
                    <a:pt x="9579472" y="249515"/>
                    <a:pt x="9511203" y="224167"/>
                    <a:pt x="9464499" y="202601"/>
                  </a:cubicBezTo>
                  <a:cubicBezTo>
                    <a:pt x="9421456" y="182706"/>
                    <a:pt x="9381050" y="155880"/>
                    <a:pt x="9338287" y="127471"/>
                  </a:cubicBezTo>
                  <a:cubicBezTo>
                    <a:pt x="9273185" y="84234"/>
                    <a:pt x="9205866" y="39501"/>
                    <a:pt x="9124228" y="17056"/>
                  </a:cubicBezTo>
                  <a:cubicBezTo>
                    <a:pt x="8896554" y="-45567"/>
                    <a:pt x="8673471" y="144587"/>
                    <a:pt x="8510582" y="283429"/>
                  </a:cubicBezTo>
                  <a:cubicBezTo>
                    <a:pt x="8482578" y="307299"/>
                    <a:pt x="8456122" y="329851"/>
                    <a:pt x="8431566" y="349534"/>
                  </a:cubicBezTo>
                  <a:cubicBezTo>
                    <a:pt x="8255590" y="490505"/>
                    <a:pt x="8092385" y="647606"/>
                    <a:pt x="7934546" y="799553"/>
                  </a:cubicBezTo>
                  <a:cubicBezTo>
                    <a:pt x="7759766" y="967789"/>
                    <a:pt x="7579058" y="1141759"/>
                    <a:pt x="7382783" y="1291543"/>
                  </a:cubicBezTo>
                  <a:cubicBezTo>
                    <a:pt x="7361586" y="1307726"/>
                    <a:pt x="7339774" y="1324754"/>
                    <a:pt x="7316713" y="1342784"/>
                  </a:cubicBezTo>
                  <a:cubicBezTo>
                    <a:pt x="7163288" y="1462646"/>
                    <a:pt x="6972361" y="1611831"/>
                    <a:pt x="6762013" y="1657654"/>
                  </a:cubicBezTo>
                  <a:cubicBezTo>
                    <a:pt x="6720288" y="1666820"/>
                    <a:pt x="6678704" y="1671410"/>
                    <a:pt x="6637630" y="1671410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任意多边形: 形状 1394"/>
            <p:cNvSpPr/>
            <p:nvPr>
              <p:custDataLst>
                <p:tags r:id="rId16"/>
              </p:custDataLst>
            </p:nvPr>
          </p:nvSpPr>
          <p:spPr>
            <a:xfrm>
              <a:off x="1267380" y="2998087"/>
              <a:ext cx="10923775" cy="1782023"/>
            </a:xfrm>
            <a:custGeom>
              <a:avLst/>
              <a:gdLst>
                <a:gd name="connsiteX0" fmla="*/ 6754607 w 10923775"/>
                <a:gd name="connsiteY0" fmla="*/ 1782023 h 1782023"/>
                <a:gd name="connsiteX1" fmla="*/ 6650665 w 10923775"/>
                <a:gd name="connsiteY1" fmla="*/ 1771645 h 1782023"/>
                <a:gd name="connsiteX2" fmla="*/ 6251993 w 10923775"/>
                <a:gd name="connsiteY2" fmla="*/ 1577164 h 1782023"/>
                <a:gd name="connsiteX3" fmla="*/ 5726757 w 10923775"/>
                <a:gd name="connsiteY3" fmla="*/ 1146495 h 1782023"/>
                <a:gd name="connsiteX4" fmla="*/ 5419345 w 10923775"/>
                <a:gd name="connsiteY4" fmla="*/ 861581 h 1782023"/>
                <a:gd name="connsiteX5" fmla="*/ 5210405 w 10923775"/>
                <a:gd name="connsiteY5" fmla="*/ 666590 h 1782023"/>
                <a:gd name="connsiteX6" fmla="*/ 5201908 w 10923775"/>
                <a:gd name="connsiteY6" fmla="*/ 658762 h 1782023"/>
                <a:gd name="connsiteX7" fmla="*/ 4698784 w 10923775"/>
                <a:gd name="connsiteY7" fmla="*/ 241462 h 1782023"/>
                <a:gd name="connsiteX8" fmla="*/ 4289576 w 10923775"/>
                <a:gd name="connsiteY8" fmla="*/ 75530 h 1782023"/>
                <a:gd name="connsiteX9" fmla="*/ 3544458 w 10923775"/>
                <a:gd name="connsiteY9" fmla="*/ 442293 h 1782023"/>
                <a:gd name="connsiteX10" fmla="*/ 2966239 w 10923775"/>
                <a:gd name="connsiteY10" fmla="*/ 930307 h 1782023"/>
                <a:gd name="connsiteX11" fmla="*/ 1791315 w 10923775"/>
                <a:gd name="connsiteY11" fmla="*/ 1339375 h 1782023"/>
                <a:gd name="connsiteX12" fmla="*/ 1058599 w 10923775"/>
                <a:gd name="connsiteY12" fmla="*/ 1520751 h 1782023"/>
                <a:gd name="connsiteX13" fmla="*/ 551657 w 10923775"/>
                <a:gd name="connsiteY13" fmla="*/ 1612239 h 1782023"/>
                <a:gd name="connsiteX14" fmla="*/ 148148 w 10923775"/>
                <a:gd name="connsiteY14" fmla="*/ 1607912 h 1782023"/>
                <a:gd name="connsiteX15" fmla="*/ 0 w 10923775"/>
                <a:gd name="connsiteY15" fmla="*/ 1601403 h 1782023"/>
                <a:gd name="connsiteX16" fmla="*/ 123 w 10923775"/>
                <a:gd name="connsiteY16" fmla="*/ 1596883 h 1782023"/>
                <a:gd name="connsiteX17" fmla="*/ 148394 w 10923775"/>
                <a:gd name="connsiteY17" fmla="*/ 1603391 h 1782023"/>
                <a:gd name="connsiteX18" fmla="*/ 1057297 w 10923775"/>
                <a:gd name="connsiteY18" fmla="*/ 1516424 h 1782023"/>
                <a:gd name="connsiteX19" fmla="*/ 1790523 w 10923775"/>
                <a:gd name="connsiteY19" fmla="*/ 1334925 h 1782023"/>
                <a:gd name="connsiteX20" fmla="*/ 3541186 w 10923775"/>
                <a:gd name="connsiteY20" fmla="*/ 439161 h 1782023"/>
                <a:gd name="connsiteX21" fmla="*/ 3858801 w 10923775"/>
                <a:gd name="connsiteY21" fmla="*/ 158592 h 1782023"/>
                <a:gd name="connsiteX22" fmla="*/ 4289927 w 10923775"/>
                <a:gd name="connsiteY22" fmla="*/ 71009 h 1782023"/>
                <a:gd name="connsiteX23" fmla="*/ 4701300 w 10923775"/>
                <a:gd name="connsiteY23" fmla="*/ 237697 h 1782023"/>
                <a:gd name="connsiteX24" fmla="*/ 5204969 w 10923775"/>
                <a:gd name="connsiteY24" fmla="*/ 655437 h 1782023"/>
                <a:gd name="connsiteX25" fmla="*/ 5213466 w 10923775"/>
                <a:gd name="connsiteY25" fmla="*/ 663265 h 1782023"/>
                <a:gd name="connsiteX26" fmla="*/ 5422441 w 10923775"/>
                <a:gd name="connsiteY26" fmla="*/ 858274 h 1782023"/>
                <a:gd name="connsiteX27" fmla="*/ 5729783 w 10923775"/>
                <a:gd name="connsiteY27" fmla="*/ 1143135 h 1782023"/>
                <a:gd name="connsiteX28" fmla="*/ 6254526 w 10923775"/>
                <a:gd name="connsiteY28" fmla="*/ 1573417 h 1782023"/>
                <a:gd name="connsiteX29" fmla="*/ 6651562 w 10923775"/>
                <a:gd name="connsiteY29" fmla="*/ 1767212 h 1782023"/>
                <a:gd name="connsiteX30" fmla="*/ 6879993 w 10923775"/>
                <a:gd name="connsiteY30" fmla="*/ 1762902 h 1782023"/>
                <a:gd name="connsiteX31" fmla="*/ 7442345 w 10923775"/>
                <a:gd name="connsiteY31" fmla="*/ 1423739 h 1782023"/>
                <a:gd name="connsiteX32" fmla="*/ 7506621 w 10923775"/>
                <a:gd name="connsiteY32" fmla="*/ 1370493 h 1782023"/>
                <a:gd name="connsiteX33" fmla="*/ 8054865 w 10923775"/>
                <a:gd name="connsiteY33" fmla="*/ 849408 h 1782023"/>
                <a:gd name="connsiteX34" fmla="*/ 8556071 w 10923775"/>
                <a:gd name="connsiteY34" fmla="*/ 366618 h 1782023"/>
                <a:gd name="connsiteX35" fmla="*/ 8631922 w 10923775"/>
                <a:gd name="connsiteY35" fmla="*/ 299334 h 1782023"/>
                <a:gd name="connsiteX36" fmla="*/ 9264407 w 10923775"/>
                <a:gd name="connsiteY36" fmla="*/ 14983 h 1782023"/>
                <a:gd name="connsiteX37" fmla="*/ 9483867 w 10923775"/>
                <a:gd name="connsiteY37" fmla="*/ 139929 h 1782023"/>
                <a:gd name="connsiteX38" fmla="*/ 9607651 w 10923775"/>
                <a:gd name="connsiteY38" fmla="*/ 221971 h 1782023"/>
                <a:gd name="connsiteX39" fmla="*/ 9819002 w 10923775"/>
                <a:gd name="connsiteY39" fmla="*/ 313073 h 1782023"/>
                <a:gd name="connsiteX40" fmla="*/ 10923775 w 10923775"/>
                <a:gd name="connsiteY40" fmla="*/ 1226408 h 1782023"/>
                <a:gd name="connsiteX41" fmla="*/ 10919325 w 10923775"/>
                <a:gd name="connsiteY41" fmla="*/ 1227200 h 1782023"/>
                <a:gd name="connsiteX42" fmla="*/ 9817313 w 10923775"/>
                <a:gd name="connsiteY42" fmla="*/ 317259 h 1782023"/>
                <a:gd name="connsiteX43" fmla="*/ 9605558 w 10923775"/>
                <a:gd name="connsiteY43" fmla="*/ 225964 h 1782023"/>
                <a:gd name="connsiteX44" fmla="*/ 9481175 w 10923775"/>
                <a:gd name="connsiteY44" fmla="*/ 143553 h 1782023"/>
                <a:gd name="connsiteX45" fmla="*/ 9263071 w 10923775"/>
                <a:gd name="connsiteY45" fmla="*/ 19293 h 1782023"/>
                <a:gd name="connsiteX46" fmla="*/ 8634930 w 10923775"/>
                <a:gd name="connsiteY46" fmla="*/ 302677 h 1782023"/>
                <a:gd name="connsiteX47" fmla="*/ 8558974 w 10923775"/>
                <a:gd name="connsiteY47" fmla="*/ 370048 h 1782023"/>
                <a:gd name="connsiteX48" fmla="*/ 8058084 w 10923775"/>
                <a:gd name="connsiteY48" fmla="*/ 852557 h 1782023"/>
                <a:gd name="connsiteX49" fmla="*/ 7509453 w 10923775"/>
                <a:gd name="connsiteY49" fmla="*/ 1373993 h 1782023"/>
                <a:gd name="connsiteX50" fmla="*/ 7445212 w 10923775"/>
                <a:gd name="connsiteY50" fmla="*/ 1427204 h 1782023"/>
                <a:gd name="connsiteX51" fmla="*/ 6880978 w 10923775"/>
                <a:gd name="connsiteY51" fmla="*/ 1767300 h 1782023"/>
                <a:gd name="connsiteX52" fmla="*/ 6754607 w 10923775"/>
                <a:gd name="connsiteY52" fmla="*/ 1782023 h 178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0923775" h="1782023">
                  <a:moveTo>
                    <a:pt x="6754607" y="1782023"/>
                  </a:moveTo>
                  <a:cubicBezTo>
                    <a:pt x="6719550" y="1782023"/>
                    <a:pt x="6684844" y="1778575"/>
                    <a:pt x="6650665" y="1771645"/>
                  </a:cubicBezTo>
                  <a:cubicBezTo>
                    <a:pt x="6490679" y="1739261"/>
                    <a:pt x="6358328" y="1649373"/>
                    <a:pt x="6251993" y="1577164"/>
                  </a:cubicBezTo>
                  <a:cubicBezTo>
                    <a:pt x="6056738" y="1444549"/>
                    <a:pt x="5888995" y="1293024"/>
                    <a:pt x="5726757" y="1146495"/>
                  </a:cubicBezTo>
                  <a:cubicBezTo>
                    <a:pt x="5622340" y="1052174"/>
                    <a:pt x="5519154" y="955286"/>
                    <a:pt x="5419345" y="861581"/>
                  </a:cubicBezTo>
                  <a:cubicBezTo>
                    <a:pt x="5351076" y="797481"/>
                    <a:pt x="5280485" y="731200"/>
                    <a:pt x="5210405" y="666590"/>
                  </a:cubicBezTo>
                  <a:lnTo>
                    <a:pt x="5201908" y="658762"/>
                  </a:lnTo>
                  <a:cubicBezTo>
                    <a:pt x="5044931" y="514027"/>
                    <a:pt x="4882605" y="364384"/>
                    <a:pt x="4698784" y="241462"/>
                  </a:cubicBezTo>
                  <a:cubicBezTo>
                    <a:pt x="4544199" y="138082"/>
                    <a:pt x="4414169" y="85363"/>
                    <a:pt x="4289576" y="75530"/>
                  </a:cubicBezTo>
                  <a:cubicBezTo>
                    <a:pt x="3922461" y="46558"/>
                    <a:pt x="3763917" y="212560"/>
                    <a:pt x="3544458" y="442293"/>
                  </a:cubicBezTo>
                  <a:cubicBezTo>
                    <a:pt x="3398720" y="594855"/>
                    <a:pt x="3233545" y="767770"/>
                    <a:pt x="2966239" y="930307"/>
                  </a:cubicBezTo>
                  <a:cubicBezTo>
                    <a:pt x="2655327" y="1119353"/>
                    <a:pt x="2271009" y="1253164"/>
                    <a:pt x="1791315" y="1339375"/>
                  </a:cubicBezTo>
                  <a:cubicBezTo>
                    <a:pt x="1567070" y="1379675"/>
                    <a:pt x="1334242" y="1437319"/>
                    <a:pt x="1058599" y="1520751"/>
                  </a:cubicBezTo>
                  <a:cubicBezTo>
                    <a:pt x="889307" y="1571992"/>
                    <a:pt x="723499" y="1601914"/>
                    <a:pt x="551657" y="1612239"/>
                  </a:cubicBezTo>
                  <a:cubicBezTo>
                    <a:pt x="401838" y="1621246"/>
                    <a:pt x="267060" y="1614157"/>
                    <a:pt x="148148" y="1607912"/>
                  </a:cubicBezTo>
                  <a:cubicBezTo>
                    <a:pt x="96449" y="1605203"/>
                    <a:pt x="47600" y="1602635"/>
                    <a:pt x="0" y="1601403"/>
                  </a:cubicBezTo>
                  <a:lnTo>
                    <a:pt x="123" y="1596883"/>
                  </a:lnTo>
                  <a:cubicBezTo>
                    <a:pt x="47793" y="1598097"/>
                    <a:pt x="96660" y="1600665"/>
                    <a:pt x="148394" y="1603391"/>
                  </a:cubicBezTo>
                  <a:cubicBezTo>
                    <a:pt x="384371" y="1615793"/>
                    <a:pt x="678027" y="1631220"/>
                    <a:pt x="1057297" y="1516424"/>
                  </a:cubicBezTo>
                  <a:cubicBezTo>
                    <a:pt x="1333116" y="1432939"/>
                    <a:pt x="1566103" y="1375277"/>
                    <a:pt x="1790523" y="1334925"/>
                  </a:cubicBezTo>
                  <a:cubicBezTo>
                    <a:pt x="2871074" y="1140690"/>
                    <a:pt x="3258383" y="735228"/>
                    <a:pt x="3541186" y="439161"/>
                  </a:cubicBezTo>
                  <a:cubicBezTo>
                    <a:pt x="3650582" y="324630"/>
                    <a:pt x="3745060" y="225736"/>
                    <a:pt x="3858801" y="158592"/>
                  </a:cubicBezTo>
                  <a:cubicBezTo>
                    <a:pt x="3982779" y="85416"/>
                    <a:pt x="4119774" y="57588"/>
                    <a:pt x="4289927" y="71009"/>
                  </a:cubicBezTo>
                  <a:cubicBezTo>
                    <a:pt x="4415330" y="80895"/>
                    <a:pt x="4546046" y="133860"/>
                    <a:pt x="4701300" y="237697"/>
                  </a:cubicBezTo>
                  <a:cubicBezTo>
                    <a:pt x="4885402" y="360813"/>
                    <a:pt x="5047868" y="510597"/>
                    <a:pt x="5204969" y="655437"/>
                  </a:cubicBezTo>
                  <a:lnTo>
                    <a:pt x="5213466" y="663265"/>
                  </a:lnTo>
                  <a:cubicBezTo>
                    <a:pt x="5283564" y="727875"/>
                    <a:pt x="5354155" y="794174"/>
                    <a:pt x="5422441" y="858274"/>
                  </a:cubicBezTo>
                  <a:cubicBezTo>
                    <a:pt x="5522215" y="951961"/>
                    <a:pt x="5625401" y="1048850"/>
                    <a:pt x="5729783" y="1143135"/>
                  </a:cubicBezTo>
                  <a:cubicBezTo>
                    <a:pt x="5891897" y="1289576"/>
                    <a:pt x="6059535" y="1440995"/>
                    <a:pt x="6254526" y="1573417"/>
                  </a:cubicBezTo>
                  <a:cubicBezTo>
                    <a:pt x="6360527" y="1645415"/>
                    <a:pt x="6492456" y="1735004"/>
                    <a:pt x="6651562" y="1767212"/>
                  </a:cubicBezTo>
                  <a:cubicBezTo>
                    <a:pt x="6725829" y="1782234"/>
                    <a:pt x="6802682" y="1780792"/>
                    <a:pt x="6879993" y="1762902"/>
                  </a:cubicBezTo>
                  <a:cubicBezTo>
                    <a:pt x="7094861" y="1713684"/>
                    <a:pt x="7287530" y="1552907"/>
                    <a:pt x="7442345" y="1423739"/>
                  </a:cubicBezTo>
                  <a:cubicBezTo>
                    <a:pt x="7464825" y="1404988"/>
                    <a:pt x="7486039" y="1387274"/>
                    <a:pt x="7506621" y="1370493"/>
                  </a:cubicBezTo>
                  <a:cubicBezTo>
                    <a:pt x="7702333" y="1210894"/>
                    <a:pt x="7881563" y="1027125"/>
                    <a:pt x="8054865" y="849408"/>
                  </a:cubicBezTo>
                  <a:cubicBezTo>
                    <a:pt x="8213619" y="686608"/>
                    <a:pt x="8377792" y="518266"/>
                    <a:pt x="8556071" y="366618"/>
                  </a:cubicBezTo>
                  <a:cubicBezTo>
                    <a:pt x="8579538" y="346653"/>
                    <a:pt x="8604991" y="323662"/>
                    <a:pt x="8631922" y="299334"/>
                  </a:cubicBezTo>
                  <a:cubicBezTo>
                    <a:pt x="8798662" y="148724"/>
                    <a:pt x="9027005" y="-57525"/>
                    <a:pt x="9264407" y="14983"/>
                  </a:cubicBezTo>
                  <a:cubicBezTo>
                    <a:pt x="9349352" y="40930"/>
                    <a:pt x="9417744" y="91256"/>
                    <a:pt x="9483867" y="139929"/>
                  </a:cubicBezTo>
                  <a:cubicBezTo>
                    <a:pt x="9525767" y="170765"/>
                    <a:pt x="9565363" y="199895"/>
                    <a:pt x="9607651" y="221971"/>
                  </a:cubicBezTo>
                  <a:cubicBezTo>
                    <a:pt x="9657221" y="247847"/>
                    <a:pt x="9732193" y="278067"/>
                    <a:pt x="9819002" y="313073"/>
                  </a:cubicBezTo>
                  <a:cubicBezTo>
                    <a:pt x="10199045" y="466321"/>
                    <a:pt x="10835136" y="722809"/>
                    <a:pt x="10923775" y="1226408"/>
                  </a:cubicBezTo>
                  <a:lnTo>
                    <a:pt x="10919325" y="1227200"/>
                  </a:lnTo>
                  <a:cubicBezTo>
                    <a:pt x="10831108" y="726063"/>
                    <a:pt x="10196494" y="470156"/>
                    <a:pt x="9817313" y="317259"/>
                  </a:cubicBezTo>
                  <a:cubicBezTo>
                    <a:pt x="9730398" y="282201"/>
                    <a:pt x="9655322" y="251946"/>
                    <a:pt x="9605558" y="225964"/>
                  </a:cubicBezTo>
                  <a:cubicBezTo>
                    <a:pt x="9562954" y="203730"/>
                    <a:pt x="9523235" y="174494"/>
                    <a:pt x="9481175" y="143553"/>
                  </a:cubicBezTo>
                  <a:cubicBezTo>
                    <a:pt x="9415352" y="95108"/>
                    <a:pt x="9347276" y="45010"/>
                    <a:pt x="9263071" y="19293"/>
                  </a:cubicBezTo>
                  <a:cubicBezTo>
                    <a:pt x="9028113" y="-52476"/>
                    <a:pt x="8800861" y="152805"/>
                    <a:pt x="8634930" y="302677"/>
                  </a:cubicBezTo>
                  <a:cubicBezTo>
                    <a:pt x="8607963" y="327039"/>
                    <a:pt x="8582492" y="350048"/>
                    <a:pt x="8558974" y="370048"/>
                  </a:cubicBezTo>
                  <a:cubicBezTo>
                    <a:pt x="8380852" y="521573"/>
                    <a:pt x="8216768" y="689844"/>
                    <a:pt x="8058084" y="852557"/>
                  </a:cubicBezTo>
                  <a:cubicBezTo>
                    <a:pt x="7884676" y="1030362"/>
                    <a:pt x="7705376" y="1214236"/>
                    <a:pt x="7509453" y="1373993"/>
                  </a:cubicBezTo>
                  <a:cubicBezTo>
                    <a:pt x="7488889" y="1390757"/>
                    <a:pt x="7467675" y="1408471"/>
                    <a:pt x="7445212" y="1427204"/>
                  </a:cubicBezTo>
                  <a:cubicBezTo>
                    <a:pt x="7290028" y="1556688"/>
                    <a:pt x="7096884" y="1717836"/>
                    <a:pt x="6880978" y="1767300"/>
                  </a:cubicBezTo>
                  <a:cubicBezTo>
                    <a:pt x="6838637" y="1777116"/>
                    <a:pt x="6796385" y="1782023"/>
                    <a:pt x="6754607" y="1782023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任意多边形: 形状 1395"/>
            <p:cNvSpPr/>
            <p:nvPr>
              <p:custDataLst>
                <p:tags r:id="rId17"/>
              </p:custDataLst>
            </p:nvPr>
          </p:nvSpPr>
          <p:spPr>
            <a:xfrm>
              <a:off x="1188029" y="2935363"/>
              <a:ext cx="11003126" cy="1892928"/>
            </a:xfrm>
            <a:custGeom>
              <a:avLst/>
              <a:gdLst>
                <a:gd name="connsiteX0" fmla="*/ 6871796 w 11003126"/>
                <a:gd name="connsiteY0" fmla="*/ 1892928 h 1892928"/>
                <a:gd name="connsiteX1" fmla="*/ 6763948 w 11003126"/>
                <a:gd name="connsiteY1" fmla="*/ 1881477 h 1892928"/>
                <a:gd name="connsiteX2" fmla="*/ 6359155 w 11003126"/>
                <a:gd name="connsiteY2" fmla="*/ 1670637 h 1892928"/>
                <a:gd name="connsiteX3" fmla="*/ 5835625 w 11003126"/>
                <a:gd name="connsiteY3" fmla="*/ 1208656 h 1892928"/>
                <a:gd name="connsiteX4" fmla="*/ 5833602 w 11003126"/>
                <a:gd name="connsiteY4" fmla="*/ 1206686 h 1892928"/>
                <a:gd name="connsiteX5" fmla="*/ 5553983 w 11003126"/>
                <a:gd name="connsiteY5" fmla="*/ 928597 h 1892928"/>
                <a:gd name="connsiteX6" fmla="*/ 5318358 w 11003126"/>
                <a:gd name="connsiteY6" fmla="*/ 693518 h 1892928"/>
                <a:gd name="connsiteX7" fmla="*/ 5318006 w 11003126"/>
                <a:gd name="connsiteY7" fmla="*/ 693166 h 1892928"/>
                <a:gd name="connsiteX8" fmla="*/ 4803131 w 11003126"/>
                <a:gd name="connsiteY8" fmla="*/ 242619 h 1892928"/>
                <a:gd name="connsiteX9" fmla="*/ 4384230 w 11003126"/>
                <a:gd name="connsiteY9" fmla="*/ 70584 h 1892928"/>
                <a:gd name="connsiteX10" fmla="*/ 3677055 w 11003126"/>
                <a:gd name="connsiteY10" fmla="*/ 475113 h 1892928"/>
                <a:gd name="connsiteX11" fmla="*/ 3101440 w 11003126"/>
                <a:gd name="connsiteY11" fmla="*/ 1025697 h 1892928"/>
                <a:gd name="connsiteX12" fmla="*/ 1868308 w 11003126"/>
                <a:gd name="connsiteY12" fmla="*/ 1476508 h 1892928"/>
                <a:gd name="connsiteX13" fmla="*/ 1112021 w 11003126"/>
                <a:gd name="connsiteY13" fmla="*/ 1651481 h 1892928"/>
                <a:gd name="connsiteX14" fmla="*/ 571534 w 11003126"/>
                <a:gd name="connsiteY14" fmla="*/ 1719943 h 1892928"/>
                <a:gd name="connsiteX15" fmla="*/ 139581 w 11003126"/>
                <a:gd name="connsiteY15" fmla="*/ 1676952 h 1892928"/>
                <a:gd name="connsiteX16" fmla="*/ 0 w 11003126"/>
                <a:gd name="connsiteY16" fmla="*/ 1657268 h 1892928"/>
                <a:gd name="connsiteX17" fmla="*/ 545 w 11003126"/>
                <a:gd name="connsiteY17" fmla="*/ 1652835 h 1892928"/>
                <a:gd name="connsiteX18" fmla="*/ 140232 w 11003126"/>
                <a:gd name="connsiteY18" fmla="*/ 1672519 h 1892928"/>
                <a:gd name="connsiteX19" fmla="*/ 1110842 w 11003126"/>
                <a:gd name="connsiteY19" fmla="*/ 1647153 h 1892928"/>
                <a:gd name="connsiteX20" fmla="*/ 1867517 w 11003126"/>
                <a:gd name="connsiteY20" fmla="*/ 1472092 h 1892928"/>
                <a:gd name="connsiteX21" fmla="*/ 3673590 w 11003126"/>
                <a:gd name="connsiteY21" fmla="*/ 472264 h 1892928"/>
                <a:gd name="connsiteX22" fmla="*/ 3969938 w 11003126"/>
                <a:gd name="connsiteY22" fmla="*/ 168880 h 1892928"/>
                <a:gd name="connsiteX23" fmla="*/ 4384476 w 11003126"/>
                <a:gd name="connsiteY23" fmla="*/ 66116 h 1892928"/>
                <a:gd name="connsiteX24" fmla="*/ 4805647 w 11003126"/>
                <a:gd name="connsiteY24" fmla="*/ 238925 h 1892928"/>
                <a:gd name="connsiteX25" fmla="*/ 5321102 w 11003126"/>
                <a:gd name="connsiteY25" fmla="*/ 689964 h 1892928"/>
                <a:gd name="connsiteX26" fmla="*/ 5321454 w 11003126"/>
                <a:gd name="connsiteY26" fmla="*/ 690299 h 1892928"/>
                <a:gd name="connsiteX27" fmla="*/ 5557114 w 11003126"/>
                <a:gd name="connsiteY27" fmla="*/ 925413 h 1892928"/>
                <a:gd name="connsiteX28" fmla="*/ 5836681 w 11003126"/>
                <a:gd name="connsiteY28" fmla="*/ 1203450 h 1892928"/>
                <a:gd name="connsiteX29" fmla="*/ 5838704 w 11003126"/>
                <a:gd name="connsiteY29" fmla="*/ 1205420 h 1892928"/>
                <a:gd name="connsiteX30" fmla="*/ 6361758 w 11003126"/>
                <a:gd name="connsiteY30" fmla="*/ 1666995 h 1892928"/>
                <a:gd name="connsiteX31" fmla="*/ 6764863 w 11003126"/>
                <a:gd name="connsiteY31" fmla="*/ 1877079 h 1892928"/>
                <a:gd name="connsiteX32" fmla="*/ 6999257 w 11003126"/>
                <a:gd name="connsiteY32" fmla="*/ 1872910 h 1892928"/>
                <a:gd name="connsiteX33" fmla="*/ 7571495 w 11003126"/>
                <a:gd name="connsiteY33" fmla="*/ 1508047 h 1892928"/>
                <a:gd name="connsiteX34" fmla="*/ 7633572 w 11003126"/>
                <a:gd name="connsiteY34" fmla="*/ 1453358 h 1892928"/>
                <a:gd name="connsiteX35" fmla="*/ 8179248 w 11003126"/>
                <a:gd name="connsiteY35" fmla="*/ 902704 h 1892928"/>
                <a:gd name="connsiteX36" fmla="*/ 8683779 w 11003126"/>
                <a:gd name="connsiteY36" fmla="*/ 387513 h 1892928"/>
                <a:gd name="connsiteX37" fmla="*/ 8756498 w 11003126"/>
                <a:gd name="connsiteY37" fmla="*/ 319349 h 1892928"/>
                <a:gd name="connsiteX38" fmla="*/ 9050489 w 11003126"/>
                <a:gd name="connsiteY38" fmla="*/ 78271 h 1892928"/>
                <a:gd name="connsiteX39" fmla="*/ 9403707 w 11003126"/>
                <a:gd name="connsiteY39" fmla="*/ 17548 h 1892928"/>
                <a:gd name="connsiteX40" fmla="*/ 9627617 w 11003126"/>
                <a:gd name="connsiteY40" fmla="*/ 156848 h 1892928"/>
                <a:gd name="connsiteX41" fmla="*/ 9749255 w 11003126"/>
                <a:gd name="connsiteY41" fmla="*/ 245733 h 1892928"/>
                <a:gd name="connsiteX42" fmla="*/ 9973323 w 11003126"/>
                <a:gd name="connsiteY42" fmla="*/ 351135 h 1892928"/>
                <a:gd name="connsiteX43" fmla="*/ 10591191 w 11003126"/>
                <a:gd name="connsiteY43" fmla="*/ 675522 h 1892928"/>
                <a:gd name="connsiteX44" fmla="*/ 10856474 w 11003126"/>
                <a:gd name="connsiteY44" fmla="*/ 921368 h 1892928"/>
                <a:gd name="connsiteX45" fmla="*/ 11003126 w 11003126"/>
                <a:gd name="connsiteY45" fmla="*/ 1238947 h 1892928"/>
                <a:gd name="connsiteX46" fmla="*/ 10998746 w 11003126"/>
                <a:gd name="connsiteY46" fmla="*/ 1239739 h 1892928"/>
                <a:gd name="connsiteX47" fmla="*/ 10588622 w 11003126"/>
                <a:gd name="connsiteY47" fmla="*/ 679146 h 1892928"/>
                <a:gd name="connsiteX48" fmla="*/ 9971564 w 11003126"/>
                <a:gd name="connsiteY48" fmla="*/ 355199 h 1892928"/>
                <a:gd name="connsiteX49" fmla="*/ 9747021 w 11003126"/>
                <a:gd name="connsiteY49" fmla="*/ 249568 h 1892928"/>
                <a:gd name="connsiteX50" fmla="*/ 9624820 w 11003126"/>
                <a:gd name="connsiteY50" fmla="*/ 160296 h 1892928"/>
                <a:gd name="connsiteX51" fmla="*/ 9402300 w 11003126"/>
                <a:gd name="connsiteY51" fmla="*/ 21752 h 1892928"/>
                <a:gd name="connsiteX52" fmla="*/ 9052776 w 11003126"/>
                <a:gd name="connsiteY52" fmla="*/ 82070 h 1892928"/>
                <a:gd name="connsiteX53" fmla="*/ 8759576 w 11003126"/>
                <a:gd name="connsiteY53" fmla="*/ 322551 h 1892928"/>
                <a:gd name="connsiteX54" fmla="*/ 8686752 w 11003126"/>
                <a:gd name="connsiteY54" fmla="*/ 390802 h 1892928"/>
                <a:gd name="connsiteX55" fmla="*/ 8182519 w 11003126"/>
                <a:gd name="connsiteY55" fmla="*/ 905695 h 1892928"/>
                <a:gd name="connsiteX56" fmla="*/ 7636491 w 11003126"/>
                <a:gd name="connsiteY56" fmla="*/ 1456701 h 1892928"/>
                <a:gd name="connsiteX57" fmla="*/ 7574449 w 11003126"/>
                <a:gd name="connsiteY57" fmla="*/ 1511354 h 1892928"/>
                <a:gd name="connsiteX58" fmla="*/ 7000312 w 11003126"/>
                <a:gd name="connsiteY58" fmla="*/ 1877220 h 1892928"/>
                <a:gd name="connsiteX59" fmla="*/ 6871796 w 11003126"/>
                <a:gd name="connsiteY59" fmla="*/ 1892928 h 1892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11003126" h="1892928">
                  <a:moveTo>
                    <a:pt x="6871796" y="1892928"/>
                  </a:moveTo>
                  <a:cubicBezTo>
                    <a:pt x="6835436" y="1892928"/>
                    <a:pt x="6799428" y="1889111"/>
                    <a:pt x="6763948" y="1881477"/>
                  </a:cubicBezTo>
                  <a:cubicBezTo>
                    <a:pt x="6599301" y="1846032"/>
                    <a:pt x="6460493" y="1744658"/>
                    <a:pt x="6359155" y="1670637"/>
                  </a:cubicBezTo>
                  <a:cubicBezTo>
                    <a:pt x="6164621" y="1528558"/>
                    <a:pt x="5997370" y="1365933"/>
                    <a:pt x="5835625" y="1208656"/>
                  </a:cubicBezTo>
                  <a:lnTo>
                    <a:pt x="5833602" y="1206686"/>
                  </a:lnTo>
                  <a:cubicBezTo>
                    <a:pt x="5738842" y="1114547"/>
                    <a:pt x="5644856" y="1020015"/>
                    <a:pt x="5553983" y="928597"/>
                  </a:cubicBezTo>
                  <a:cubicBezTo>
                    <a:pt x="5477113" y="851270"/>
                    <a:pt x="5397621" y="771320"/>
                    <a:pt x="5318358" y="693518"/>
                  </a:cubicBezTo>
                  <a:lnTo>
                    <a:pt x="5318006" y="693166"/>
                  </a:lnTo>
                  <a:cubicBezTo>
                    <a:pt x="5158442" y="536557"/>
                    <a:pt x="4993443" y="374619"/>
                    <a:pt x="4803131" y="242619"/>
                  </a:cubicBezTo>
                  <a:cubicBezTo>
                    <a:pt x="4645414" y="133224"/>
                    <a:pt x="4512289" y="78552"/>
                    <a:pt x="4384230" y="70584"/>
                  </a:cubicBezTo>
                  <a:cubicBezTo>
                    <a:pt x="4027599" y="48402"/>
                    <a:pt x="3880560" y="227386"/>
                    <a:pt x="3677055" y="475113"/>
                  </a:cubicBezTo>
                  <a:cubicBezTo>
                    <a:pt x="3535293" y="647676"/>
                    <a:pt x="3374621" y="843248"/>
                    <a:pt x="3101440" y="1025697"/>
                  </a:cubicBezTo>
                  <a:cubicBezTo>
                    <a:pt x="2783456" y="1238050"/>
                    <a:pt x="2380105" y="1385529"/>
                    <a:pt x="1868308" y="1476508"/>
                  </a:cubicBezTo>
                  <a:cubicBezTo>
                    <a:pt x="1645120" y="1516192"/>
                    <a:pt x="1404798" y="1571795"/>
                    <a:pt x="1112021" y="1651481"/>
                  </a:cubicBezTo>
                  <a:cubicBezTo>
                    <a:pt x="931982" y="1700488"/>
                    <a:pt x="755197" y="1722898"/>
                    <a:pt x="571534" y="1719943"/>
                  </a:cubicBezTo>
                  <a:cubicBezTo>
                    <a:pt x="411390" y="1717392"/>
                    <a:pt x="266989" y="1695914"/>
                    <a:pt x="139581" y="1676952"/>
                  </a:cubicBezTo>
                  <a:cubicBezTo>
                    <a:pt x="90961" y="1669722"/>
                    <a:pt x="45032" y="1662897"/>
                    <a:pt x="0" y="1657268"/>
                  </a:cubicBezTo>
                  <a:lnTo>
                    <a:pt x="545" y="1652835"/>
                  </a:lnTo>
                  <a:cubicBezTo>
                    <a:pt x="45630" y="1658464"/>
                    <a:pt x="91576" y="1665289"/>
                    <a:pt x="140232" y="1672519"/>
                  </a:cubicBezTo>
                  <a:cubicBezTo>
                    <a:pt x="393008" y="1710110"/>
                    <a:pt x="707597" y="1756900"/>
                    <a:pt x="1110842" y="1647153"/>
                  </a:cubicBezTo>
                  <a:cubicBezTo>
                    <a:pt x="1403760" y="1567433"/>
                    <a:pt x="1644187" y="1511794"/>
                    <a:pt x="1867517" y="1472092"/>
                  </a:cubicBezTo>
                  <a:cubicBezTo>
                    <a:pt x="3020629" y="1267092"/>
                    <a:pt x="3398017" y="807698"/>
                    <a:pt x="3673590" y="472264"/>
                  </a:cubicBezTo>
                  <a:cubicBezTo>
                    <a:pt x="3774859" y="348989"/>
                    <a:pt x="3862319" y="242531"/>
                    <a:pt x="3969938" y="168880"/>
                  </a:cubicBezTo>
                  <a:cubicBezTo>
                    <a:pt x="4087407" y="88491"/>
                    <a:pt x="4219143" y="55825"/>
                    <a:pt x="4384476" y="66116"/>
                  </a:cubicBezTo>
                  <a:cubicBezTo>
                    <a:pt x="4513397" y="74137"/>
                    <a:pt x="4647226" y="129055"/>
                    <a:pt x="4805647" y="238925"/>
                  </a:cubicBezTo>
                  <a:cubicBezTo>
                    <a:pt x="4996275" y="371136"/>
                    <a:pt x="5161398" y="533215"/>
                    <a:pt x="5321102" y="689964"/>
                  </a:cubicBezTo>
                  <a:lnTo>
                    <a:pt x="5321454" y="690299"/>
                  </a:lnTo>
                  <a:cubicBezTo>
                    <a:pt x="5400734" y="768119"/>
                    <a:pt x="5480244" y="848086"/>
                    <a:pt x="5557114" y="925413"/>
                  </a:cubicBezTo>
                  <a:cubicBezTo>
                    <a:pt x="5647987" y="1016814"/>
                    <a:pt x="5741956" y="1111328"/>
                    <a:pt x="5836681" y="1203450"/>
                  </a:cubicBezTo>
                  <a:lnTo>
                    <a:pt x="5838704" y="1205420"/>
                  </a:lnTo>
                  <a:cubicBezTo>
                    <a:pt x="6000343" y="1362591"/>
                    <a:pt x="6167470" y="1525093"/>
                    <a:pt x="6361758" y="1666995"/>
                  </a:cubicBezTo>
                  <a:cubicBezTo>
                    <a:pt x="6462781" y="1740770"/>
                    <a:pt x="6601147" y="1841828"/>
                    <a:pt x="6764863" y="1877079"/>
                  </a:cubicBezTo>
                  <a:cubicBezTo>
                    <a:pt x="6841135" y="1893509"/>
                    <a:pt x="6919994" y="1892102"/>
                    <a:pt x="6999257" y="1872910"/>
                  </a:cubicBezTo>
                  <a:cubicBezTo>
                    <a:pt x="7219894" y="1819998"/>
                    <a:pt x="7414833" y="1647030"/>
                    <a:pt x="7571495" y="1508047"/>
                  </a:cubicBezTo>
                  <a:cubicBezTo>
                    <a:pt x="7593218" y="1488768"/>
                    <a:pt x="7613729" y="1470579"/>
                    <a:pt x="7633572" y="1453358"/>
                  </a:cubicBezTo>
                  <a:cubicBezTo>
                    <a:pt x="7829072" y="1283698"/>
                    <a:pt x="8007089" y="1090008"/>
                    <a:pt x="8179248" y="902704"/>
                  </a:cubicBezTo>
                  <a:cubicBezTo>
                    <a:pt x="8338723" y="729191"/>
                    <a:pt x="8503617" y="549785"/>
                    <a:pt x="8683779" y="387513"/>
                  </a:cubicBezTo>
                  <a:cubicBezTo>
                    <a:pt x="8706207" y="367318"/>
                    <a:pt x="8730640" y="344011"/>
                    <a:pt x="8756498" y="319349"/>
                  </a:cubicBezTo>
                  <a:cubicBezTo>
                    <a:pt x="8838399" y="241247"/>
                    <a:pt x="8940319" y="144042"/>
                    <a:pt x="9050489" y="78271"/>
                  </a:cubicBezTo>
                  <a:cubicBezTo>
                    <a:pt x="9179691" y="1136"/>
                    <a:pt x="9295243" y="-18741"/>
                    <a:pt x="9403707" y="17548"/>
                  </a:cubicBezTo>
                  <a:cubicBezTo>
                    <a:pt x="9491448" y="46889"/>
                    <a:pt x="9560667" y="102792"/>
                    <a:pt x="9627617" y="156848"/>
                  </a:cubicBezTo>
                  <a:cubicBezTo>
                    <a:pt x="9668708" y="190041"/>
                    <a:pt x="9707531" y="221387"/>
                    <a:pt x="9749255" y="245733"/>
                  </a:cubicBezTo>
                  <a:cubicBezTo>
                    <a:pt x="9800848" y="275848"/>
                    <a:pt x="9880780" y="310747"/>
                    <a:pt x="9973323" y="351135"/>
                  </a:cubicBezTo>
                  <a:cubicBezTo>
                    <a:pt x="10158886" y="432122"/>
                    <a:pt x="10389814" y="532916"/>
                    <a:pt x="10591191" y="675522"/>
                  </a:cubicBezTo>
                  <a:cubicBezTo>
                    <a:pt x="10700851" y="753167"/>
                    <a:pt x="10790105" y="835895"/>
                    <a:pt x="10856474" y="921368"/>
                  </a:cubicBezTo>
                  <a:cubicBezTo>
                    <a:pt x="10933573" y="1020649"/>
                    <a:pt x="10982914" y="1127511"/>
                    <a:pt x="11003126" y="1238947"/>
                  </a:cubicBezTo>
                  <a:lnTo>
                    <a:pt x="10998746" y="1239739"/>
                  </a:lnTo>
                  <a:cubicBezTo>
                    <a:pt x="10960926" y="1031168"/>
                    <a:pt x="10826781" y="847786"/>
                    <a:pt x="10588622" y="679146"/>
                  </a:cubicBezTo>
                  <a:cubicBezTo>
                    <a:pt x="10387615" y="536803"/>
                    <a:pt x="10156934" y="436115"/>
                    <a:pt x="9971564" y="355199"/>
                  </a:cubicBezTo>
                  <a:cubicBezTo>
                    <a:pt x="9878880" y="314741"/>
                    <a:pt x="9798843" y="279806"/>
                    <a:pt x="9747021" y="249568"/>
                  </a:cubicBezTo>
                  <a:cubicBezTo>
                    <a:pt x="9704997" y="225046"/>
                    <a:pt x="9666052" y="193595"/>
                    <a:pt x="9624820" y="160296"/>
                  </a:cubicBezTo>
                  <a:cubicBezTo>
                    <a:pt x="9558186" y="106486"/>
                    <a:pt x="9489284" y="50847"/>
                    <a:pt x="9402300" y="21752"/>
                  </a:cubicBezTo>
                  <a:cubicBezTo>
                    <a:pt x="9295138" y="-14097"/>
                    <a:pt x="9180799" y="5639"/>
                    <a:pt x="9052776" y="82070"/>
                  </a:cubicBezTo>
                  <a:cubicBezTo>
                    <a:pt x="8943028" y="147595"/>
                    <a:pt x="8841302" y="244607"/>
                    <a:pt x="8759576" y="322551"/>
                  </a:cubicBezTo>
                  <a:cubicBezTo>
                    <a:pt x="8733683" y="347248"/>
                    <a:pt x="8709233" y="370573"/>
                    <a:pt x="8686752" y="390802"/>
                  </a:cubicBezTo>
                  <a:cubicBezTo>
                    <a:pt x="8506747" y="552916"/>
                    <a:pt x="8341907" y="732252"/>
                    <a:pt x="8182519" y="905695"/>
                  </a:cubicBezTo>
                  <a:cubicBezTo>
                    <a:pt x="8010273" y="1093104"/>
                    <a:pt x="7832169" y="1286881"/>
                    <a:pt x="7636491" y="1456701"/>
                  </a:cubicBezTo>
                  <a:cubicBezTo>
                    <a:pt x="7616667" y="1473904"/>
                    <a:pt x="7596157" y="1492093"/>
                    <a:pt x="7574449" y="1511354"/>
                  </a:cubicBezTo>
                  <a:cubicBezTo>
                    <a:pt x="7417437" y="1650671"/>
                    <a:pt x="7222023" y="1824044"/>
                    <a:pt x="7000312" y="1877220"/>
                  </a:cubicBezTo>
                  <a:cubicBezTo>
                    <a:pt x="6957268" y="1887704"/>
                    <a:pt x="6914294" y="1892928"/>
                    <a:pt x="6871796" y="1892928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任意多边形: 形状 1396"/>
            <p:cNvSpPr/>
            <p:nvPr>
              <p:custDataLst>
                <p:tags r:id="rId18"/>
              </p:custDataLst>
            </p:nvPr>
          </p:nvSpPr>
          <p:spPr>
            <a:xfrm>
              <a:off x="1108713" y="2872705"/>
              <a:ext cx="11082389" cy="2003749"/>
            </a:xfrm>
            <a:custGeom>
              <a:avLst/>
              <a:gdLst>
                <a:gd name="connsiteX0" fmla="*/ 6988861 w 11082389"/>
                <a:gd name="connsiteY0" fmla="*/ 2003749 h 2003749"/>
                <a:gd name="connsiteX1" fmla="*/ 6877213 w 11082389"/>
                <a:gd name="connsiteY1" fmla="*/ 1991207 h 2003749"/>
                <a:gd name="connsiteX2" fmla="*/ 6466281 w 11082389"/>
                <a:gd name="connsiteY2" fmla="*/ 1764008 h 2003749"/>
                <a:gd name="connsiteX3" fmla="*/ 5945250 w 11082389"/>
                <a:gd name="connsiteY3" fmla="*/ 1271842 h 2003749"/>
                <a:gd name="connsiteX4" fmla="*/ 5940412 w 11082389"/>
                <a:gd name="connsiteY4" fmla="*/ 1266794 h 2003749"/>
                <a:gd name="connsiteX5" fmla="*/ 5684153 w 11082389"/>
                <a:gd name="connsiteY5" fmla="*/ 994439 h 2003749"/>
                <a:gd name="connsiteX6" fmla="*/ 5426241 w 11082389"/>
                <a:gd name="connsiteY6" fmla="*/ 720379 h 2003749"/>
                <a:gd name="connsiteX7" fmla="*/ 4907408 w 11082389"/>
                <a:gd name="connsiteY7" fmla="*/ 243728 h 2003749"/>
                <a:gd name="connsiteX8" fmla="*/ 4478814 w 11082389"/>
                <a:gd name="connsiteY8" fmla="*/ 65606 h 2003749"/>
                <a:gd name="connsiteX9" fmla="*/ 3805660 w 11082389"/>
                <a:gd name="connsiteY9" fmla="*/ 506794 h 2003749"/>
                <a:gd name="connsiteX10" fmla="*/ 1945249 w 11082389"/>
                <a:gd name="connsiteY10" fmla="*/ 1613591 h 2003749"/>
                <a:gd name="connsiteX11" fmla="*/ 1165408 w 11082389"/>
                <a:gd name="connsiteY11" fmla="*/ 1782161 h 2003749"/>
                <a:gd name="connsiteX12" fmla="*/ 593522 w 11082389"/>
                <a:gd name="connsiteY12" fmla="*/ 1826384 h 2003749"/>
                <a:gd name="connsiteX13" fmla="*/ 134339 w 11082389"/>
                <a:gd name="connsiteY13" fmla="*/ 1743779 h 2003749"/>
                <a:gd name="connsiteX14" fmla="*/ 0 w 11082389"/>
                <a:gd name="connsiteY14" fmla="*/ 1713083 h 2003749"/>
                <a:gd name="connsiteX15" fmla="*/ 915 w 11082389"/>
                <a:gd name="connsiteY15" fmla="*/ 1708773 h 2003749"/>
                <a:gd name="connsiteX16" fmla="*/ 135342 w 11082389"/>
                <a:gd name="connsiteY16" fmla="*/ 1739486 h 2003749"/>
                <a:gd name="connsiteX17" fmla="*/ 1164353 w 11082389"/>
                <a:gd name="connsiteY17" fmla="*/ 1777869 h 2003749"/>
                <a:gd name="connsiteX18" fmla="*/ 1944475 w 11082389"/>
                <a:gd name="connsiteY18" fmla="*/ 1609246 h 2003749"/>
                <a:gd name="connsiteX19" fmla="*/ 3802071 w 11082389"/>
                <a:gd name="connsiteY19" fmla="*/ 504226 h 2003749"/>
                <a:gd name="connsiteX20" fmla="*/ 4079193 w 11082389"/>
                <a:gd name="connsiteY20" fmla="*/ 178432 h 2003749"/>
                <a:gd name="connsiteX21" fmla="*/ 4479008 w 11082389"/>
                <a:gd name="connsiteY21" fmla="*/ 61191 h 2003749"/>
                <a:gd name="connsiteX22" fmla="*/ 4909976 w 11082389"/>
                <a:gd name="connsiteY22" fmla="*/ 240139 h 2003749"/>
                <a:gd name="connsiteX23" fmla="*/ 5429407 w 11082389"/>
                <a:gd name="connsiteY23" fmla="*/ 717318 h 2003749"/>
                <a:gd name="connsiteX24" fmla="*/ 5687372 w 11082389"/>
                <a:gd name="connsiteY24" fmla="*/ 991431 h 2003749"/>
                <a:gd name="connsiteX25" fmla="*/ 5943578 w 11082389"/>
                <a:gd name="connsiteY25" fmla="*/ 1263733 h 2003749"/>
                <a:gd name="connsiteX26" fmla="*/ 5948416 w 11082389"/>
                <a:gd name="connsiteY26" fmla="*/ 1268781 h 2003749"/>
                <a:gd name="connsiteX27" fmla="*/ 6468990 w 11082389"/>
                <a:gd name="connsiteY27" fmla="*/ 1760525 h 2003749"/>
                <a:gd name="connsiteX28" fmla="*/ 6878181 w 11082389"/>
                <a:gd name="connsiteY28" fmla="*/ 1986897 h 2003749"/>
                <a:gd name="connsiteX29" fmla="*/ 7118521 w 11082389"/>
                <a:gd name="connsiteY29" fmla="*/ 1982887 h 2003749"/>
                <a:gd name="connsiteX30" fmla="*/ 7700890 w 11082389"/>
                <a:gd name="connsiteY30" fmla="*/ 1591849 h 2003749"/>
                <a:gd name="connsiteX31" fmla="*/ 7760505 w 11082389"/>
                <a:gd name="connsiteY31" fmla="*/ 1536193 h 2003749"/>
                <a:gd name="connsiteX32" fmla="*/ 8304069 w 11082389"/>
                <a:gd name="connsiteY32" fmla="*/ 955828 h 2003749"/>
                <a:gd name="connsiteX33" fmla="*/ 8811469 w 11082389"/>
                <a:gd name="connsiteY33" fmla="*/ 408411 h 2003749"/>
                <a:gd name="connsiteX34" fmla="*/ 8880986 w 11082389"/>
                <a:gd name="connsiteY34" fmla="*/ 339755 h 2003749"/>
                <a:gd name="connsiteX35" fmla="*/ 9179727 w 11082389"/>
                <a:gd name="connsiteY35" fmla="*/ 82845 h 2003749"/>
                <a:gd name="connsiteX36" fmla="*/ 9542988 w 11082389"/>
                <a:gd name="connsiteY36" fmla="*/ 20099 h 2003749"/>
                <a:gd name="connsiteX37" fmla="*/ 9771719 w 11082389"/>
                <a:gd name="connsiteY37" fmla="*/ 174280 h 2003749"/>
                <a:gd name="connsiteX38" fmla="*/ 9890806 w 11082389"/>
                <a:gd name="connsiteY38" fmla="*/ 269516 h 2003749"/>
                <a:gd name="connsiteX39" fmla="*/ 10123511 w 11082389"/>
                <a:gd name="connsiteY39" fmla="*/ 388639 h 2003749"/>
                <a:gd name="connsiteX40" fmla="*/ 10700041 w 11082389"/>
                <a:gd name="connsiteY40" fmla="*/ 711865 h 2003749"/>
                <a:gd name="connsiteX41" fmla="*/ 10945218 w 11082389"/>
                <a:gd name="connsiteY41" fmla="*/ 949337 h 2003749"/>
                <a:gd name="connsiteX42" fmla="*/ 11082389 w 11082389"/>
                <a:gd name="connsiteY42" fmla="*/ 1251507 h 2003749"/>
                <a:gd name="connsiteX43" fmla="*/ 11078061 w 11082389"/>
                <a:gd name="connsiteY43" fmla="*/ 1252317 h 2003749"/>
                <a:gd name="connsiteX44" fmla="*/ 10121629 w 11082389"/>
                <a:gd name="connsiteY44" fmla="*/ 392614 h 2003749"/>
                <a:gd name="connsiteX45" fmla="*/ 9888397 w 11082389"/>
                <a:gd name="connsiteY45" fmla="*/ 273192 h 2003749"/>
                <a:gd name="connsiteX46" fmla="*/ 9768798 w 11082389"/>
                <a:gd name="connsiteY46" fmla="*/ 177570 h 2003749"/>
                <a:gd name="connsiteX47" fmla="*/ 9541476 w 11082389"/>
                <a:gd name="connsiteY47" fmla="*/ 24233 h 2003749"/>
                <a:gd name="connsiteX48" fmla="*/ 9182031 w 11082389"/>
                <a:gd name="connsiteY48" fmla="*/ 86574 h 2003749"/>
                <a:gd name="connsiteX49" fmla="*/ 8884082 w 11082389"/>
                <a:gd name="connsiteY49" fmla="*/ 342851 h 2003749"/>
                <a:gd name="connsiteX50" fmla="*/ 8814476 w 11082389"/>
                <a:gd name="connsiteY50" fmla="*/ 411594 h 2003749"/>
                <a:gd name="connsiteX51" fmla="*/ 8307359 w 11082389"/>
                <a:gd name="connsiteY51" fmla="*/ 958713 h 2003749"/>
                <a:gd name="connsiteX52" fmla="*/ 7763442 w 11082389"/>
                <a:gd name="connsiteY52" fmla="*/ 1539429 h 2003749"/>
                <a:gd name="connsiteX53" fmla="*/ 7703863 w 11082389"/>
                <a:gd name="connsiteY53" fmla="*/ 1595051 h 2003749"/>
                <a:gd name="connsiteX54" fmla="*/ 7438984 w 11082389"/>
                <a:gd name="connsiteY54" fmla="*/ 1824396 h 2003749"/>
                <a:gd name="connsiteX55" fmla="*/ 7119558 w 11082389"/>
                <a:gd name="connsiteY55" fmla="*/ 1987161 h 2003749"/>
                <a:gd name="connsiteX56" fmla="*/ 6988861 w 11082389"/>
                <a:gd name="connsiteY56" fmla="*/ 2003749 h 2003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11082389" h="2003749">
                  <a:moveTo>
                    <a:pt x="6988861" y="2003749"/>
                  </a:moveTo>
                  <a:cubicBezTo>
                    <a:pt x="6951234" y="2003749"/>
                    <a:pt x="6913960" y="1999580"/>
                    <a:pt x="6877213" y="1991207"/>
                  </a:cubicBezTo>
                  <a:cubicBezTo>
                    <a:pt x="6707852" y="1952666"/>
                    <a:pt x="6568236" y="1843623"/>
                    <a:pt x="6466281" y="1764008"/>
                  </a:cubicBezTo>
                  <a:cubicBezTo>
                    <a:pt x="6272011" y="1612289"/>
                    <a:pt x="6105886" y="1439216"/>
                    <a:pt x="5945250" y="1271842"/>
                  </a:cubicBezTo>
                  <a:lnTo>
                    <a:pt x="5940412" y="1266794"/>
                  </a:lnTo>
                  <a:cubicBezTo>
                    <a:pt x="5853726" y="1176484"/>
                    <a:pt x="5767532" y="1083940"/>
                    <a:pt x="5684153" y="994439"/>
                  </a:cubicBezTo>
                  <a:cubicBezTo>
                    <a:pt x="5600141" y="904235"/>
                    <a:pt x="5513261" y="810988"/>
                    <a:pt x="5426241" y="720379"/>
                  </a:cubicBezTo>
                  <a:cubicBezTo>
                    <a:pt x="5275068" y="562996"/>
                    <a:pt x="5103736" y="384628"/>
                    <a:pt x="4907408" y="243728"/>
                  </a:cubicBezTo>
                  <a:cubicBezTo>
                    <a:pt x="4746507" y="128246"/>
                    <a:pt x="4610321" y="71640"/>
                    <a:pt x="4478814" y="65606"/>
                  </a:cubicBezTo>
                  <a:cubicBezTo>
                    <a:pt x="4131208" y="49634"/>
                    <a:pt x="3994635" y="241388"/>
                    <a:pt x="3805660" y="506794"/>
                  </a:cubicBezTo>
                  <a:cubicBezTo>
                    <a:pt x="3537897" y="882863"/>
                    <a:pt x="3171169" y="1397896"/>
                    <a:pt x="1945249" y="1613591"/>
                  </a:cubicBezTo>
                  <a:cubicBezTo>
                    <a:pt x="1661989" y="1663425"/>
                    <a:pt x="1379696" y="1729847"/>
                    <a:pt x="1165408" y="1782161"/>
                  </a:cubicBezTo>
                  <a:cubicBezTo>
                    <a:pt x="975483" y="1828512"/>
                    <a:pt x="788408" y="1842989"/>
                    <a:pt x="593522" y="1826384"/>
                  </a:cubicBezTo>
                  <a:cubicBezTo>
                    <a:pt x="423598" y="1811907"/>
                    <a:pt x="269909" y="1775723"/>
                    <a:pt x="134339" y="1743779"/>
                  </a:cubicBezTo>
                  <a:cubicBezTo>
                    <a:pt x="87601" y="1732767"/>
                    <a:pt x="43449" y="1722371"/>
                    <a:pt x="0" y="1713083"/>
                  </a:cubicBezTo>
                  <a:lnTo>
                    <a:pt x="915" y="1708773"/>
                  </a:lnTo>
                  <a:cubicBezTo>
                    <a:pt x="44416" y="1718061"/>
                    <a:pt x="88586" y="1728475"/>
                    <a:pt x="135342" y="1739486"/>
                  </a:cubicBezTo>
                  <a:cubicBezTo>
                    <a:pt x="404301" y="1802847"/>
                    <a:pt x="739031" y="1881688"/>
                    <a:pt x="1164353" y="1777869"/>
                  </a:cubicBezTo>
                  <a:cubicBezTo>
                    <a:pt x="1378711" y="1725555"/>
                    <a:pt x="1661092" y="1659098"/>
                    <a:pt x="1944475" y="1609246"/>
                  </a:cubicBezTo>
                  <a:cubicBezTo>
                    <a:pt x="3168619" y="1393868"/>
                    <a:pt x="3534748" y="879679"/>
                    <a:pt x="3802071" y="504226"/>
                  </a:cubicBezTo>
                  <a:cubicBezTo>
                    <a:pt x="3895987" y="372315"/>
                    <a:pt x="3977115" y="258398"/>
                    <a:pt x="4079193" y="178432"/>
                  </a:cubicBezTo>
                  <a:cubicBezTo>
                    <a:pt x="4190752" y="91042"/>
                    <a:pt x="4317790" y="53803"/>
                    <a:pt x="4479008" y="61191"/>
                  </a:cubicBezTo>
                  <a:cubicBezTo>
                    <a:pt x="4611394" y="67277"/>
                    <a:pt x="4748336" y="124130"/>
                    <a:pt x="4909976" y="240139"/>
                  </a:cubicBezTo>
                  <a:cubicBezTo>
                    <a:pt x="5106638" y="381286"/>
                    <a:pt x="5278111" y="559812"/>
                    <a:pt x="5429407" y="717318"/>
                  </a:cubicBezTo>
                  <a:cubicBezTo>
                    <a:pt x="5516463" y="807944"/>
                    <a:pt x="5603342" y="901227"/>
                    <a:pt x="5687372" y="991431"/>
                  </a:cubicBezTo>
                  <a:cubicBezTo>
                    <a:pt x="5770733" y="1080914"/>
                    <a:pt x="5856927" y="1173458"/>
                    <a:pt x="5943578" y="1263733"/>
                  </a:cubicBezTo>
                  <a:lnTo>
                    <a:pt x="5948416" y="1268781"/>
                  </a:lnTo>
                  <a:cubicBezTo>
                    <a:pt x="6108965" y="1436050"/>
                    <a:pt x="6274966" y="1609000"/>
                    <a:pt x="6468990" y="1760525"/>
                  </a:cubicBezTo>
                  <a:cubicBezTo>
                    <a:pt x="6570611" y="1839893"/>
                    <a:pt x="6709787" y="1948568"/>
                    <a:pt x="6878181" y="1986897"/>
                  </a:cubicBezTo>
                  <a:cubicBezTo>
                    <a:pt x="6956476" y="2004716"/>
                    <a:pt x="7037341" y="2003362"/>
                    <a:pt x="7118521" y="1982887"/>
                  </a:cubicBezTo>
                  <a:cubicBezTo>
                    <a:pt x="7345104" y="1926228"/>
                    <a:pt x="7542382" y="1740823"/>
                    <a:pt x="7700890" y="1591849"/>
                  </a:cubicBezTo>
                  <a:cubicBezTo>
                    <a:pt x="7721770" y="1572236"/>
                    <a:pt x="7741472" y="1553713"/>
                    <a:pt x="7760505" y="1536193"/>
                  </a:cubicBezTo>
                  <a:cubicBezTo>
                    <a:pt x="7955883" y="1356400"/>
                    <a:pt x="8132897" y="1152754"/>
                    <a:pt x="8304069" y="955828"/>
                  </a:cubicBezTo>
                  <a:cubicBezTo>
                    <a:pt x="8464143" y="771690"/>
                    <a:pt x="8629653" y="581273"/>
                    <a:pt x="8811469" y="408411"/>
                  </a:cubicBezTo>
                  <a:cubicBezTo>
                    <a:pt x="8832841" y="388093"/>
                    <a:pt x="8856237" y="364610"/>
                    <a:pt x="8880986" y="339755"/>
                  </a:cubicBezTo>
                  <a:cubicBezTo>
                    <a:pt x="8963803" y="256622"/>
                    <a:pt x="9066865" y="153172"/>
                    <a:pt x="9179727" y="82845"/>
                  </a:cubicBezTo>
                  <a:cubicBezTo>
                    <a:pt x="9312447" y="152"/>
                    <a:pt x="9431271" y="-20376"/>
                    <a:pt x="9542988" y="20099"/>
                  </a:cubicBezTo>
                  <a:cubicBezTo>
                    <a:pt x="9633703" y="52958"/>
                    <a:pt x="9703871" y="114631"/>
                    <a:pt x="9771719" y="174280"/>
                  </a:cubicBezTo>
                  <a:cubicBezTo>
                    <a:pt x="9811895" y="209585"/>
                    <a:pt x="9849838" y="242936"/>
                    <a:pt x="9890806" y="269516"/>
                  </a:cubicBezTo>
                  <a:cubicBezTo>
                    <a:pt x="9943666" y="303800"/>
                    <a:pt x="10027010" y="343115"/>
                    <a:pt x="10123511" y="388639"/>
                  </a:cubicBezTo>
                  <a:cubicBezTo>
                    <a:pt x="10297446" y="470699"/>
                    <a:pt x="10513898" y="572812"/>
                    <a:pt x="10700041" y="711865"/>
                  </a:cubicBezTo>
                  <a:cubicBezTo>
                    <a:pt x="10801205" y="787434"/>
                    <a:pt x="10883686" y="867330"/>
                    <a:pt x="10945218" y="949337"/>
                  </a:cubicBezTo>
                  <a:cubicBezTo>
                    <a:pt x="11016495" y="1044344"/>
                    <a:pt x="11062653" y="1145999"/>
                    <a:pt x="11082389" y="1251507"/>
                  </a:cubicBezTo>
                  <a:lnTo>
                    <a:pt x="11078061" y="1252317"/>
                  </a:lnTo>
                  <a:cubicBezTo>
                    <a:pt x="10994261" y="804303"/>
                    <a:pt x="10469130" y="556558"/>
                    <a:pt x="10121629" y="392614"/>
                  </a:cubicBezTo>
                  <a:cubicBezTo>
                    <a:pt x="10024987" y="347020"/>
                    <a:pt x="9941520" y="307634"/>
                    <a:pt x="9888397" y="273192"/>
                  </a:cubicBezTo>
                  <a:cubicBezTo>
                    <a:pt x="9847164" y="246454"/>
                    <a:pt x="9809098" y="212997"/>
                    <a:pt x="9768798" y="177570"/>
                  </a:cubicBezTo>
                  <a:cubicBezTo>
                    <a:pt x="9701251" y="118202"/>
                    <a:pt x="9631399" y="56811"/>
                    <a:pt x="9541476" y="24233"/>
                  </a:cubicBezTo>
                  <a:cubicBezTo>
                    <a:pt x="9431095" y="-15750"/>
                    <a:pt x="9313520" y="4637"/>
                    <a:pt x="9182031" y="86574"/>
                  </a:cubicBezTo>
                  <a:cubicBezTo>
                    <a:pt x="9069610" y="156620"/>
                    <a:pt x="8966740" y="259894"/>
                    <a:pt x="8884082" y="342851"/>
                  </a:cubicBezTo>
                  <a:cubicBezTo>
                    <a:pt x="8859297" y="367724"/>
                    <a:pt x="8835884" y="391225"/>
                    <a:pt x="8814476" y="411594"/>
                  </a:cubicBezTo>
                  <a:cubicBezTo>
                    <a:pt x="8632802" y="584316"/>
                    <a:pt x="8467362" y="774645"/>
                    <a:pt x="8307359" y="958713"/>
                  </a:cubicBezTo>
                  <a:cubicBezTo>
                    <a:pt x="8136098" y="1155745"/>
                    <a:pt x="7958996" y="1359478"/>
                    <a:pt x="7763442" y="1539429"/>
                  </a:cubicBezTo>
                  <a:cubicBezTo>
                    <a:pt x="7744427" y="1556932"/>
                    <a:pt x="7724726" y="1575437"/>
                    <a:pt x="7703863" y="1595051"/>
                  </a:cubicBezTo>
                  <a:cubicBezTo>
                    <a:pt x="7625709" y="1668509"/>
                    <a:pt x="7537122" y="1751747"/>
                    <a:pt x="7438984" y="1824396"/>
                  </a:cubicBezTo>
                  <a:cubicBezTo>
                    <a:pt x="7325174" y="1908620"/>
                    <a:pt x="7220687" y="1961866"/>
                    <a:pt x="7119558" y="1987161"/>
                  </a:cubicBezTo>
                  <a:cubicBezTo>
                    <a:pt x="7075828" y="1998226"/>
                    <a:pt x="7032116" y="2003749"/>
                    <a:pt x="6988861" y="2003749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任意多边形: 形状 1397"/>
            <p:cNvSpPr/>
            <p:nvPr>
              <p:custDataLst>
                <p:tags r:id="rId19"/>
              </p:custDataLst>
            </p:nvPr>
          </p:nvSpPr>
          <p:spPr>
            <a:xfrm>
              <a:off x="1029380" y="2810270"/>
              <a:ext cx="11161704" cy="2114364"/>
            </a:xfrm>
            <a:custGeom>
              <a:avLst/>
              <a:gdLst>
                <a:gd name="connsiteX0" fmla="*/ 7105838 w 11161704"/>
                <a:gd name="connsiteY0" fmla="*/ 2114364 h 2114364"/>
                <a:gd name="connsiteX1" fmla="*/ 6990497 w 11161704"/>
                <a:gd name="connsiteY1" fmla="*/ 2100749 h 2114364"/>
                <a:gd name="connsiteX2" fmla="*/ 6573442 w 11161704"/>
                <a:gd name="connsiteY2" fmla="*/ 1857208 h 2114364"/>
                <a:gd name="connsiteX3" fmla="*/ 6054135 w 11161704"/>
                <a:gd name="connsiteY3" fmla="*/ 1334400 h 2114364"/>
                <a:gd name="connsiteX4" fmla="*/ 6047239 w 11161704"/>
                <a:gd name="connsiteY4" fmla="*/ 1326730 h 2114364"/>
                <a:gd name="connsiteX5" fmla="*/ 5810752 w 11161704"/>
                <a:gd name="connsiteY5" fmla="*/ 1059055 h 2114364"/>
                <a:gd name="connsiteX6" fmla="*/ 5534159 w 11161704"/>
                <a:gd name="connsiteY6" fmla="*/ 747052 h 2114364"/>
                <a:gd name="connsiteX7" fmla="*/ 5011720 w 11161704"/>
                <a:gd name="connsiteY7" fmla="*/ 244631 h 2114364"/>
                <a:gd name="connsiteX8" fmla="*/ 4573416 w 11161704"/>
                <a:gd name="connsiteY8" fmla="*/ 60405 h 2114364"/>
                <a:gd name="connsiteX9" fmla="*/ 3931239 w 11161704"/>
                <a:gd name="connsiteY9" fmla="*/ 537249 h 2114364"/>
                <a:gd name="connsiteX10" fmla="*/ 2022190 w 11161704"/>
                <a:gd name="connsiteY10" fmla="*/ 1750468 h 2114364"/>
                <a:gd name="connsiteX11" fmla="*/ 1218778 w 11161704"/>
                <a:gd name="connsiteY11" fmla="*/ 1912618 h 2114364"/>
                <a:gd name="connsiteX12" fmla="*/ 616830 w 11161704"/>
                <a:gd name="connsiteY12" fmla="*/ 1931862 h 2114364"/>
                <a:gd name="connsiteX13" fmla="*/ 131155 w 11161704"/>
                <a:gd name="connsiteY13" fmla="*/ 1809027 h 2114364"/>
                <a:gd name="connsiteX14" fmla="*/ 0 w 11161704"/>
                <a:gd name="connsiteY14" fmla="*/ 1768692 h 2114364"/>
                <a:gd name="connsiteX15" fmla="*/ 1214 w 11161704"/>
                <a:gd name="connsiteY15" fmla="*/ 1764541 h 2114364"/>
                <a:gd name="connsiteX16" fmla="*/ 132457 w 11161704"/>
                <a:gd name="connsiteY16" fmla="*/ 1804912 h 2114364"/>
                <a:gd name="connsiteX17" fmla="*/ 1217846 w 11161704"/>
                <a:gd name="connsiteY17" fmla="*/ 1908414 h 2114364"/>
                <a:gd name="connsiteX18" fmla="*/ 2021434 w 11161704"/>
                <a:gd name="connsiteY18" fmla="*/ 1746212 h 2114364"/>
                <a:gd name="connsiteX19" fmla="*/ 3927544 w 11161704"/>
                <a:gd name="connsiteY19" fmla="*/ 534980 h 2114364"/>
                <a:gd name="connsiteX20" fmla="*/ 4186987 w 11161704"/>
                <a:gd name="connsiteY20" fmla="*/ 187180 h 2114364"/>
                <a:gd name="connsiteX21" fmla="*/ 4573522 w 11161704"/>
                <a:gd name="connsiteY21" fmla="*/ 56095 h 2114364"/>
                <a:gd name="connsiteX22" fmla="*/ 4806508 w 11161704"/>
                <a:gd name="connsiteY22" fmla="*/ 114795 h 2114364"/>
                <a:gd name="connsiteX23" fmla="*/ 5014270 w 11161704"/>
                <a:gd name="connsiteY23" fmla="*/ 241165 h 2114364"/>
                <a:gd name="connsiteX24" fmla="*/ 5537343 w 11161704"/>
                <a:gd name="connsiteY24" fmla="*/ 744149 h 2114364"/>
                <a:gd name="connsiteX25" fmla="*/ 5813989 w 11161704"/>
                <a:gd name="connsiteY25" fmla="*/ 1056223 h 2114364"/>
                <a:gd name="connsiteX26" fmla="*/ 6050441 w 11161704"/>
                <a:gd name="connsiteY26" fmla="*/ 1323845 h 2114364"/>
                <a:gd name="connsiteX27" fmla="*/ 6057336 w 11161704"/>
                <a:gd name="connsiteY27" fmla="*/ 1331515 h 2114364"/>
                <a:gd name="connsiteX28" fmla="*/ 6576187 w 11161704"/>
                <a:gd name="connsiteY28" fmla="*/ 1853883 h 2114364"/>
                <a:gd name="connsiteX29" fmla="*/ 6991481 w 11161704"/>
                <a:gd name="connsiteY29" fmla="*/ 2096545 h 2114364"/>
                <a:gd name="connsiteX30" fmla="*/ 7237784 w 11161704"/>
                <a:gd name="connsiteY30" fmla="*/ 2092675 h 2114364"/>
                <a:gd name="connsiteX31" fmla="*/ 7830515 w 11161704"/>
                <a:gd name="connsiteY31" fmla="*/ 1674970 h 2114364"/>
                <a:gd name="connsiteX32" fmla="*/ 7887438 w 11161704"/>
                <a:gd name="connsiteY32" fmla="*/ 1618839 h 2114364"/>
                <a:gd name="connsiteX33" fmla="*/ 8429279 w 11161704"/>
                <a:gd name="connsiteY33" fmla="*/ 1008623 h 2114364"/>
                <a:gd name="connsiteX34" fmla="*/ 8939176 w 11161704"/>
                <a:gd name="connsiteY34" fmla="*/ 429085 h 2114364"/>
                <a:gd name="connsiteX35" fmla="*/ 9005439 w 11161704"/>
                <a:gd name="connsiteY35" fmla="*/ 360341 h 2114364"/>
                <a:gd name="connsiteX36" fmla="*/ 9308876 w 11161704"/>
                <a:gd name="connsiteY36" fmla="*/ 87389 h 2114364"/>
                <a:gd name="connsiteX37" fmla="*/ 9490058 w 11161704"/>
                <a:gd name="connsiteY37" fmla="*/ 7774 h 2114364"/>
                <a:gd name="connsiteX38" fmla="*/ 9682270 w 11161704"/>
                <a:gd name="connsiteY38" fmla="*/ 22445 h 2114364"/>
                <a:gd name="connsiteX39" fmla="*/ 9916295 w 11161704"/>
                <a:gd name="connsiteY39" fmla="*/ 192105 h 2114364"/>
                <a:gd name="connsiteX40" fmla="*/ 10032375 w 11161704"/>
                <a:gd name="connsiteY40" fmla="*/ 293040 h 2114364"/>
                <a:gd name="connsiteX41" fmla="*/ 10270340 w 11161704"/>
                <a:gd name="connsiteY41" fmla="*/ 425426 h 2114364"/>
                <a:gd name="connsiteX42" fmla="*/ 10806868 w 11161704"/>
                <a:gd name="connsiteY42" fmla="*/ 746911 h 2114364"/>
                <a:gd name="connsiteX43" fmla="*/ 11033294 w 11161704"/>
                <a:gd name="connsiteY43" fmla="*/ 976274 h 2114364"/>
                <a:gd name="connsiteX44" fmla="*/ 11161705 w 11161704"/>
                <a:gd name="connsiteY44" fmla="*/ 1263809 h 2114364"/>
                <a:gd name="connsiteX45" fmla="*/ 11157448 w 11161704"/>
                <a:gd name="connsiteY45" fmla="*/ 1264636 h 2114364"/>
                <a:gd name="connsiteX46" fmla="*/ 10268369 w 11161704"/>
                <a:gd name="connsiteY46" fmla="*/ 429279 h 2114364"/>
                <a:gd name="connsiteX47" fmla="*/ 10029859 w 11161704"/>
                <a:gd name="connsiteY47" fmla="*/ 296558 h 2114364"/>
                <a:gd name="connsiteX48" fmla="*/ 9913322 w 11161704"/>
                <a:gd name="connsiteY48" fmla="*/ 195236 h 2114364"/>
                <a:gd name="connsiteX49" fmla="*/ 9680723 w 11161704"/>
                <a:gd name="connsiteY49" fmla="*/ 26473 h 2114364"/>
                <a:gd name="connsiteX50" fmla="*/ 9311251 w 11161704"/>
                <a:gd name="connsiteY50" fmla="*/ 91013 h 2114364"/>
                <a:gd name="connsiteX51" fmla="*/ 9008606 w 11161704"/>
                <a:gd name="connsiteY51" fmla="*/ 363314 h 2114364"/>
                <a:gd name="connsiteX52" fmla="*/ 8942271 w 11161704"/>
                <a:gd name="connsiteY52" fmla="*/ 432128 h 2114364"/>
                <a:gd name="connsiteX53" fmla="*/ 8432656 w 11161704"/>
                <a:gd name="connsiteY53" fmla="*/ 1011349 h 2114364"/>
                <a:gd name="connsiteX54" fmla="*/ 7890498 w 11161704"/>
                <a:gd name="connsiteY54" fmla="*/ 1621917 h 2114364"/>
                <a:gd name="connsiteX55" fmla="*/ 7833594 w 11161704"/>
                <a:gd name="connsiteY55" fmla="*/ 1678013 h 2114364"/>
                <a:gd name="connsiteX56" fmla="*/ 7565689 w 11161704"/>
                <a:gd name="connsiteY56" fmla="*/ 1922451 h 2114364"/>
                <a:gd name="connsiteX57" fmla="*/ 7238910 w 11161704"/>
                <a:gd name="connsiteY57" fmla="*/ 2096826 h 2114364"/>
                <a:gd name="connsiteX58" fmla="*/ 7105838 w 11161704"/>
                <a:gd name="connsiteY58" fmla="*/ 2114364 h 2114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1161704" h="2114364">
                  <a:moveTo>
                    <a:pt x="7105838" y="2114364"/>
                  </a:moveTo>
                  <a:cubicBezTo>
                    <a:pt x="7066981" y="2114364"/>
                    <a:pt x="7028457" y="2109826"/>
                    <a:pt x="6990497" y="2100749"/>
                  </a:cubicBezTo>
                  <a:cubicBezTo>
                    <a:pt x="6829702" y="2062278"/>
                    <a:pt x="6701467" y="1963596"/>
                    <a:pt x="6573442" y="1857208"/>
                  </a:cubicBezTo>
                  <a:cubicBezTo>
                    <a:pt x="6379137" y="1695727"/>
                    <a:pt x="6213910" y="1512046"/>
                    <a:pt x="6054135" y="1334400"/>
                  </a:cubicBezTo>
                  <a:lnTo>
                    <a:pt x="6047239" y="1326730"/>
                  </a:lnTo>
                  <a:cubicBezTo>
                    <a:pt x="5967361" y="1237933"/>
                    <a:pt x="5887746" y="1147008"/>
                    <a:pt x="5810752" y="1059055"/>
                  </a:cubicBezTo>
                  <a:cubicBezTo>
                    <a:pt x="5720812" y="956326"/>
                    <a:pt x="5627793" y="850097"/>
                    <a:pt x="5534159" y="747052"/>
                  </a:cubicBezTo>
                  <a:cubicBezTo>
                    <a:pt x="5383918" y="581683"/>
                    <a:pt x="5213642" y="394273"/>
                    <a:pt x="5011720" y="244631"/>
                  </a:cubicBezTo>
                  <a:cubicBezTo>
                    <a:pt x="4847600" y="123010"/>
                    <a:pt x="4708336" y="64469"/>
                    <a:pt x="4573416" y="60405"/>
                  </a:cubicBezTo>
                  <a:cubicBezTo>
                    <a:pt x="4233637" y="50203"/>
                    <a:pt x="4106792" y="254482"/>
                    <a:pt x="3931239" y="537249"/>
                  </a:cubicBezTo>
                  <a:cubicBezTo>
                    <a:pt x="3672534" y="953987"/>
                    <a:pt x="3318226" y="1524712"/>
                    <a:pt x="2022190" y="1750468"/>
                  </a:cubicBezTo>
                  <a:cubicBezTo>
                    <a:pt x="1747796" y="1798262"/>
                    <a:pt x="1463621" y="1859231"/>
                    <a:pt x="1218778" y="1912618"/>
                  </a:cubicBezTo>
                  <a:cubicBezTo>
                    <a:pt x="1019477" y="1956084"/>
                    <a:pt x="822586" y="1962382"/>
                    <a:pt x="616830" y="1931862"/>
                  </a:cubicBezTo>
                  <a:cubicBezTo>
                    <a:pt x="437424" y="1905248"/>
                    <a:pt x="274711" y="1854130"/>
                    <a:pt x="131155" y="1809027"/>
                  </a:cubicBezTo>
                  <a:cubicBezTo>
                    <a:pt x="85578" y="1794709"/>
                    <a:pt x="42516" y="1781182"/>
                    <a:pt x="0" y="1768692"/>
                  </a:cubicBezTo>
                  <a:lnTo>
                    <a:pt x="1214" y="1764541"/>
                  </a:lnTo>
                  <a:cubicBezTo>
                    <a:pt x="43765" y="1777048"/>
                    <a:pt x="86844" y="1790575"/>
                    <a:pt x="132457" y="1804912"/>
                  </a:cubicBezTo>
                  <a:cubicBezTo>
                    <a:pt x="432059" y="1899039"/>
                    <a:pt x="771626" y="2005725"/>
                    <a:pt x="1217846" y="1908414"/>
                  </a:cubicBezTo>
                  <a:cubicBezTo>
                    <a:pt x="1462723" y="1855009"/>
                    <a:pt x="1746951" y="1794040"/>
                    <a:pt x="2021434" y="1746212"/>
                  </a:cubicBezTo>
                  <a:cubicBezTo>
                    <a:pt x="3315552" y="1520789"/>
                    <a:pt x="3669280" y="951014"/>
                    <a:pt x="3927544" y="534980"/>
                  </a:cubicBezTo>
                  <a:cubicBezTo>
                    <a:pt x="4014706" y="394572"/>
                    <a:pt x="4089993" y="273303"/>
                    <a:pt x="4186987" y="187180"/>
                  </a:cubicBezTo>
                  <a:cubicBezTo>
                    <a:pt x="4293076" y="93000"/>
                    <a:pt x="4415893" y="51328"/>
                    <a:pt x="4573522" y="56095"/>
                  </a:cubicBezTo>
                  <a:cubicBezTo>
                    <a:pt x="4647771" y="58329"/>
                    <a:pt x="4726172" y="78084"/>
                    <a:pt x="4806508" y="114795"/>
                  </a:cubicBezTo>
                  <a:cubicBezTo>
                    <a:pt x="4871875" y="144664"/>
                    <a:pt x="4939827" y="186001"/>
                    <a:pt x="5014270" y="241165"/>
                  </a:cubicBezTo>
                  <a:cubicBezTo>
                    <a:pt x="5216526" y="391054"/>
                    <a:pt x="5386961" y="578640"/>
                    <a:pt x="5537343" y="744149"/>
                  </a:cubicBezTo>
                  <a:cubicBezTo>
                    <a:pt x="5630995" y="847230"/>
                    <a:pt x="5724031" y="953477"/>
                    <a:pt x="5813989" y="1056223"/>
                  </a:cubicBezTo>
                  <a:cubicBezTo>
                    <a:pt x="5890982" y="1144158"/>
                    <a:pt x="5970580" y="1235066"/>
                    <a:pt x="6050441" y="1323845"/>
                  </a:cubicBezTo>
                  <a:lnTo>
                    <a:pt x="6057336" y="1331515"/>
                  </a:lnTo>
                  <a:cubicBezTo>
                    <a:pt x="6217006" y="1509039"/>
                    <a:pt x="6382110" y="1692596"/>
                    <a:pt x="6576187" y="1853883"/>
                  </a:cubicBezTo>
                  <a:cubicBezTo>
                    <a:pt x="6703806" y="1959937"/>
                    <a:pt x="6831583" y="2058286"/>
                    <a:pt x="6991481" y="2096545"/>
                  </a:cubicBezTo>
                  <a:cubicBezTo>
                    <a:pt x="7071800" y="2115754"/>
                    <a:pt x="7154669" y="2114452"/>
                    <a:pt x="7237784" y="2092675"/>
                  </a:cubicBezTo>
                  <a:cubicBezTo>
                    <a:pt x="7470489" y="2032199"/>
                    <a:pt x="7678568" y="1825721"/>
                    <a:pt x="7830515" y="1674970"/>
                  </a:cubicBezTo>
                  <a:cubicBezTo>
                    <a:pt x="7850463" y="1655181"/>
                    <a:pt x="7869284" y="1636500"/>
                    <a:pt x="7887438" y="1618839"/>
                  </a:cubicBezTo>
                  <a:cubicBezTo>
                    <a:pt x="8082745" y="1428843"/>
                    <a:pt x="8258914" y="1215206"/>
                    <a:pt x="8429279" y="1008623"/>
                  </a:cubicBezTo>
                  <a:cubicBezTo>
                    <a:pt x="8589846" y="813913"/>
                    <a:pt x="8755882" y="612572"/>
                    <a:pt x="8939176" y="429085"/>
                  </a:cubicBezTo>
                  <a:cubicBezTo>
                    <a:pt x="8959493" y="408733"/>
                    <a:pt x="8981816" y="385232"/>
                    <a:pt x="9005439" y="360341"/>
                  </a:cubicBezTo>
                  <a:cubicBezTo>
                    <a:pt x="9089152" y="272142"/>
                    <a:pt x="9193324" y="162377"/>
                    <a:pt x="9308876" y="87389"/>
                  </a:cubicBezTo>
                  <a:cubicBezTo>
                    <a:pt x="9371604" y="46684"/>
                    <a:pt x="9432573" y="19894"/>
                    <a:pt x="9490058" y="7774"/>
                  </a:cubicBezTo>
                  <a:cubicBezTo>
                    <a:pt x="9556551" y="-6228"/>
                    <a:pt x="9621232" y="-1303"/>
                    <a:pt x="9682270" y="22445"/>
                  </a:cubicBezTo>
                  <a:cubicBezTo>
                    <a:pt x="9776168" y="58963"/>
                    <a:pt x="9847410" y="126651"/>
                    <a:pt x="9916295" y="192105"/>
                  </a:cubicBezTo>
                  <a:cubicBezTo>
                    <a:pt x="9955417" y="229292"/>
                    <a:pt x="9992374" y="264402"/>
                    <a:pt x="10032375" y="293040"/>
                  </a:cubicBezTo>
                  <a:cubicBezTo>
                    <a:pt x="10085938" y="331405"/>
                    <a:pt x="10171393" y="374977"/>
                    <a:pt x="10270340" y="425426"/>
                  </a:cubicBezTo>
                  <a:cubicBezTo>
                    <a:pt x="10432806" y="508278"/>
                    <a:pt x="10635009" y="611376"/>
                    <a:pt x="10806868" y="746911"/>
                  </a:cubicBezTo>
                  <a:cubicBezTo>
                    <a:pt x="10900098" y="820439"/>
                    <a:pt x="10976283" y="897609"/>
                    <a:pt x="11033294" y="976274"/>
                  </a:cubicBezTo>
                  <a:cubicBezTo>
                    <a:pt x="11099206" y="1067199"/>
                    <a:pt x="11142408" y="1163947"/>
                    <a:pt x="11161705" y="1263809"/>
                  </a:cubicBezTo>
                  <a:lnTo>
                    <a:pt x="11157448" y="1264636"/>
                  </a:lnTo>
                  <a:cubicBezTo>
                    <a:pt x="11075582" y="840862"/>
                    <a:pt x="10589819" y="593187"/>
                    <a:pt x="10268369" y="429279"/>
                  </a:cubicBezTo>
                  <a:cubicBezTo>
                    <a:pt x="10169282" y="378758"/>
                    <a:pt x="10083687" y="335116"/>
                    <a:pt x="10029859" y="296558"/>
                  </a:cubicBezTo>
                  <a:cubicBezTo>
                    <a:pt x="9989612" y="267745"/>
                    <a:pt x="9952549" y="232528"/>
                    <a:pt x="9913322" y="195236"/>
                  </a:cubicBezTo>
                  <a:cubicBezTo>
                    <a:pt x="9844736" y="130063"/>
                    <a:pt x="9773830" y="62674"/>
                    <a:pt x="9680723" y="26473"/>
                  </a:cubicBezTo>
                  <a:cubicBezTo>
                    <a:pt x="9567106" y="-17715"/>
                    <a:pt x="9446240" y="3394"/>
                    <a:pt x="9311251" y="91013"/>
                  </a:cubicBezTo>
                  <a:cubicBezTo>
                    <a:pt x="9196138" y="165720"/>
                    <a:pt x="9092161" y="275273"/>
                    <a:pt x="9008606" y="363314"/>
                  </a:cubicBezTo>
                  <a:cubicBezTo>
                    <a:pt x="8984964" y="388222"/>
                    <a:pt x="8962624" y="411758"/>
                    <a:pt x="8942271" y="432128"/>
                  </a:cubicBezTo>
                  <a:cubicBezTo>
                    <a:pt x="8759137" y="615457"/>
                    <a:pt x="8593170" y="816728"/>
                    <a:pt x="8432656" y="1011349"/>
                  </a:cubicBezTo>
                  <a:cubicBezTo>
                    <a:pt x="8262222" y="1218038"/>
                    <a:pt x="8085983" y="1431746"/>
                    <a:pt x="7890498" y="1621917"/>
                  </a:cubicBezTo>
                  <a:cubicBezTo>
                    <a:pt x="7872362" y="1639560"/>
                    <a:pt x="7853541" y="1658241"/>
                    <a:pt x="7833594" y="1678013"/>
                  </a:cubicBezTo>
                  <a:cubicBezTo>
                    <a:pt x="7754858" y="1756133"/>
                    <a:pt x="7665604" y="1844683"/>
                    <a:pt x="7565689" y="1922451"/>
                  </a:cubicBezTo>
                  <a:cubicBezTo>
                    <a:pt x="7449592" y="2012814"/>
                    <a:pt x="7342694" y="2069842"/>
                    <a:pt x="7238910" y="2096826"/>
                  </a:cubicBezTo>
                  <a:cubicBezTo>
                    <a:pt x="7194371" y="2108524"/>
                    <a:pt x="7149884" y="2114364"/>
                    <a:pt x="7105838" y="2114364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任意多边形: 形状 1398"/>
            <p:cNvSpPr/>
            <p:nvPr>
              <p:custDataLst>
                <p:tags r:id="rId20"/>
              </p:custDataLst>
            </p:nvPr>
          </p:nvSpPr>
          <p:spPr>
            <a:xfrm>
              <a:off x="950117" y="2747436"/>
              <a:ext cx="11240932" cy="2225361"/>
            </a:xfrm>
            <a:custGeom>
              <a:avLst/>
              <a:gdLst>
                <a:gd name="connsiteX0" fmla="*/ 7222674 w 11240932"/>
                <a:gd name="connsiteY0" fmla="*/ 2225361 h 2225361"/>
                <a:gd name="connsiteX1" fmla="*/ 7103692 w 11240932"/>
                <a:gd name="connsiteY1" fmla="*/ 2210656 h 2225361"/>
                <a:gd name="connsiteX2" fmla="*/ 6871831 w 11240932"/>
                <a:gd name="connsiteY2" fmla="*/ 2103142 h 2225361"/>
                <a:gd name="connsiteX3" fmla="*/ 6680516 w 11240932"/>
                <a:gd name="connsiteY3" fmla="*/ 1950756 h 2225361"/>
                <a:gd name="connsiteX4" fmla="*/ 6162299 w 11240932"/>
                <a:gd name="connsiteY4" fmla="*/ 1396847 h 2225361"/>
                <a:gd name="connsiteX5" fmla="*/ 6153996 w 11240932"/>
                <a:gd name="connsiteY5" fmla="*/ 1387032 h 2225361"/>
                <a:gd name="connsiteX6" fmla="*/ 5934326 w 11240932"/>
                <a:gd name="connsiteY6" fmla="*/ 1123103 h 2225361"/>
                <a:gd name="connsiteX7" fmla="*/ 5642006 w 11240932"/>
                <a:gd name="connsiteY7" fmla="*/ 774089 h 2225361"/>
                <a:gd name="connsiteX8" fmla="*/ 5115961 w 11240932"/>
                <a:gd name="connsiteY8" fmla="*/ 245898 h 2225361"/>
                <a:gd name="connsiteX9" fmla="*/ 4667966 w 11240932"/>
                <a:gd name="connsiteY9" fmla="*/ 55586 h 2225361"/>
                <a:gd name="connsiteX10" fmla="*/ 4054337 w 11240932"/>
                <a:gd name="connsiteY10" fmla="*/ 567119 h 2225361"/>
                <a:gd name="connsiteX11" fmla="*/ 3836355 w 11240932"/>
                <a:gd name="connsiteY11" fmla="*/ 932510 h 2225361"/>
                <a:gd name="connsiteX12" fmla="*/ 3495749 w 11240932"/>
                <a:gd name="connsiteY12" fmla="*/ 1309985 h 2225361"/>
                <a:gd name="connsiteX13" fmla="*/ 2945605 w 11240932"/>
                <a:gd name="connsiteY13" fmla="*/ 1646141 h 2225361"/>
                <a:gd name="connsiteX14" fmla="*/ 2099079 w 11240932"/>
                <a:gd name="connsiteY14" fmla="*/ 1887729 h 2225361"/>
                <a:gd name="connsiteX15" fmla="*/ 1387805 w 11240932"/>
                <a:gd name="connsiteY15" fmla="*/ 2020995 h 2225361"/>
                <a:gd name="connsiteX16" fmla="*/ 1272112 w 11240932"/>
                <a:gd name="connsiteY16" fmla="*/ 2043475 h 2225361"/>
                <a:gd name="connsiteX17" fmla="*/ 640964 w 11240932"/>
                <a:gd name="connsiteY17" fmla="*/ 2037213 h 2225361"/>
                <a:gd name="connsiteX18" fmla="*/ 129326 w 11240932"/>
                <a:gd name="connsiteY18" fmla="*/ 1873744 h 2225361"/>
                <a:gd name="connsiteX19" fmla="*/ 0 w 11240932"/>
                <a:gd name="connsiteY19" fmla="*/ 1824667 h 2225361"/>
                <a:gd name="connsiteX20" fmla="*/ 1478 w 11240932"/>
                <a:gd name="connsiteY20" fmla="*/ 1820656 h 2225361"/>
                <a:gd name="connsiteX21" fmla="*/ 130874 w 11240932"/>
                <a:gd name="connsiteY21" fmla="*/ 1869769 h 2225361"/>
                <a:gd name="connsiteX22" fmla="*/ 1271303 w 11240932"/>
                <a:gd name="connsiteY22" fmla="*/ 2039289 h 2225361"/>
                <a:gd name="connsiteX23" fmla="*/ 1386996 w 11240932"/>
                <a:gd name="connsiteY23" fmla="*/ 2016808 h 2225361"/>
                <a:gd name="connsiteX24" fmla="*/ 2098358 w 11240932"/>
                <a:gd name="connsiteY24" fmla="*/ 1883525 h 2225361"/>
                <a:gd name="connsiteX25" fmla="*/ 4050573 w 11240932"/>
                <a:gd name="connsiteY25" fmla="*/ 565096 h 2225361"/>
                <a:gd name="connsiteX26" fmla="*/ 4293586 w 11240932"/>
                <a:gd name="connsiteY26" fmla="*/ 195730 h 2225361"/>
                <a:gd name="connsiteX27" fmla="*/ 4668018 w 11240932"/>
                <a:gd name="connsiteY27" fmla="*/ 51312 h 2225361"/>
                <a:gd name="connsiteX28" fmla="*/ 4906950 w 11240932"/>
                <a:gd name="connsiteY28" fmla="*/ 110557 h 2225361"/>
                <a:gd name="connsiteX29" fmla="*/ 5118547 w 11240932"/>
                <a:gd name="connsiteY29" fmla="*/ 242504 h 2225361"/>
                <a:gd name="connsiteX30" fmla="*/ 5645243 w 11240932"/>
                <a:gd name="connsiteY30" fmla="*/ 771293 h 2225361"/>
                <a:gd name="connsiteX31" fmla="*/ 5937615 w 11240932"/>
                <a:gd name="connsiteY31" fmla="*/ 1120377 h 2225361"/>
                <a:gd name="connsiteX32" fmla="*/ 6157250 w 11240932"/>
                <a:gd name="connsiteY32" fmla="*/ 1384270 h 2225361"/>
                <a:gd name="connsiteX33" fmla="*/ 6165553 w 11240932"/>
                <a:gd name="connsiteY33" fmla="*/ 1394086 h 2225361"/>
                <a:gd name="connsiteX34" fmla="*/ 6683331 w 11240932"/>
                <a:gd name="connsiteY34" fmla="*/ 1947554 h 2225361"/>
                <a:gd name="connsiteX35" fmla="*/ 7104712 w 11240932"/>
                <a:gd name="connsiteY35" fmla="*/ 2206504 h 2225361"/>
                <a:gd name="connsiteX36" fmla="*/ 7356996 w 11240932"/>
                <a:gd name="connsiteY36" fmla="*/ 2202793 h 2225361"/>
                <a:gd name="connsiteX37" fmla="*/ 7960245 w 11240932"/>
                <a:gd name="connsiteY37" fmla="*/ 1757981 h 2225361"/>
                <a:gd name="connsiteX38" fmla="*/ 8014336 w 11240932"/>
                <a:gd name="connsiteY38" fmla="*/ 1701814 h 2225361"/>
                <a:gd name="connsiteX39" fmla="*/ 8554770 w 11240932"/>
                <a:gd name="connsiteY39" fmla="*/ 1061625 h 2225361"/>
                <a:gd name="connsiteX40" fmla="*/ 9066813 w 11240932"/>
                <a:gd name="connsiteY40" fmla="*/ 450107 h 2225361"/>
                <a:gd name="connsiteX41" fmla="*/ 9129769 w 11240932"/>
                <a:gd name="connsiteY41" fmla="*/ 381662 h 2225361"/>
                <a:gd name="connsiteX42" fmla="*/ 9821482 w 11240932"/>
                <a:gd name="connsiteY42" fmla="*/ 25155 h 2225361"/>
                <a:gd name="connsiteX43" fmla="*/ 10061329 w 11240932"/>
                <a:gd name="connsiteY43" fmla="*/ 211087 h 2225361"/>
                <a:gd name="connsiteX44" fmla="*/ 10173855 w 11240932"/>
                <a:gd name="connsiteY44" fmla="*/ 316964 h 2225361"/>
                <a:gd name="connsiteX45" fmla="*/ 10414195 w 11240932"/>
                <a:gd name="connsiteY45" fmla="*/ 462227 h 2225361"/>
                <a:gd name="connsiteX46" fmla="*/ 10911902 w 11240932"/>
                <a:gd name="connsiteY46" fmla="*/ 781478 h 2225361"/>
                <a:gd name="connsiteX47" fmla="*/ 11120701 w 11240932"/>
                <a:gd name="connsiteY47" fmla="*/ 1002960 h 2225361"/>
                <a:gd name="connsiteX48" fmla="*/ 11240932 w 11240932"/>
                <a:gd name="connsiteY48" fmla="*/ 1276510 h 2225361"/>
                <a:gd name="connsiteX49" fmla="*/ 11236746 w 11240932"/>
                <a:gd name="connsiteY49" fmla="*/ 1277355 h 2225361"/>
                <a:gd name="connsiteX50" fmla="*/ 10412137 w 11240932"/>
                <a:gd name="connsiteY50" fmla="*/ 465974 h 2225361"/>
                <a:gd name="connsiteX51" fmla="*/ 10171217 w 11240932"/>
                <a:gd name="connsiteY51" fmla="*/ 320324 h 2225361"/>
                <a:gd name="connsiteX52" fmla="*/ 10058268 w 11240932"/>
                <a:gd name="connsiteY52" fmla="*/ 214077 h 2225361"/>
                <a:gd name="connsiteX53" fmla="*/ 9819846 w 11240932"/>
                <a:gd name="connsiteY53" fmla="*/ 29113 h 2225361"/>
                <a:gd name="connsiteX54" fmla="*/ 9132935 w 11240932"/>
                <a:gd name="connsiteY54" fmla="*/ 384547 h 2225361"/>
                <a:gd name="connsiteX55" fmla="*/ 9069908 w 11240932"/>
                <a:gd name="connsiteY55" fmla="*/ 453062 h 2225361"/>
                <a:gd name="connsiteX56" fmla="*/ 8558129 w 11240932"/>
                <a:gd name="connsiteY56" fmla="*/ 1064281 h 2225361"/>
                <a:gd name="connsiteX57" fmla="*/ 8017397 w 11240932"/>
                <a:gd name="connsiteY57" fmla="*/ 1704805 h 2225361"/>
                <a:gd name="connsiteX58" fmla="*/ 7963341 w 11240932"/>
                <a:gd name="connsiteY58" fmla="*/ 1760936 h 2225361"/>
                <a:gd name="connsiteX59" fmla="*/ 7358104 w 11240932"/>
                <a:gd name="connsiteY59" fmla="*/ 2206927 h 2225361"/>
                <a:gd name="connsiteX60" fmla="*/ 7222674 w 11240932"/>
                <a:gd name="connsiteY60" fmla="*/ 2225361 h 2225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1240932" h="2225361">
                  <a:moveTo>
                    <a:pt x="7222674" y="2225361"/>
                  </a:moveTo>
                  <a:cubicBezTo>
                    <a:pt x="7182603" y="2225361"/>
                    <a:pt x="7142865" y="2220454"/>
                    <a:pt x="7103692" y="2210656"/>
                  </a:cubicBezTo>
                  <a:cubicBezTo>
                    <a:pt x="7027068" y="2191465"/>
                    <a:pt x="6951217" y="2156301"/>
                    <a:pt x="6871831" y="2103142"/>
                  </a:cubicBezTo>
                  <a:cubicBezTo>
                    <a:pt x="6801486" y="2056035"/>
                    <a:pt x="6738741" y="2002032"/>
                    <a:pt x="6680516" y="1950756"/>
                  </a:cubicBezTo>
                  <a:cubicBezTo>
                    <a:pt x="6485912" y="1779389"/>
                    <a:pt x="6321405" y="1584908"/>
                    <a:pt x="6162299" y="1396847"/>
                  </a:cubicBezTo>
                  <a:lnTo>
                    <a:pt x="6153996" y="1387032"/>
                  </a:lnTo>
                  <a:cubicBezTo>
                    <a:pt x="6079887" y="1299449"/>
                    <a:pt x="6005884" y="1209790"/>
                    <a:pt x="5934326" y="1123103"/>
                  </a:cubicBezTo>
                  <a:cubicBezTo>
                    <a:pt x="5839425" y="1008149"/>
                    <a:pt x="5741305" y="889272"/>
                    <a:pt x="5642006" y="774089"/>
                  </a:cubicBezTo>
                  <a:cubicBezTo>
                    <a:pt x="5499945" y="609266"/>
                    <a:pt x="5323125" y="404125"/>
                    <a:pt x="5115961" y="245898"/>
                  </a:cubicBezTo>
                  <a:cubicBezTo>
                    <a:pt x="4948605" y="118086"/>
                    <a:pt x="4806244" y="57609"/>
                    <a:pt x="4667966" y="55586"/>
                  </a:cubicBezTo>
                  <a:cubicBezTo>
                    <a:pt x="4335065" y="50661"/>
                    <a:pt x="4217331" y="267324"/>
                    <a:pt x="4054337" y="567119"/>
                  </a:cubicBezTo>
                  <a:cubicBezTo>
                    <a:pt x="3993526" y="678978"/>
                    <a:pt x="3924607" y="805752"/>
                    <a:pt x="3836355" y="932510"/>
                  </a:cubicBezTo>
                  <a:cubicBezTo>
                    <a:pt x="3735122" y="1077913"/>
                    <a:pt x="3623721" y="1201381"/>
                    <a:pt x="3495749" y="1309985"/>
                  </a:cubicBezTo>
                  <a:cubicBezTo>
                    <a:pt x="3338420" y="1443497"/>
                    <a:pt x="3158469" y="1553456"/>
                    <a:pt x="2945605" y="1646141"/>
                  </a:cubicBezTo>
                  <a:cubicBezTo>
                    <a:pt x="2704404" y="1751156"/>
                    <a:pt x="2419596" y="1832424"/>
                    <a:pt x="2099079" y="1887729"/>
                  </a:cubicBezTo>
                  <a:cubicBezTo>
                    <a:pt x="1868379" y="1927536"/>
                    <a:pt x="1634952" y="1972937"/>
                    <a:pt x="1387805" y="2020995"/>
                  </a:cubicBezTo>
                  <a:cubicBezTo>
                    <a:pt x="1349493" y="2028453"/>
                    <a:pt x="1310935" y="2035947"/>
                    <a:pt x="1272112" y="2043475"/>
                  </a:cubicBezTo>
                  <a:cubicBezTo>
                    <a:pt x="1063805" y="2083881"/>
                    <a:pt x="857363" y="2081840"/>
                    <a:pt x="640964" y="2037213"/>
                  </a:cubicBezTo>
                  <a:cubicBezTo>
                    <a:pt x="452305" y="1998321"/>
                    <a:pt x="280710" y="1932127"/>
                    <a:pt x="129326" y="1873744"/>
                  </a:cubicBezTo>
                  <a:cubicBezTo>
                    <a:pt x="84417" y="1856417"/>
                    <a:pt x="41989" y="1840059"/>
                    <a:pt x="0" y="1824667"/>
                  </a:cubicBezTo>
                  <a:lnTo>
                    <a:pt x="1478" y="1820656"/>
                  </a:lnTo>
                  <a:cubicBezTo>
                    <a:pt x="43501" y="1836066"/>
                    <a:pt x="85947" y="1852442"/>
                    <a:pt x="130874" y="1869769"/>
                  </a:cubicBezTo>
                  <a:cubicBezTo>
                    <a:pt x="446835" y="1991636"/>
                    <a:pt x="804943" y="2129757"/>
                    <a:pt x="1271303" y="2039289"/>
                  </a:cubicBezTo>
                  <a:cubicBezTo>
                    <a:pt x="1310126" y="2031760"/>
                    <a:pt x="1348684" y="2024267"/>
                    <a:pt x="1386996" y="2016808"/>
                  </a:cubicBezTo>
                  <a:cubicBezTo>
                    <a:pt x="1634161" y="1968733"/>
                    <a:pt x="1867622" y="1923332"/>
                    <a:pt x="2098358" y="1883525"/>
                  </a:cubicBezTo>
                  <a:cubicBezTo>
                    <a:pt x="3461659" y="1648304"/>
                    <a:pt x="3802054" y="1022239"/>
                    <a:pt x="4050573" y="565096"/>
                  </a:cubicBezTo>
                  <a:cubicBezTo>
                    <a:pt x="4131454" y="416316"/>
                    <a:pt x="4201306" y="287834"/>
                    <a:pt x="4293586" y="195730"/>
                  </a:cubicBezTo>
                  <a:cubicBezTo>
                    <a:pt x="4394573" y="94936"/>
                    <a:pt x="4513591" y="49060"/>
                    <a:pt x="4668018" y="51312"/>
                  </a:cubicBezTo>
                  <a:cubicBezTo>
                    <a:pt x="4744291" y="52438"/>
                    <a:pt x="4824679" y="72368"/>
                    <a:pt x="4906950" y="110557"/>
                  </a:cubicBezTo>
                  <a:cubicBezTo>
                    <a:pt x="4973566" y="141481"/>
                    <a:pt x="5042784" y="184648"/>
                    <a:pt x="5118547" y="242504"/>
                  </a:cubicBezTo>
                  <a:cubicBezTo>
                    <a:pt x="5326080" y="400994"/>
                    <a:pt x="5503041" y="606311"/>
                    <a:pt x="5645243" y="771293"/>
                  </a:cubicBezTo>
                  <a:cubicBezTo>
                    <a:pt x="5744559" y="886511"/>
                    <a:pt x="5842696" y="1005405"/>
                    <a:pt x="5937615" y="1120377"/>
                  </a:cubicBezTo>
                  <a:cubicBezTo>
                    <a:pt x="6009173" y="1207063"/>
                    <a:pt x="6083159" y="1296687"/>
                    <a:pt x="6157250" y="1384270"/>
                  </a:cubicBezTo>
                  <a:lnTo>
                    <a:pt x="6165553" y="1394086"/>
                  </a:lnTo>
                  <a:cubicBezTo>
                    <a:pt x="6324554" y="1582041"/>
                    <a:pt x="6488955" y="1776381"/>
                    <a:pt x="6683331" y="1947554"/>
                  </a:cubicBezTo>
                  <a:cubicBezTo>
                    <a:pt x="6811654" y="2060556"/>
                    <a:pt x="6940434" y="2165378"/>
                    <a:pt x="7104712" y="2206504"/>
                  </a:cubicBezTo>
                  <a:cubicBezTo>
                    <a:pt x="7187053" y="2227121"/>
                    <a:pt x="7271927" y="2225872"/>
                    <a:pt x="7356996" y="2202793"/>
                  </a:cubicBezTo>
                  <a:cubicBezTo>
                    <a:pt x="7595945" y="2138429"/>
                    <a:pt x="7806504" y="1918547"/>
                    <a:pt x="7960245" y="1757981"/>
                  </a:cubicBezTo>
                  <a:cubicBezTo>
                    <a:pt x="7979191" y="1738192"/>
                    <a:pt x="7997097" y="1719493"/>
                    <a:pt x="8014336" y="1701814"/>
                  </a:cubicBezTo>
                  <a:cubicBezTo>
                    <a:pt x="8209644" y="1501546"/>
                    <a:pt x="8385092" y="1277900"/>
                    <a:pt x="8554770" y="1061625"/>
                  </a:cubicBezTo>
                  <a:cubicBezTo>
                    <a:pt x="8715776" y="856413"/>
                    <a:pt x="8882253" y="644201"/>
                    <a:pt x="9066813" y="450107"/>
                  </a:cubicBezTo>
                  <a:cubicBezTo>
                    <a:pt x="9086092" y="429843"/>
                    <a:pt x="9107306" y="406430"/>
                    <a:pt x="9129769" y="381662"/>
                  </a:cubicBezTo>
                  <a:cubicBezTo>
                    <a:pt x="9298551" y="195484"/>
                    <a:pt x="9553614" y="-85842"/>
                    <a:pt x="9821482" y="25155"/>
                  </a:cubicBezTo>
                  <a:cubicBezTo>
                    <a:pt x="9918828" y="65508"/>
                    <a:pt x="9991266" y="139511"/>
                    <a:pt x="10061329" y="211087"/>
                  </a:cubicBezTo>
                  <a:cubicBezTo>
                    <a:pt x="10099254" y="249821"/>
                    <a:pt x="10135068" y="286427"/>
                    <a:pt x="10173855" y="316964"/>
                  </a:cubicBezTo>
                  <a:cubicBezTo>
                    <a:pt x="10227700" y="359357"/>
                    <a:pt x="10314123" y="407028"/>
                    <a:pt x="10414195" y="462227"/>
                  </a:cubicBezTo>
                  <a:cubicBezTo>
                    <a:pt x="10565404" y="545624"/>
                    <a:pt x="10753569" y="649425"/>
                    <a:pt x="10911902" y="781478"/>
                  </a:cubicBezTo>
                  <a:cubicBezTo>
                    <a:pt x="10998851" y="854003"/>
                    <a:pt x="11067155" y="926459"/>
                    <a:pt x="11120701" y="1002960"/>
                  </a:cubicBezTo>
                  <a:cubicBezTo>
                    <a:pt x="11181600" y="1089963"/>
                    <a:pt x="11222041" y="1182014"/>
                    <a:pt x="11240932" y="1276510"/>
                  </a:cubicBezTo>
                  <a:lnTo>
                    <a:pt x="11236746" y="1277355"/>
                  </a:lnTo>
                  <a:cubicBezTo>
                    <a:pt x="11156674" y="876660"/>
                    <a:pt x="10726357" y="639293"/>
                    <a:pt x="10412137" y="465974"/>
                  </a:cubicBezTo>
                  <a:cubicBezTo>
                    <a:pt x="10311906" y="410687"/>
                    <a:pt x="10225343" y="362928"/>
                    <a:pt x="10171217" y="320324"/>
                  </a:cubicBezTo>
                  <a:cubicBezTo>
                    <a:pt x="10132201" y="289611"/>
                    <a:pt x="10096299" y="252917"/>
                    <a:pt x="10058268" y="214077"/>
                  </a:cubicBezTo>
                  <a:cubicBezTo>
                    <a:pt x="9988522" y="142818"/>
                    <a:pt x="9916383" y="69113"/>
                    <a:pt x="9819846" y="29113"/>
                  </a:cubicBezTo>
                  <a:cubicBezTo>
                    <a:pt x="9554757" y="-80740"/>
                    <a:pt x="9300908" y="199266"/>
                    <a:pt x="9132935" y="384547"/>
                  </a:cubicBezTo>
                  <a:cubicBezTo>
                    <a:pt x="9110455" y="409350"/>
                    <a:pt x="9089223" y="432763"/>
                    <a:pt x="9069908" y="453062"/>
                  </a:cubicBezTo>
                  <a:cubicBezTo>
                    <a:pt x="8885489" y="647015"/>
                    <a:pt x="8719066" y="859140"/>
                    <a:pt x="8558129" y="1064281"/>
                  </a:cubicBezTo>
                  <a:cubicBezTo>
                    <a:pt x="8388381" y="1280644"/>
                    <a:pt x="8212863" y="1504378"/>
                    <a:pt x="8017397" y="1704805"/>
                  </a:cubicBezTo>
                  <a:cubicBezTo>
                    <a:pt x="8000175" y="1722466"/>
                    <a:pt x="7982286" y="1741147"/>
                    <a:pt x="7963341" y="1760936"/>
                  </a:cubicBezTo>
                  <a:cubicBezTo>
                    <a:pt x="7809248" y="1921855"/>
                    <a:pt x="7598215" y="2142246"/>
                    <a:pt x="7358104" y="2206927"/>
                  </a:cubicBezTo>
                  <a:cubicBezTo>
                    <a:pt x="7312825" y="2219222"/>
                    <a:pt x="7267548" y="2225361"/>
                    <a:pt x="7222674" y="222536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" name="任意多边形: 形状 1399"/>
            <p:cNvSpPr/>
            <p:nvPr>
              <p:custDataLst>
                <p:tags r:id="rId21"/>
              </p:custDataLst>
            </p:nvPr>
          </p:nvSpPr>
          <p:spPr>
            <a:xfrm>
              <a:off x="870889" y="2684806"/>
              <a:ext cx="11320143" cy="2336171"/>
            </a:xfrm>
            <a:custGeom>
              <a:avLst/>
              <a:gdLst>
                <a:gd name="connsiteX0" fmla="*/ 7339440 w 11320143"/>
                <a:gd name="connsiteY0" fmla="*/ 2336172 h 2336171"/>
                <a:gd name="connsiteX1" fmla="*/ 7216886 w 11320143"/>
                <a:gd name="connsiteY1" fmla="*/ 2320376 h 2336171"/>
                <a:gd name="connsiteX2" fmla="*/ 6787607 w 11320143"/>
                <a:gd name="connsiteY2" fmla="*/ 2044134 h 2336171"/>
                <a:gd name="connsiteX3" fmla="*/ 6269918 w 11320143"/>
                <a:gd name="connsiteY3" fmla="*/ 1458598 h 2336171"/>
                <a:gd name="connsiteX4" fmla="*/ 6260771 w 11320143"/>
                <a:gd name="connsiteY4" fmla="*/ 1447129 h 2336171"/>
                <a:gd name="connsiteX5" fmla="*/ 6055577 w 11320143"/>
                <a:gd name="connsiteY5" fmla="*/ 1186208 h 2336171"/>
                <a:gd name="connsiteX6" fmla="*/ 5749871 w 11320143"/>
                <a:gd name="connsiteY6" fmla="*/ 800940 h 2336171"/>
                <a:gd name="connsiteX7" fmla="*/ 5220220 w 11320143"/>
                <a:gd name="connsiteY7" fmla="*/ 246979 h 2336171"/>
                <a:gd name="connsiteX8" fmla="*/ 4762708 w 11320143"/>
                <a:gd name="connsiteY8" fmla="*/ 50563 h 2336171"/>
                <a:gd name="connsiteX9" fmla="*/ 4762497 w 11320143"/>
                <a:gd name="connsiteY9" fmla="*/ 50563 h 2336171"/>
                <a:gd name="connsiteX10" fmla="*/ 4175395 w 11320143"/>
                <a:gd name="connsiteY10" fmla="*/ 595922 h 2336171"/>
                <a:gd name="connsiteX11" fmla="*/ 3964907 w 11320143"/>
                <a:gd name="connsiteY11" fmla="*/ 993539 h 2336171"/>
                <a:gd name="connsiteX12" fmla="*/ 3624706 w 11320143"/>
                <a:gd name="connsiteY12" fmla="*/ 1404137 h 2336171"/>
                <a:gd name="connsiteX13" fmla="*/ 3059944 w 11320143"/>
                <a:gd name="connsiteY13" fmla="*/ 1767804 h 2336171"/>
                <a:gd name="connsiteX14" fmla="*/ 2175949 w 11320143"/>
                <a:gd name="connsiteY14" fmla="*/ 2024802 h 2336171"/>
                <a:gd name="connsiteX15" fmla="*/ 1760619 w 11320143"/>
                <a:gd name="connsiteY15" fmla="*/ 2097697 h 2336171"/>
                <a:gd name="connsiteX16" fmla="*/ 1325447 w 11320143"/>
                <a:gd name="connsiteY16" fmla="*/ 2174128 h 2336171"/>
                <a:gd name="connsiteX17" fmla="*/ 665731 w 11320143"/>
                <a:gd name="connsiteY17" fmla="*/ 2142043 h 2336171"/>
                <a:gd name="connsiteX18" fmla="*/ 128464 w 11320143"/>
                <a:gd name="connsiteY18" fmla="*/ 1937623 h 2336171"/>
                <a:gd name="connsiteX19" fmla="*/ 0 w 11320143"/>
                <a:gd name="connsiteY19" fmla="*/ 1880436 h 2336171"/>
                <a:gd name="connsiteX20" fmla="*/ 1671 w 11320143"/>
                <a:gd name="connsiteY20" fmla="*/ 1876566 h 2336171"/>
                <a:gd name="connsiteX21" fmla="*/ 130188 w 11320143"/>
                <a:gd name="connsiteY21" fmla="*/ 1933771 h 2336171"/>
                <a:gd name="connsiteX22" fmla="*/ 1324726 w 11320143"/>
                <a:gd name="connsiteY22" fmla="*/ 2169959 h 2336171"/>
                <a:gd name="connsiteX23" fmla="*/ 1759863 w 11320143"/>
                <a:gd name="connsiteY23" fmla="*/ 2093528 h 2336171"/>
                <a:gd name="connsiteX24" fmla="*/ 2175228 w 11320143"/>
                <a:gd name="connsiteY24" fmla="*/ 2020615 h 2336171"/>
                <a:gd name="connsiteX25" fmla="*/ 4171578 w 11320143"/>
                <a:gd name="connsiteY25" fmla="*/ 594093 h 2336171"/>
                <a:gd name="connsiteX26" fmla="*/ 4399182 w 11320143"/>
                <a:gd name="connsiteY26" fmla="*/ 203583 h 2336171"/>
                <a:gd name="connsiteX27" fmla="*/ 4762462 w 11320143"/>
                <a:gd name="connsiteY27" fmla="*/ 46341 h 2336171"/>
                <a:gd name="connsiteX28" fmla="*/ 4762655 w 11320143"/>
                <a:gd name="connsiteY28" fmla="*/ 46341 h 2336171"/>
                <a:gd name="connsiteX29" fmla="*/ 5007340 w 11320143"/>
                <a:gd name="connsiteY29" fmla="*/ 106096 h 2336171"/>
                <a:gd name="connsiteX30" fmla="*/ 5222771 w 11320143"/>
                <a:gd name="connsiteY30" fmla="*/ 243654 h 2336171"/>
                <a:gd name="connsiteX31" fmla="*/ 5753090 w 11320143"/>
                <a:gd name="connsiteY31" fmla="*/ 798249 h 2336171"/>
                <a:gd name="connsiteX32" fmla="*/ 6058867 w 11320143"/>
                <a:gd name="connsiteY32" fmla="*/ 1183605 h 2336171"/>
                <a:gd name="connsiteX33" fmla="*/ 6264025 w 11320143"/>
                <a:gd name="connsiteY33" fmla="*/ 1444490 h 2336171"/>
                <a:gd name="connsiteX34" fmla="*/ 6273172 w 11320143"/>
                <a:gd name="connsiteY34" fmla="*/ 1455941 h 2336171"/>
                <a:gd name="connsiteX35" fmla="*/ 6790440 w 11320143"/>
                <a:gd name="connsiteY35" fmla="*/ 2041020 h 2336171"/>
                <a:gd name="connsiteX36" fmla="*/ 7217925 w 11320143"/>
                <a:gd name="connsiteY36" fmla="*/ 2316277 h 2336171"/>
                <a:gd name="connsiteX37" fmla="*/ 7476172 w 11320143"/>
                <a:gd name="connsiteY37" fmla="*/ 2312706 h 2336171"/>
                <a:gd name="connsiteX38" fmla="*/ 8090098 w 11320143"/>
                <a:gd name="connsiteY38" fmla="*/ 1840312 h 2336171"/>
                <a:gd name="connsiteX39" fmla="*/ 8141199 w 11320143"/>
                <a:gd name="connsiteY39" fmla="*/ 1784585 h 2336171"/>
                <a:gd name="connsiteX40" fmla="*/ 8680507 w 11320143"/>
                <a:gd name="connsiteY40" fmla="*/ 1114316 h 2336171"/>
                <a:gd name="connsiteX41" fmla="*/ 9194432 w 11320143"/>
                <a:gd name="connsiteY41" fmla="*/ 470942 h 2336171"/>
                <a:gd name="connsiteX42" fmla="*/ 9254029 w 11320143"/>
                <a:gd name="connsiteY42" fmla="*/ 403165 h 2336171"/>
                <a:gd name="connsiteX43" fmla="*/ 9566701 w 11320143"/>
                <a:gd name="connsiteY43" fmla="*/ 97530 h 2336171"/>
                <a:gd name="connsiteX44" fmla="*/ 9757259 w 11320143"/>
                <a:gd name="connsiteY44" fmla="*/ 8082 h 2336171"/>
                <a:gd name="connsiteX45" fmla="*/ 9960658 w 11320143"/>
                <a:gd name="connsiteY45" fmla="*/ 27660 h 2336171"/>
                <a:gd name="connsiteX46" fmla="*/ 10206943 w 11320143"/>
                <a:gd name="connsiteY46" fmla="*/ 230778 h 2336171"/>
                <a:gd name="connsiteX47" fmla="*/ 10315319 w 11320143"/>
                <a:gd name="connsiteY47" fmla="*/ 340684 h 2336171"/>
                <a:gd name="connsiteX48" fmla="*/ 10555553 w 11320143"/>
                <a:gd name="connsiteY48" fmla="*/ 498559 h 2336171"/>
                <a:gd name="connsiteX49" fmla="*/ 11015510 w 11320143"/>
                <a:gd name="connsiteY49" fmla="*/ 815153 h 2336171"/>
                <a:gd name="connsiteX50" fmla="*/ 11320143 w 11320143"/>
                <a:gd name="connsiteY50" fmla="*/ 1289007 h 2336171"/>
                <a:gd name="connsiteX51" fmla="*/ 11316026 w 11320143"/>
                <a:gd name="connsiteY51" fmla="*/ 1289851 h 2336171"/>
                <a:gd name="connsiteX52" fmla="*/ 10553406 w 11320143"/>
                <a:gd name="connsiteY52" fmla="*/ 502165 h 2336171"/>
                <a:gd name="connsiteX53" fmla="*/ 10312592 w 11320143"/>
                <a:gd name="connsiteY53" fmla="*/ 343868 h 2336171"/>
                <a:gd name="connsiteX54" fmla="*/ 10203865 w 11320143"/>
                <a:gd name="connsiteY54" fmla="*/ 233628 h 2336171"/>
                <a:gd name="connsiteX55" fmla="*/ 9959005 w 11320143"/>
                <a:gd name="connsiteY55" fmla="*/ 31530 h 2336171"/>
                <a:gd name="connsiteX56" fmla="*/ 9569163 w 11320143"/>
                <a:gd name="connsiteY56" fmla="*/ 101013 h 2336171"/>
                <a:gd name="connsiteX57" fmla="*/ 9257248 w 11320143"/>
                <a:gd name="connsiteY57" fmla="*/ 405945 h 2336171"/>
                <a:gd name="connsiteX58" fmla="*/ 9197580 w 11320143"/>
                <a:gd name="connsiteY58" fmla="*/ 473791 h 2336171"/>
                <a:gd name="connsiteX59" fmla="*/ 8683902 w 11320143"/>
                <a:gd name="connsiteY59" fmla="*/ 1116866 h 2336171"/>
                <a:gd name="connsiteX60" fmla="*/ 8144312 w 11320143"/>
                <a:gd name="connsiteY60" fmla="*/ 1787488 h 2336171"/>
                <a:gd name="connsiteX61" fmla="*/ 8093230 w 11320143"/>
                <a:gd name="connsiteY61" fmla="*/ 1843197 h 2336171"/>
                <a:gd name="connsiteX62" fmla="*/ 7477332 w 11320143"/>
                <a:gd name="connsiteY62" fmla="*/ 2316805 h 2336171"/>
                <a:gd name="connsiteX63" fmla="*/ 7339440 w 11320143"/>
                <a:gd name="connsiteY63" fmla="*/ 2336172 h 2336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320143" h="2336171">
                  <a:moveTo>
                    <a:pt x="7339440" y="2336172"/>
                  </a:moveTo>
                  <a:cubicBezTo>
                    <a:pt x="7298190" y="2336172"/>
                    <a:pt x="7257257" y="2330912"/>
                    <a:pt x="7216886" y="2320376"/>
                  </a:cubicBezTo>
                  <a:cubicBezTo>
                    <a:pt x="7047384" y="2276135"/>
                    <a:pt x="6911867" y="2159651"/>
                    <a:pt x="6787607" y="2044134"/>
                  </a:cubicBezTo>
                  <a:cubicBezTo>
                    <a:pt x="6592458" y="1862723"/>
                    <a:pt x="6428479" y="1657283"/>
                    <a:pt x="6269918" y="1458598"/>
                  </a:cubicBezTo>
                  <a:lnTo>
                    <a:pt x="6260771" y="1447129"/>
                  </a:lnTo>
                  <a:cubicBezTo>
                    <a:pt x="6191622" y="1360495"/>
                    <a:pt x="6122456" y="1271892"/>
                    <a:pt x="6055577" y="1186208"/>
                  </a:cubicBezTo>
                  <a:cubicBezTo>
                    <a:pt x="5956507" y="1059275"/>
                    <a:pt x="5854043" y="927997"/>
                    <a:pt x="5749871" y="800940"/>
                  </a:cubicBezTo>
                  <a:cubicBezTo>
                    <a:pt x="5576165" y="589062"/>
                    <a:pt x="5416425" y="401142"/>
                    <a:pt x="5220220" y="246979"/>
                  </a:cubicBezTo>
                  <a:cubicBezTo>
                    <a:pt x="5049680" y="112974"/>
                    <a:pt x="4904294" y="50563"/>
                    <a:pt x="4762708" y="50563"/>
                  </a:cubicBezTo>
                  <a:cubicBezTo>
                    <a:pt x="4762638" y="50563"/>
                    <a:pt x="4762567" y="50563"/>
                    <a:pt x="4762497" y="50563"/>
                  </a:cubicBezTo>
                  <a:cubicBezTo>
                    <a:pt x="4435823" y="50704"/>
                    <a:pt x="4326586" y="279398"/>
                    <a:pt x="4175395" y="595922"/>
                  </a:cubicBezTo>
                  <a:cubicBezTo>
                    <a:pt x="4117276" y="717614"/>
                    <a:pt x="4051399" y="855524"/>
                    <a:pt x="3964907" y="993539"/>
                  </a:cubicBezTo>
                  <a:cubicBezTo>
                    <a:pt x="3865643" y="1151924"/>
                    <a:pt x="3754365" y="1286228"/>
                    <a:pt x="3624706" y="1404137"/>
                  </a:cubicBezTo>
                  <a:cubicBezTo>
                    <a:pt x="3465212" y="1549171"/>
                    <a:pt x="3280477" y="1668118"/>
                    <a:pt x="3059944" y="1767804"/>
                  </a:cubicBezTo>
                  <a:cubicBezTo>
                    <a:pt x="2809947" y="1880788"/>
                    <a:pt x="2512544" y="1967263"/>
                    <a:pt x="2175949" y="2024802"/>
                  </a:cubicBezTo>
                  <a:cubicBezTo>
                    <a:pt x="2040168" y="2048021"/>
                    <a:pt x="1904387" y="2072155"/>
                    <a:pt x="1760619" y="2097697"/>
                  </a:cubicBezTo>
                  <a:cubicBezTo>
                    <a:pt x="1620018" y="2122693"/>
                    <a:pt x="1474615" y="2148534"/>
                    <a:pt x="1325447" y="2174128"/>
                  </a:cubicBezTo>
                  <a:cubicBezTo>
                    <a:pt x="1108380" y="2211367"/>
                    <a:pt x="892597" y="2200883"/>
                    <a:pt x="665731" y="2142043"/>
                  </a:cubicBezTo>
                  <a:cubicBezTo>
                    <a:pt x="467961" y="2090749"/>
                    <a:pt x="287588" y="2009392"/>
                    <a:pt x="128464" y="1937623"/>
                  </a:cubicBezTo>
                  <a:cubicBezTo>
                    <a:pt x="83872" y="1917517"/>
                    <a:pt x="41760" y="1898519"/>
                    <a:pt x="0" y="1880436"/>
                  </a:cubicBezTo>
                  <a:lnTo>
                    <a:pt x="1671" y="1876566"/>
                  </a:lnTo>
                  <a:cubicBezTo>
                    <a:pt x="43466" y="1894667"/>
                    <a:pt x="85596" y="1913665"/>
                    <a:pt x="130188" y="1933771"/>
                  </a:cubicBezTo>
                  <a:cubicBezTo>
                    <a:pt x="462314" y="2083572"/>
                    <a:pt x="838770" y="2253338"/>
                    <a:pt x="1324726" y="2169959"/>
                  </a:cubicBezTo>
                  <a:cubicBezTo>
                    <a:pt x="1473876" y="2144365"/>
                    <a:pt x="1619262" y="2118524"/>
                    <a:pt x="1759863" y="2093528"/>
                  </a:cubicBezTo>
                  <a:cubicBezTo>
                    <a:pt x="1903630" y="2067969"/>
                    <a:pt x="2039447" y="2043835"/>
                    <a:pt x="2175228" y="2020615"/>
                  </a:cubicBezTo>
                  <a:cubicBezTo>
                    <a:pt x="3607150" y="1775825"/>
                    <a:pt x="3933367" y="1092802"/>
                    <a:pt x="4171578" y="594093"/>
                  </a:cubicBezTo>
                  <a:cubicBezTo>
                    <a:pt x="4246566" y="437098"/>
                    <a:pt x="4311335" y="301510"/>
                    <a:pt x="4399182" y="203583"/>
                  </a:cubicBezTo>
                  <a:cubicBezTo>
                    <a:pt x="4495385" y="96369"/>
                    <a:pt x="4610814" y="46394"/>
                    <a:pt x="4762462" y="46341"/>
                  </a:cubicBezTo>
                  <a:cubicBezTo>
                    <a:pt x="4762532" y="46341"/>
                    <a:pt x="4762585" y="46341"/>
                    <a:pt x="4762655" y="46341"/>
                  </a:cubicBezTo>
                  <a:cubicBezTo>
                    <a:pt x="4840898" y="46341"/>
                    <a:pt x="4923221" y="66447"/>
                    <a:pt x="5007340" y="106096"/>
                  </a:cubicBezTo>
                  <a:cubicBezTo>
                    <a:pt x="5075204" y="138093"/>
                    <a:pt x="5145689" y="183090"/>
                    <a:pt x="5222771" y="243654"/>
                  </a:cubicBezTo>
                  <a:cubicBezTo>
                    <a:pt x="5419310" y="398082"/>
                    <a:pt x="5579226" y="586177"/>
                    <a:pt x="5753090" y="798249"/>
                  </a:cubicBezTo>
                  <a:cubicBezTo>
                    <a:pt x="5857297" y="925358"/>
                    <a:pt x="5959761" y="1056636"/>
                    <a:pt x="6058867" y="1183605"/>
                  </a:cubicBezTo>
                  <a:cubicBezTo>
                    <a:pt x="6125746" y="1269288"/>
                    <a:pt x="6194894" y="1357892"/>
                    <a:pt x="6264025" y="1444490"/>
                  </a:cubicBezTo>
                  <a:lnTo>
                    <a:pt x="6273172" y="1455941"/>
                  </a:lnTo>
                  <a:cubicBezTo>
                    <a:pt x="6431645" y="1654503"/>
                    <a:pt x="6595519" y="1859820"/>
                    <a:pt x="6790440" y="2041020"/>
                  </a:cubicBezTo>
                  <a:cubicBezTo>
                    <a:pt x="6914312" y="2156168"/>
                    <a:pt x="7049355" y="2272283"/>
                    <a:pt x="7217925" y="2316277"/>
                  </a:cubicBezTo>
                  <a:cubicBezTo>
                    <a:pt x="7302289" y="2338300"/>
                    <a:pt x="7389169" y="2337104"/>
                    <a:pt x="7476172" y="2312706"/>
                  </a:cubicBezTo>
                  <a:cubicBezTo>
                    <a:pt x="7721542" y="2244402"/>
                    <a:pt x="7934563" y="2010853"/>
                    <a:pt x="8090098" y="1840312"/>
                  </a:cubicBezTo>
                  <a:cubicBezTo>
                    <a:pt x="8108006" y="1820681"/>
                    <a:pt x="8124910" y="1802141"/>
                    <a:pt x="8141199" y="1784585"/>
                  </a:cubicBezTo>
                  <a:cubicBezTo>
                    <a:pt x="8336524" y="1573991"/>
                    <a:pt x="8511392" y="1340301"/>
                    <a:pt x="8680507" y="1114316"/>
                  </a:cubicBezTo>
                  <a:cubicBezTo>
                    <a:pt x="8841882" y="898656"/>
                    <a:pt x="9008764" y="675660"/>
                    <a:pt x="9194432" y="470942"/>
                  </a:cubicBezTo>
                  <a:cubicBezTo>
                    <a:pt x="9212656" y="450853"/>
                    <a:pt x="9232762" y="427686"/>
                    <a:pt x="9254029" y="403165"/>
                  </a:cubicBezTo>
                  <a:cubicBezTo>
                    <a:pt x="9339449" y="304746"/>
                    <a:pt x="9445748" y="182263"/>
                    <a:pt x="9566701" y="97530"/>
                  </a:cubicBezTo>
                  <a:cubicBezTo>
                    <a:pt x="9632524" y="51425"/>
                    <a:pt x="9696641" y="21328"/>
                    <a:pt x="9757259" y="8082"/>
                  </a:cubicBezTo>
                  <a:cubicBezTo>
                    <a:pt x="9827586" y="-7292"/>
                    <a:pt x="9896013" y="-713"/>
                    <a:pt x="9960658" y="27660"/>
                  </a:cubicBezTo>
                  <a:cubicBezTo>
                    <a:pt x="10061751" y="72023"/>
                    <a:pt x="10135561" y="152729"/>
                    <a:pt x="10206943" y="230778"/>
                  </a:cubicBezTo>
                  <a:cubicBezTo>
                    <a:pt x="10243479" y="270726"/>
                    <a:pt x="10277991" y="308476"/>
                    <a:pt x="10315319" y="340684"/>
                  </a:cubicBezTo>
                  <a:cubicBezTo>
                    <a:pt x="10369110" y="387088"/>
                    <a:pt x="10455515" y="438751"/>
                    <a:pt x="10555553" y="498559"/>
                  </a:cubicBezTo>
                  <a:cubicBezTo>
                    <a:pt x="10695661" y="582325"/>
                    <a:pt x="10870036" y="686566"/>
                    <a:pt x="11015510" y="815153"/>
                  </a:cubicBezTo>
                  <a:cubicBezTo>
                    <a:pt x="11185611" y="965517"/>
                    <a:pt x="11285261" y="1120508"/>
                    <a:pt x="11320143" y="1289007"/>
                  </a:cubicBezTo>
                  <a:lnTo>
                    <a:pt x="11316026" y="1289851"/>
                  </a:lnTo>
                  <a:cubicBezTo>
                    <a:pt x="11237643" y="911233"/>
                    <a:pt x="10842173" y="674799"/>
                    <a:pt x="10553406" y="502165"/>
                  </a:cubicBezTo>
                  <a:cubicBezTo>
                    <a:pt x="10453193" y="442251"/>
                    <a:pt x="10366648" y="390518"/>
                    <a:pt x="10312592" y="343868"/>
                  </a:cubicBezTo>
                  <a:cubicBezTo>
                    <a:pt x="10275071" y="311501"/>
                    <a:pt x="10240489" y="273664"/>
                    <a:pt x="10203865" y="233628"/>
                  </a:cubicBezTo>
                  <a:cubicBezTo>
                    <a:pt x="10132782" y="155895"/>
                    <a:pt x="10059288" y="75542"/>
                    <a:pt x="9959005" y="31530"/>
                  </a:cubicBezTo>
                  <a:cubicBezTo>
                    <a:pt x="9838773" y="-21242"/>
                    <a:pt x="9711242" y="1485"/>
                    <a:pt x="9569163" y="101013"/>
                  </a:cubicBezTo>
                  <a:cubicBezTo>
                    <a:pt x="9448633" y="185430"/>
                    <a:pt x="9342527" y="307701"/>
                    <a:pt x="9257248" y="405945"/>
                  </a:cubicBezTo>
                  <a:cubicBezTo>
                    <a:pt x="9235945" y="430483"/>
                    <a:pt x="9215840" y="453650"/>
                    <a:pt x="9197580" y="473791"/>
                  </a:cubicBezTo>
                  <a:cubicBezTo>
                    <a:pt x="9012036" y="678369"/>
                    <a:pt x="8845225" y="901277"/>
                    <a:pt x="8683902" y="1116866"/>
                  </a:cubicBezTo>
                  <a:cubicBezTo>
                    <a:pt x="8514734" y="1342940"/>
                    <a:pt x="8339796" y="1576718"/>
                    <a:pt x="8144312" y="1787488"/>
                  </a:cubicBezTo>
                  <a:cubicBezTo>
                    <a:pt x="8128041" y="1805026"/>
                    <a:pt x="8111137" y="1823566"/>
                    <a:pt x="8093230" y="1843197"/>
                  </a:cubicBezTo>
                  <a:cubicBezTo>
                    <a:pt x="7937343" y="2014107"/>
                    <a:pt x="7723846" y="2248166"/>
                    <a:pt x="7477332" y="2316805"/>
                  </a:cubicBezTo>
                  <a:cubicBezTo>
                    <a:pt x="7431210" y="2329716"/>
                    <a:pt x="7385123" y="2336172"/>
                    <a:pt x="7339440" y="2336172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" name="任意多边形: 形状 1400"/>
            <p:cNvSpPr/>
            <p:nvPr>
              <p:custDataLst>
                <p:tags r:id="rId22"/>
              </p:custDataLst>
            </p:nvPr>
          </p:nvSpPr>
          <p:spPr>
            <a:xfrm>
              <a:off x="791679" y="2622106"/>
              <a:ext cx="11399335" cy="2447051"/>
            </a:xfrm>
            <a:custGeom>
              <a:avLst/>
              <a:gdLst>
                <a:gd name="connsiteX0" fmla="*/ 7456118 w 11399335"/>
                <a:gd name="connsiteY0" fmla="*/ 2447052 h 2447051"/>
                <a:gd name="connsiteX1" fmla="*/ 7330029 w 11399335"/>
                <a:gd name="connsiteY1" fmla="*/ 2430165 h 2447051"/>
                <a:gd name="connsiteX2" fmla="*/ 6894646 w 11399335"/>
                <a:gd name="connsiteY2" fmla="*/ 2137582 h 2447051"/>
                <a:gd name="connsiteX3" fmla="*/ 6377115 w 11399335"/>
                <a:gd name="connsiteY3" fmla="*/ 1520066 h 2447051"/>
                <a:gd name="connsiteX4" fmla="*/ 6367492 w 11399335"/>
                <a:gd name="connsiteY4" fmla="*/ 1507330 h 2447051"/>
                <a:gd name="connsiteX5" fmla="*/ 6174824 w 11399335"/>
                <a:gd name="connsiteY5" fmla="*/ 1248697 h 2447051"/>
                <a:gd name="connsiteX6" fmla="*/ 5857684 w 11399335"/>
                <a:gd name="connsiteY6" fmla="*/ 827878 h 2447051"/>
                <a:gd name="connsiteX7" fmla="*/ 5324409 w 11399335"/>
                <a:gd name="connsiteY7" fmla="*/ 248164 h 2447051"/>
                <a:gd name="connsiteX8" fmla="*/ 4856976 w 11399335"/>
                <a:gd name="connsiteY8" fmla="*/ 45645 h 2447051"/>
                <a:gd name="connsiteX9" fmla="*/ 4507188 w 11399335"/>
                <a:gd name="connsiteY9" fmla="*/ 213757 h 2447051"/>
                <a:gd name="connsiteX10" fmla="*/ 4294730 w 11399335"/>
                <a:gd name="connsiteY10" fmla="*/ 624004 h 2447051"/>
                <a:gd name="connsiteX11" fmla="*/ 4092121 w 11399335"/>
                <a:gd name="connsiteY11" fmla="*/ 1054040 h 2447051"/>
                <a:gd name="connsiteX12" fmla="*/ 3752765 w 11399335"/>
                <a:gd name="connsiteY12" fmla="*/ 1498060 h 2447051"/>
                <a:gd name="connsiteX13" fmla="*/ 3499672 w 11399335"/>
                <a:gd name="connsiteY13" fmla="*/ 1704503 h 2447051"/>
                <a:gd name="connsiteX14" fmla="*/ 3173861 w 11399335"/>
                <a:gd name="connsiteY14" fmla="*/ 1889485 h 2447051"/>
                <a:gd name="connsiteX15" fmla="*/ 2762523 w 11399335"/>
                <a:gd name="connsiteY15" fmla="*/ 2044721 h 2447051"/>
                <a:gd name="connsiteX16" fmla="*/ 2252802 w 11399335"/>
                <a:gd name="connsiteY16" fmla="*/ 2161927 h 2447051"/>
                <a:gd name="connsiteX17" fmla="*/ 2180681 w 11399335"/>
                <a:gd name="connsiteY17" fmla="*/ 2174152 h 2447051"/>
                <a:gd name="connsiteX18" fmla="*/ 1378746 w 11399335"/>
                <a:gd name="connsiteY18" fmla="*/ 2304850 h 2447051"/>
                <a:gd name="connsiteX19" fmla="*/ 690921 w 11399335"/>
                <a:gd name="connsiteY19" fmla="*/ 2246678 h 2447051"/>
                <a:gd name="connsiteX20" fmla="*/ 128288 w 11399335"/>
                <a:gd name="connsiteY20" fmla="*/ 2001114 h 2447051"/>
                <a:gd name="connsiteX21" fmla="*/ 0 w 11399335"/>
                <a:gd name="connsiteY21" fmla="*/ 1936293 h 2447051"/>
                <a:gd name="connsiteX22" fmla="*/ 1829 w 11399335"/>
                <a:gd name="connsiteY22" fmla="*/ 1932581 h 2447051"/>
                <a:gd name="connsiteX23" fmla="*/ 130170 w 11399335"/>
                <a:gd name="connsiteY23" fmla="*/ 1997420 h 2447051"/>
                <a:gd name="connsiteX24" fmla="*/ 1378131 w 11399335"/>
                <a:gd name="connsiteY24" fmla="*/ 2300751 h 2447051"/>
                <a:gd name="connsiteX25" fmla="*/ 2179995 w 11399335"/>
                <a:gd name="connsiteY25" fmla="*/ 2170071 h 2447051"/>
                <a:gd name="connsiteX26" fmla="*/ 2252116 w 11399335"/>
                <a:gd name="connsiteY26" fmla="*/ 2157846 h 2447051"/>
                <a:gd name="connsiteX27" fmla="*/ 4290930 w 11399335"/>
                <a:gd name="connsiteY27" fmla="*/ 622403 h 2447051"/>
                <a:gd name="connsiteX28" fmla="*/ 4503986 w 11399335"/>
                <a:gd name="connsiteY28" fmla="*/ 211154 h 2447051"/>
                <a:gd name="connsiteX29" fmla="*/ 4856940 w 11399335"/>
                <a:gd name="connsiteY29" fmla="*/ 41493 h 2447051"/>
                <a:gd name="connsiteX30" fmla="*/ 5107746 w 11399335"/>
                <a:gd name="connsiteY30" fmla="*/ 101741 h 2447051"/>
                <a:gd name="connsiteX31" fmla="*/ 5327030 w 11399335"/>
                <a:gd name="connsiteY31" fmla="*/ 244945 h 2447051"/>
                <a:gd name="connsiteX32" fmla="*/ 5860955 w 11399335"/>
                <a:gd name="connsiteY32" fmla="*/ 825345 h 2447051"/>
                <a:gd name="connsiteX33" fmla="*/ 6178166 w 11399335"/>
                <a:gd name="connsiteY33" fmla="*/ 1246252 h 2447051"/>
                <a:gd name="connsiteX34" fmla="*/ 6370817 w 11399335"/>
                <a:gd name="connsiteY34" fmla="*/ 1504850 h 2447051"/>
                <a:gd name="connsiteX35" fmla="*/ 6380439 w 11399335"/>
                <a:gd name="connsiteY35" fmla="*/ 1517586 h 2447051"/>
                <a:gd name="connsiteX36" fmla="*/ 6897566 w 11399335"/>
                <a:gd name="connsiteY36" fmla="*/ 2134644 h 2447051"/>
                <a:gd name="connsiteX37" fmla="*/ 7331138 w 11399335"/>
                <a:gd name="connsiteY37" fmla="*/ 2426190 h 2447051"/>
                <a:gd name="connsiteX38" fmla="*/ 7595365 w 11399335"/>
                <a:gd name="connsiteY38" fmla="*/ 2422777 h 2447051"/>
                <a:gd name="connsiteX39" fmla="*/ 8220057 w 11399335"/>
                <a:gd name="connsiteY39" fmla="*/ 1922379 h 2447051"/>
                <a:gd name="connsiteX40" fmla="*/ 8268079 w 11399335"/>
                <a:gd name="connsiteY40" fmla="*/ 1867514 h 2447051"/>
                <a:gd name="connsiteX41" fmla="*/ 8806508 w 11399335"/>
                <a:gd name="connsiteY41" fmla="*/ 1167006 h 2447051"/>
                <a:gd name="connsiteX42" fmla="*/ 9322069 w 11399335"/>
                <a:gd name="connsiteY42" fmla="*/ 491899 h 2447051"/>
                <a:gd name="connsiteX43" fmla="*/ 9378271 w 11399335"/>
                <a:gd name="connsiteY43" fmla="*/ 425196 h 2447051"/>
                <a:gd name="connsiteX44" fmla="*/ 9695481 w 11399335"/>
                <a:gd name="connsiteY44" fmla="*/ 102937 h 2447051"/>
                <a:gd name="connsiteX45" fmla="*/ 9890771 w 11399335"/>
                <a:gd name="connsiteY45" fmla="*/ 8300 h 2447051"/>
                <a:gd name="connsiteX46" fmla="*/ 10099852 w 11399335"/>
                <a:gd name="connsiteY46" fmla="*/ 30306 h 2447051"/>
                <a:gd name="connsiteX47" fmla="*/ 10353227 w 11399335"/>
                <a:gd name="connsiteY47" fmla="*/ 251735 h 2447051"/>
                <a:gd name="connsiteX48" fmla="*/ 10456764 w 11399335"/>
                <a:gd name="connsiteY48" fmla="*/ 364526 h 2447051"/>
                <a:gd name="connsiteX49" fmla="*/ 10694676 w 11399335"/>
                <a:gd name="connsiteY49" fmla="*/ 534802 h 2447051"/>
                <a:gd name="connsiteX50" fmla="*/ 11399335 w 11399335"/>
                <a:gd name="connsiteY50" fmla="*/ 1301626 h 2447051"/>
                <a:gd name="connsiteX51" fmla="*/ 11395290 w 11399335"/>
                <a:gd name="connsiteY51" fmla="*/ 1302506 h 2447051"/>
                <a:gd name="connsiteX52" fmla="*/ 10692424 w 11399335"/>
                <a:gd name="connsiteY52" fmla="*/ 538285 h 2447051"/>
                <a:gd name="connsiteX53" fmla="*/ 10453932 w 11399335"/>
                <a:gd name="connsiteY53" fmla="*/ 367551 h 2447051"/>
                <a:gd name="connsiteX54" fmla="*/ 10350095 w 11399335"/>
                <a:gd name="connsiteY54" fmla="*/ 254444 h 2447051"/>
                <a:gd name="connsiteX55" fmla="*/ 10098129 w 11399335"/>
                <a:gd name="connsiteY55" fmla="*/ 34070 h 2447051"/>
                <a:gd name="connsiteX56" fmla="*/ 9697944 w 11399335"/>
                <a:gd name="connsiteY56" fmla="*/ 106297 h 2447051"/>
                <a:gd name="connsiteX57" fmla="*/ 9381490 w 11399335"/>
                <a:gd name="connsiteY57" fmla="*/ 427852 h 2447051"/>
                <a:gd name="connsiteX58" fmla="*/ 9325235 w 11399335"/>
                <a:gd name="connsiteY58" fmla="*/ 494608 h 2447051"/>
                <a:gd name="connsiteX59" fmla="*/ 8809903 w 11399335"/>
                <a:gd name="connsiteY59" fmla="*/ 1169398 h 2447051"/>
                <a:gd name="connsiteX60" fmla="*/ 8271211 w 11399335"/>
                <a:gd name="connsiteY60" fmla="*/ 1870241 h 2447051"/>
                <a:gd name="connsiteX61" fmla="*/ 8223223 w 11399335"/>
                <a:gd name="connsiteY61" fmla="*/ 1925088 h 2447051"/>
                <a:gd name="connsiteX62" fmla="*/ 7596543 w 11399335"/>
                <a:gd name="connsiteY62" fmla="*/ 2426753 h 2447051"/>
                <a:gd name="connsiteX63" fmla="*/ 7456118 w 11399335"/>
                <a:gd name="connsiteY63" fmla="*/ 2447052 h 244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399335" h="2447051">
                  <a:moveTo>
                    <a:pt x="7456118" y="2447052"/>
                  </a:moveTo>
                  <a:cubicBezTo>
                    <a:pt x="7413689" y="2447052"/>
                    <a:pt x="7371578" y="2441423"/>
                    <a:pt x="7330029" y="2430165"/>
                  </a:cubicBezTo>
                  <a:cubicBezTo>
                    <a:pt x="7156059" y="2383005"/>
                    <a:pt x="7019556" y="2259765"/>
                    <a:pt x="6894646" y="2137582"/>
                  </a:cubicBezTo>
                  <a:cubicBezTo>
                    <a:pt x="6698810" y="1946021"/>
                    <a:pt x="6535271" y="1729481"/>
                    <a:pt x="6377115" y="1520066"/>
                  </a:cubicBezTo>
                  <a:lnTo>
                    <a:pt x="6367492" y="1507330"/>
                  </a:lnTo>
                  <a:cubicBezTo>
                    <a:pt x="6302619" y="1421436"/>
                    <a:pt x="6237657" y="1333624"/>
                    <a:pt x="6174824" y="1248697"/>
                  </a:cubicBezTo>
                  <a:cubicBezTo>
                    <a:pt x="6072218" y="1109995"/>
                    <a:pt x="5966112" y="966580"/>
                    <a:pt x="5857684" y="827878"/>
                  </a:cubicBezTo>
                  <a:cubicBezTo>
                    <a:pt x="5684628" y="606501"/>
                    <a:pt x="5525064" y="410085"/>
                    <a:pt x="5324409" y="248164"/>
                  </a:cubicBezTo>
                  <a:cubicBezTo>
                    <a:pt x="5150474" y="107792"/>
                    <a:pt x="5001992" y="43410"/>
                    <a:pt x="4856976" y="45645"/>
                  </a:cubicBezTo>
                  <a:cubicBezTo>
                    <a:pt x="4709180" y="47896"/>
                    <a:pt x="4598043" y="101301"/>
                    <a:pt x="4507188" y="213757"/>
                  </a:cubicBezTo>
                  <a:cubicBezTo>
                    <a:pt x="4423862" y="316908"/>
                    <a:pt x="4364018" y="459216"/>
                    <a:pt x="4294730" y="624004"/>
                  </a:cubicBezTo>
                  <a:cubicBezTo>
                    <a:pt x="4239407" y="755563"/>
                    <a:pt x="4176714" y="904696"/>
                    <a:pt x="4092121" y="1054040"/>
                  </a:cubicBezTo>
                  <a:cubicBezTo>
                    <a:pt x="3994986" y="1225512"/>
                    <a:pt x="3883990" y="1370757"/>
                    <a:pt x="3752765" y="1498060"/>
                  </a:cubicBezTo>
                  <a:cubicBezTo>
                    <a:pt x="3676105" y="1572433"/>
                    <a:pt x="3590950" y="1641880"/>
                    <a:pt x="3499672" y="1704503"/>
                  </a:cubicBezTo>
                  <a:cubicBezTo>
                    <a:pt x="3400726" y="1772385"/>
                    <a:pt x="3291101" y="1834620"/>
                    <a:pt x="3173861" y="1889485"/>
                  </a:cubicBezTo>
                  <a:cubicBezTo>
                    <a:pt x="3048299" y="1948255"/>
                    <a:pt x="2909897" y="2000481"/>
                    <a:pt x="2762523" y="2044721"/>
                  </a:cubicBezTo>
                  <a:cubicBezTo>
                    <a:pt x="2606020" y="2091705"/>
                    <a:pt x="2434530" y="2131126"/>
                    <a:pt x="2252802" y="2161927"/>
                  </a:cubicBezTo>
                  <a:lnTo>
                    <a:pt x="2180681" y="2174152"/>
                  </a:lnTo>
                  <a:cubicBezTo>
                    <a:pt x="1925390" y="2217460"/>
                    <a:pt x="1661391" y="2262246"/>
                    <a:pt x="1378746" y="2304850"/>
                  </a:cubicBezTo>
                  <a:cubicBezTo>
                    <a:pt x="1153095" y="2338852"/>
                    <a:pt x="928112" y="2319820"/>
                    <a:pt x="690921" y="2246678"/>
                  </a:cubicBezTo>
                  <a:cubicBezTo>
                    <a:pt x="484144" y="2182912"/>
                    <a:pt x="295081" y="2086323"/>
                    <a:pt x="128288" y="2001114"/>
                  </a:cubicBezTo>
                  <a:cubicBezTo>
                    <a:pt x="83784" y="1978387"/>
                    <a:pt x="41742" y="1956909"/>
                    <a:pt x="0" y="1936293"/>
                  </a:cubicBezTo>
                  <a:lnTo>
                    <a:pt x="1829" y="1932581"/>
                  </a:lnTo>
                  <a:cubicBezTo>
                    <a:pt x="43607" y="1953197"/>
                    <a:pt x="85648" y="1974693"/>
                    <a:pt x="130170" y="1997420"/>
                  </a:cubicBezTo>
                  <a:cubicBezTo>
                    <a:pt x="461101" y="2166483"/>
                    <a:pt x="872966" y="2376866"/>
                    <a:pt x="1378131" y="2300751"/>
                  </a:cubicBezTo>
                  <a:cubicBezTo>
                    <a:pt x="1660740" y="2258165"/>
                    <a:pt x="1924721" y="2213379"/>
                    <a:pt x="2179995" y="2170071"/>
                  </a:cubicBezTo>
                  <a:lnTo>
                    <a:pt x="2252116" y="2157846"/>
                  </a:lnTo>
                  <a:cubicBezTo>
                    <a:pt x="3752202" y="1903645"/>
                    <a:pt x="4063572" y="1163119"/>
                    <a:pt x="4290930" y="622403"/>
                  </a:cubicBezTo>
                  <a:cubicBezTo>
                    <a:pt x="4360342" y="457316"/>
                    <a:pt x="4420291" y="314762"/>
                    <a:pt x="4503986" y="211154"/>
                  </a:cubicBezTo>
                  <a:cubicBezTo>
                    <a:pt x="4595668" y="97677"/>
                    <a:pt x="4707825" y="43762"/>
                    <a:pt x="4856940" y="41493"/>
                  </a:cubicBezTo>
                  <a:cubicBezTo>
                    <a:pt x="4937224" y="40297"/>
                    <a:pt x="5021623" y="60544"/>
                    <a:pt x="5107746" y="101741"/>
                  </a:cubicBezTo>
                  <a:cubicBezTo>
                    <a:pt x="5176860" y="134793"/>
                    <a:pt x="5248576" y="181637"/>
                    <a:pt x="5327030" y="244945"/>
                  </a:cubicBezTo>
                  <a:cubicBezTo>
                    <a:pt x="5528019" y="407148"/>
                    <a:pt x="5687741" y="603757"/>
                    <a:pt x="5860955" y="825345"/>
                  </a:cubicBezTo>
                  <a:cubicBezTo>
                    <a:pt x="5969419" y="964099"/>
                    <a:pt x="6075542" y="1107550"/>
                    <a:pt x="6178166" y="1246252"/>
                  </a:cubicBezTo>
                  <a:cubicBezTo>
                    <a:pt x="6240981" y="1331161"/>
                    <a:pt x="6305943" y="1418973"/>
                    <a:pt x="6370817" y="1504850"/>
                  </a:cubicBezTo>
                  <a:lnTo>
                    <a:pt x="6380439" y="1517586"/>
                  </a:lnTo>
                  <a:cubicBezTo>
                    <a:pt x="6538508" y="1726878"/>
                    <a:pt x="6701941" y="1943294"/>
                    <a:pt x="6897566" y="2134644"/>
                  </a:cubicBezTo>
                  <a:cubicBezTo>
                    <a:pt x="7022089" y="2256441"/>
                    <a:pt x="7158135" y="2379293"/>
                    <a:pt x="7331138" y="2426190"/>
                  </a:cubicBezTo>
                  <a:cubicBezTo>
                    <a:pt x="7417525" y="2449620"/>
                    <a:pt x="7506427" y="2448459"/>
                    <a:pt x="7595365" y="2422777"/>
                  </a:cubicBezTo>
                  <a:cubicBezTo>
                    <a:pt x="7847261" y="2350462"/>
                    <a:pt x="8062728" y="2103034"/>
                    <a:pt x="8220057" y="1922379"/>
                  </a:cubicBezTo>
                  <a:cubicBezTo>
                    <a:pt x="8236874" y="1903064"/>
                    <a:pt x="8252776" y="1884823"/>
                    <a:pt x="8268079" y="1867514"/>
                  </a:cubicBezTo>
                  <a:cubicBezTo>
                    <a:pt x="8463475" y="1646524"/>
                    <a:pt x="8637868" y="1402754"/>
                    <a:pt x="8806508" y="1167006"/>
                  </a:cubicBezTo>
                  <a:cubicBezTo>
                    <a:pt x="8968218" y="940968"/>
                    <a:pt x="9135433" y="707225"/>
                    <a:pt x="9322069" y="491899"/>
                  </a:cubicBezTo>
                  <a:cubicBezTo>
                    <a:pt x="9339237" y="472074"/>
                    <a:pt x="9358200" y="449312"/>
                    <a:pt x="9378271" y="425196"/>
                  </a:cubicBezTo>
                  <a:cubicBezTo>
                    <a:pt x="9464499" y="321622"/>
                    <a:pt x="9571801" y="192719"/>
                    <a:pt x="9695481" y="102937"/>
                  </a:cubicBezTo>
                  <a:cubicBezTo>
                    <a:pt x="9762870" y="54018"/>
                    <a:pt x="9828571" y="22179"/>
                    <a:pt x="9890771" y="8300"/>
                  </a:cubicBezTo>
                  <a:cubicBezTo>
                    <a:pt x="9963051" y="-7831"/>
                    <a:pt x="10033395" y="-425"/>
                    <a:pt x="10099852" y="30306"/>
                  </a:cubicBezTo>
                  <a:cubicBezTo>
                    <a:pt x="10205026" y="78943"/>
                    <a:pt x="10280366" y="166791"/>
                    <a:pt x="10353227" y="251735"/>
                  </a:cubicBezTo>
                  <a:cubicBezTo>
                    <a:pt x="10388178" y="292492"/>
                    <a:pt x="10421196" y="330981"/>
                    <a:pt x="10456764" y="364526"/>
                  </a:cubicBezTo>
                  <a:cubicBezTo>
                    <a:pt x="10510239" y="414958"/>
                    <a:pt x="10595711" y="470491"/>
                    <a:pt x="10694676" y="534802"/>
                  </a:cubicBezTo>
                  <a:cubicBezTo>
                    <a:pt x="10959501" y="706890"/>
                    <a:pt x="11322201" y="942568"/>
                    <a:pt x="11399335" y="1301626"/>
                  </a:cubicBezTo>
                  <a:lnTo>
                    <a:pt x="11395290" y="1302506"/>
                  </a:lnTo>
                  <a:cubicBezTo>
                    <a:pt x="11318507" y="945119"/>
                    <a:pt x="10956652" y="709969"/>
                    <a:pt x="10692424" y="538285"/>
                  </a:cubicBezTo>
                  <a:cubicBezTo>
                    <a:pt x="10593284" y="473869"/>
                    <a:pt x="10507671" y="418230"/>
                    <a:pt x="10453932" y="367551"/>
                  </a:cubicBezTo>
                  <a:cubicBezTo>
                    <a:pt x="10418206" y="333848"/>
                    <a:pt x="10385118" y="295290"/>
                    <a:pt x="10350095" y="254444"/>
                  </a:cubicBezTo>
                  <a:cubicBezTo>
                    <a:pt x="10277517" y="169834"/>
                    <a:pt x="10202475" y="82321"/>
                    <a:pt x="10098129" y="34070"/>
                  </a:cubicBezTo>
                  <a:cubicBezTo>
                    <a:pt x="9974520" y="-23082"/>
                    <a:pt x="9843628" y="542"/>
                    <a:pt x="9697944" y="106297"/>
                  </a:cubicBezTo>
                  <a:cubicBezTo>
                    <a:pt x="9574686" y="195780"/>
                    <a:pt x="9467560" y="324455"/>
                    <a:pt x="9381490" y="427852"/>
                  </a:cubicBezTo>
                  <a:cubicBezTo>
                    <a:pt x="9361401" y="451986"/>
                    <a:pt x="9342439" y="474766"/>
                    <a:pt x="9325235" y="494608"/>
                  </a:cubicBezTo>
                  <a:cubicBezTo>
                    <a:pt x="9138723" y="709793"/>
                    <a:pt x="8971560" y="943448"/>
                    <a:pt x="8809903" y="1169398"/>
                  </a:cubicBezTo>
                  <a:cubicBezTo>
                    <a:pt x="8641193" y="1405235"/>
                    <a:pt x="8466729" y="1649092"/>
                    <a:pt x="8271211" y="1870241"/>
                  </a:cubicBezTo>
                  <a:cubicBezTo>
                    <a:pt x="8255925" y="1887532"/>
                    <a:pt x="8240040" y="1905773"/>
                    <a:pt x="8223223" y="1925088"/>
                  </a:cubicBezTo>
                  <a:cubicBezTo>
                    <a:pt x="8065560" y="2106130"/>
                    <a:pt x="7849619" y="2354086"/>
                    <a:pt x="7596543" y="2426753"/>
                  </a:cubicBezTo>
                  <a:cubicBezTo>
                    <a:pt x="7549576" y="2440280"/>
                    <a:pt x="7502663" y="2447052"/>
                    <a:pt x="7456118" y="2447052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4" name="任意多边形: 形状 1401"/>
            <p:cNvSpPr/>
            <p:nvPr>
              <p:custDataLst>
                <p:tags r:id="rId23"/>
              </p:custDataLst>
            </p:nvPr>
          </p:nvSpPr>
          <p:spPr>
            <a:xfrm>
              <a:off x="712451" y="2559315"/>
              <a:ext cx="11478527" cy="2558024"/>
            </a:xfrm>
            <a:custGeom>
              <a:avLst/>
              <a:gdLst>
                <a:gd name="connsiteX0" fmla="*/ 7572796 w 11478527"/>
                <a:gd name="connsiteY0" fmla="*/ 2558024 h 2558024"/>
                <a:gd name="connsiteX1" fmla="*/ 7443224 w 11478527"/>
                <a:gd name="connsiteY1" fmla="*/ 2540029 h 2558024"/>
                <a:gd name="connsiteX2" fmla="*/ 7001720 w 11478527"/>
                <a:gd name="connsiteY2" fmla="*/ 2231104 h 2558024"/>
                <a:gd name="connsiteX3" fmla="*/ 6483889 w 11478527"/>
                <a:gd name="connsiteY3" fmla="*/ 1581063 h 2558024"/>
                <a:gd name="connsiteX4" fmla="*/ 6474250 w 11478527"/>
                <a:gd name="connsiteY4" fmla="*/ 1567607 h 2558024"/>
                <a:gd name="connsiteX5" fmla="*/ 6292504 w 11478527"/>
                <a:gd name="connsiteY5" fmla="*/ 1310679 h 2558024"/>
                <a:gd name="connsiteX6" fmla="*/ 5965514 w 11478527"/>
                <a:gd name="connsiteY6" fmla="*/ 854873 h 2558024"/>
                <a:gd name="connsiteX7" fmla="*/ 5428633 w 11478527"/>
                <a:gd name="connsiteY7" fmla="*/ 249389 h 2558024"/>
                <a:gd name="connsiteX8" fmla="*/ 4951489 w 11478527"/>
                <a:gd name="connsiteY8" fmla="*/ 40766 h 2558024"/>
                <a:gd name="connsiteX9" fmla="*/ 4611359 w 11478527"/>
                <a:gd name="connsiteY9" fmla="*/ 220752 h 2558024"/>
                <a:gd name="connsiteX10" fmla="*/ 4412657 w 11478527"/>
                <a:gd name="connsiteY10" fmla="*/ 651368 h 2558024"/>
                <a:gd name="connsiteX11" fmla="*/ 4218246 w 11478527"/>
                <a:gd name="connsiteY11" fmla="*/ 1114017 h 2558024"/>
                <a:gd name="connsiteX12" fmla="*/ 3880138 w 11478527"/>
                <a:gd name="connsiteY12" fmla="*/ 1591758 h 2558024"/>
                <a:gd name="connsiteX13" fmla="*/ 3622542 w 11478527"/>
                <a:gd name="connsiteY13" fmla="*/ 1813364 h 2558024"/>
                <a:gd name="connsiteX14" fmla="*/ 3287478 w 11478527"/>
                <a:gd name="connsiteY14" fmla="*/ 2011222 h 2558024"/>
                <a:gd name="connsiteX15" fmla="*/ 2861118 w 11478527"/>
                <a:gd name="connsiteY15" fmla="*/ 2176186 h 2558024"/>
                <a:gd name="connsiteX16" fmla="*/ 2329638 w 11478527"/>
                <a:gd name="connsiteY16" fmla="*/ 2299144 h 2558024"/>
                <a:gd name="connsiteX17" fmla="*/ 1432046 w 11478527"/>
                <a:gd name="connsiteY17" fmla="*/ 2435647 h 2558024"/>
                <a:gd name="connsiteX18" fmla="*/ 1247591 w 11478527"/>
                <a:gd name="connsiteY18" fmla="*/ 2447749 h 2558024"/>
                <a:gd name="connsiteX19" fmla="*/ 716463 w 11478527"/>
                <a:gd name="connsiteY19" fmla="*/ 2351212 h 2558024"/>
                <a:gd name="connsiteX20" fmla="*/ 128657 w 11478527"/>
                <a:gd name="connsiteY20" fmla="*/ 2064346 h 2558024"/>
                <a:gd name="connsiteX21" fmla="*/ 0 w 11478527"/>
                <a:gd name="connsiteY21" fmla="*/ 1992224 h 2558024"/>
                <a:gd name="connsiteX22" fmla="*/ 1970 w 11478527"/>
                <a:gd name="connsiteY22" fmla="*/ 1988654 h 2558024"/>
                <a:gd name="connsiteX23" fmla="*/ 130662 w 11478527"/>
                <a:gd name="connsiteY23" fmla="*/ 2060792 h 2558024"/>
                <a:gd name="connsiteX24" fmla="*/ 1431518 w 11478527"/>
                <a:gd name="connsiteY24" fmla="*/ 2431601 h 2558024"/>
                <a:gd name="connsiteX25" fmla="*/ 2328969 w 11478527"/>
                <a:gd name="connsiteY25" fmla="*/ 2295116 h 2558024"/>
                <a:gd name="connsiteX26" fmla="*/ 4408821 w 11478527"/>
                <a:gd name="connsiteY26" fmla="*/ 649979 h 2558024"/>
                <a:gd name="connsiteX27" fmla="*/ 4608052 w 11478527"/>
                <a:gd name="connsiteY27" fmla="*/ 218377 h 2558024"/>
                <a:gd name="connsiteX28" fmla="*/ 4951367 w 11478527"/>
                <a:gd name="connsiteY28" fmla="*/ 36702 h 2558024"/>
                <a:gd name="connsiteX29" fmla="*/ 5208100 w 11478527"/>
                <a:gd name="connsiteY29" fmla="*/ 97407 h 2558024"/>
                <a:gd name="connsiteX30" fmla="*/ 5431219 w 11478527"/>
                <a:gd name="connsiteY30" fmla="*/ 246276 h 2558024"/>
                <a:gd name="connsiteX31" fmla="*/ 5968768 w 11478527"/>
                <a:gd name="connsiteY31" fmla="*/ 852463 h 2558024"/>
                <a:gd name="connsiteX32" fmla="*/ 6295829 w 11478527"/>
                <a:gd name="connsiteY32" fmla="*/ 1308357 h 2558024"/>
                <a:gd name="connsiteX33" fmla="*/ 6477556 w 11478527"/>
                <a:gd name="connsiteY33" fmla="*/ 1565250 h 2558024"/>
                <a:gd name="connsiteX34" fmla="*/ 6487196 w 11478527"/>
                <a:gd name="connsiteY34" fmla="*/ 1578706 h 2558024"/>
                <a:gd name="connsiteX35" fmla="*/ 7004639 w 11478527"/>
                <a:gd name="connsiteY35" fmla="*/ 2228290 h 2558024"/>
                <a:gd name="connsiteX36" fmla="*/ 7444315 w 11478527"/>
                <a:gd name="connsiteY36" fmla="*/ 2536142 h 2558024"/>
                <a:gd name="connsiteX37" fmla="*/ 7714506 w 11478527"/>
                <a:gd name="connsiteY37" fmla="*/ 2532870 h 2558024"/>
                <a:gd name="connsiteX38" fmla="*/ 8350069 w 11478527"/>
                <a:gd name="connsiteY38" fmla="*/ 2004028 h 2558024"/>
                <a:gd name="connsiteX39" fmla="*/ 8394907 w 11478527"/>
                <a:gd name="connsiteY39" fmla="*/ 1950447 h 2558024"/>
                <a:gd name="connsiteX40" fmla="*/ 8932685 w 11478527"/>
                <a:gd name="connsiteY40" fmla="*/ 1219578 h 2558024"/>
                <a:gd name="connsiteX41" fmla="*/ 9449671 w 11478527"/>
                <a:gd name="connsiteY41" fmla="*/ 512878 h 2558024"/>
                <a:gd name="connsiteX42" fmla="*/ 9502442 w 11478527"/>
                <a:gd name="connsiteY42" fmla="*/ 447635 h 2558024"/>
                <a:gd name="connsiteX43" fmla="*/ 9824103 w 11478527"/>
                <a:gd name="connsiteY43" fmla="*/ 108560 h 2558024"/>
                <a:gd name="connsiteX44" fmla="*/ 10024178 w 11478527"/>
                <a:gd name="connsiteY44" fmla="*/ 8557 h 2558024"/>
                <a:gd name="connsiteX45" fmla="*/ 10238993 w 11478527"/>
                <a:gd name="connsiteY45" fmla="*/ 32955 h 2558024"/>
                <a:gd name="connsiteX46" fmla="*/ 10500248 w 11478527"/>
                <a:gd name="connsiteY46" fmla="*/ 274069 h 2558024"/>
                <a:gd name="connsiteX47" fmla="*/ 10598192 w 11478527"/>
                <a:gd name="connsiteY47" fmla="*/ 388390 h 2558024"/>
                <a:gd name="connsiteX48" fmla="*/ 10831760 w 11478527"/>
                <a:gd name="connsiteY48" fmla="*/ 570892 h 2558024"/>
                <a:gd name="connsiteX49" fmla="*/ 11219121 w 11478527"/>
                <a:gd name="connsiteY49" fmla="*/ 881065 h 2558024"/>
                <a:gd name="connsiteX50" fmla="*/ 11478528 w 11478527"/>
                <a:gd name="connsiteY50" fmla="*/ 1314285 h 2558024"/>
                <a:gd name="connsiteX51" fmla="*/ 11474535 w 11478527"/>
                <a:gd name="connsiteY51" fmla="*/ 1315182 h 2558024"/>
                <a:gd name="connsiteX52" fmla="*/ 10829385 w 11478527"/>
                <a:gd name="connsiteY52" fmla="*/ 574234 h 2558024"/>
                <a:gd name="connsiteX53" fmla="*/ 10595254 w 11478527"/>
                <a:gd name="connsiteY53" fmla="*/ 391257 h 2558024"/>
                <a:gd name="connsiteX54" fmla="*/ 10497064 w 11478527"/>
                <a:gd name="connsiteY54" fmla="*/ 276655 h 2558024"/>
                <a:gd name="connsiteX55" fmla="*/ 10237199 w 11478527"/>
                <a:gd name="connsiteY55" fmla="*/ 36649 h 2558024"/>
                <a:gd name="connsiteX56" fmla="*/ 9826548 w 11478527"/>
                <a:gd name="connsiteY56" fmla="*/ 111849 h 2558024"/>
                <a:gd name="connsiteX57" fmla="*/ 9505608 w 11478527"/>
                <a:gd name="connsiteY57" fmla="*/ 450203 h 2558024"/>
                <a:gd name="connsiteX58" fmla="*/ 9452784 w 11478527"/>
                <a:gd name="connsiteY58" fmla="*/ 515499 h 2558024"/>
                <a:gd name="connsiteX59" fmla="*/ 8936027 w 11478527"/>
                <a:gd name="connsiteY59" fmla="*/ 1221900 h 2558024"/>
                <a:gd name="connsiteX60" fmla="*/ 8398003 w 11478527"/>
                <a:gd name="connsiteY60" fmla="*/ 1953085 h 2558024"/>
                <a:gd name="connsiteX61" fmla="*/ 8353183 w 11478527"/>
                <a:gd name="connsiteY61" fmla="*/ 2006649 h 2558024"/>
                <a:gd name="connsiteX62" fmla="*/ 8073141 w 11478527"/>
                <a:gd name="connsiteY62" fmla="*/ 2313393 h 2558024"/>
                <a:gd name="connsiteX63" fmla="*/ 7715631 w 11478527"/>
                <a:gd name="connsiteY63" fmla="*/ 2536792 h 2558024"/>
                <a:gd name="connsiteX64" fmla="*/ 7572796 w 11478527"/>
                <a:gd name="connsiteY64" fmla="*/ 2558024 h 2558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1478527" h="2558024">
                  <a:moveTo>
                    <a:pt x="7572796" y="2558024"/>
                  </a:moveTo>
                  <a:cubicBezTo>
                    <a:pt x="7529206" y="2558024"/>
                    <a:pt x="7485934" y="2552026"/>
                    <a:pt x="7443224" y="2540029"/>
                  </a:cubicBezTo>
                  <a:cubicBezTo>
                    <a:pt x="7264786" y="2489914"/>
                    <a:pt x="7127281" y="2359937"/>
                    <a:pt x="7001720" y="2231104"/>
                  </a:cubicBezTo>
                  <a:cubicBezTo>
                    <a:pt x="6804986" y="2029235"/>
                    <a:pt x="6641747" y="1801385"/>
                    <a:pt x="6483889" y="1581063"/>
                  </a:cubicBezTo>
                  <a:lnTo>
                    <a:pt x="6474250" y="1567607"/>
                  </a:lnTo>
                  <a:cubicBezTo>
                    <a:pt x="6413087" y="1482257"/>
                    <a:pt x="6351784" y="1395044"/>
                    <a:pt x="6292504" y="1310679"/>
                  </a:cubicBezTo>
                  <a:cubicBezTo>
                    <a:pt x="6186890" y="1160421"/>
                    <a:pt x="6077689" y="1005044"/>
                    <a:pt x="5965514" y="854873"/>
                  </a:cubicBezTo>
                  <a:cubicBezTo>
                    <a:pt x="5799371" y="632459"/>
                    <a:pt x="5633281" y="418786"/>
                    <a:pt x="5428633" y="249389"/>
                  </a:cubicBezTo>
                  <a:cubicBezTo>
                    <a:pt x="5251373" y="102667"/>
                    <a:pt x="5099760" y="36368"/>
                    <a:pt x="4951489" y="40766"/>
                  </a:cubicBezTo>
                  <a:cubicBezTo>
                    <a:pt x="4806033" y="45075"/>
                    <a:pt x="4697940" y="102262"/>
                    <a:pt x="4611359" y="220752"/>
                  </a:cubicBezTo>
                  <a:cubicBezTo>
                    <a:pt x="4531920" y="329444"/>
                    <a:pt x="4476651" y="478629"/>
                    <a:pt x="4412657" y="651368"/>
                  </a:cubicBezTo>
                  <a:cubicBezTo>
                    <a:pt x="4360237" y="792867"/>
                    <a:pt x="4300816" y="953222"/>
                    <a:pt x="4218246" y="1114017"/>
                  </a:cubicBezTo>
                  <a:cubicBezTo>
                    <a:pt x="4123398" y="1298718"/>
                    <a:pt x="4012788" y="1454974"/>
                    <a:pt x="3880138" y="1591758"/>
                  </a:cubicBezTo>
                  <a:cubicBezTo>
                    <a:pt x="3802617" y="1671690"/>
                    <a:pt x="3715948" y="1746239"/>
                    <a:pt x="3622542" y="1813364"/>
                  </a:cubicBezTo>
                  <a:cubicBezTo>
                    <a:pt x="3521274" y="1886119"/>
                    <a:pt x="3408536" y="1952699"/>
                    <a:pt x="3287478" y="2011222"/>
                  </a:cubicBezTo>
                  <a:cubicBezTo>
                    <a:pt x="3157800" y="2073915"/>
                    <a:pt x="3014349" y="2129413"/>
                    <a:pt x="2861118" y="2176186"/>
                  </a:cubicBezTo>
                  <a:cubicBezTo>
                    <a:pt x="2698388" y="2225862"/>
                    <a:pt x="2519563" y="2267217"/>
                    <a:pt x="2329638" y="2299144"/>
                  </a:cubicBezTo>
                  <a:cubicBezTo>
                    <a:pt x="2092623" y="2338969"/>
                    <a:pt x="1776398" y="2390474"/>
                    <a:pt x="1432046" y="2435647"/>
                  </a:cubicBezTo>
                  <a:cubicBezTo>
                    <a:pt x="1370655" y="2443703"/>
                    <a:pt x="1309211" y="2447749"/>
                    <a:pt x="1247591" y="2447749"/>
                  </a:cubicBezTo>
                  <a:cubicBezTo>
                    <a:pt x="1074219" y="2447749"/>
                    <a:pt x="899000" y="2415787"/>
                    <a:pt x="716463" y="2351212"/>
                  </a:cubicBezTo>
                  <a:cubicBezTo>
                    <a:pt x="500767" y="2274905"/>
                    <a:pt x="303067" y="2163046"/>
                    <a:pt x="128657" y="2064346"/>
                  </a:cubicBezTo>
                  <a:cubicBezTo>
                    <a:pt x="84048" y="2039103"/>
                    <a:pt x="41901" y="2015251"/>
                    <a:pt x="0" y="1992224"/>
                  </a:cubicBezTo>
                  <a:lnTo>
                    <a:pt x="1970" y="1988654"/>
                  </a:lnTo>
                  <a:cubicBezTo>
                    <a:pt x="43888" y="2011697"/>
                    <a:pt x="86035" y="2035533"/>
                    <a:pt x="130662" y="2060792"/>
                  </a:cubicBezTo>
                  <a:cubicBezTo>
                    <a:pt x="476739" y="2256628"/>
                    <a:pt x="907443" y="2500363"/>
                    <a:pt x="1431518" y="2431601"/>
                  </a:cubicBezTo>
                  <a:cubicBezTo>
                    <a:pt x="1775800" y="2386429"/>
                    <a:pt x="2091972" y="2334923"/>
                    <a:pt x="2328969" y="2295116"/>
                  </a:cubicBezTo>
                  <a:cubicBezTo>
                    <a:pt x="3896920" y="2031663"/>
                    <a:pt x="4192792" y="1233070"/>
                    <a:pt x="4408821" y="649979"/>
                  </a:cubicBezTo>
                  <a:cubicBezTo>
                    <a:pt x="4472922" y="476958"/>
                    <a:pt x="4528297" y="327527"/>
                    <a:pt x="4608052" y="218377"/>
                  </a:cubicBezTo>
                  <a:cubicBezTo>
                    <a:pt x="4695442" y="98797"/>
                    <a:pt x="4804539" y="41065"/>
                    <a:pt x="4951367" y="36702"/>
                  </a:cubicBezTo>
                  <a:cubicBezTo>
                    <a:pt x="5033673" y="34275"/>
                    <a:pt x="5120042" y="54680"/>
                    <a:pt x="5208100" y="97407"/>
                  </a:cubicBezTo>
                  <a:cubicBezTo>
                    <a:pt x="5278445" y="131533"/>
                    <a:pt x="5351428" y="180223"/>
                    <a:pt x="5431219" y="246276"/>
                  </a:cubicBezTo>
                  <a:cubicBezTo>
                    <a:pt x="5636219" y="415972"/>
                    <a:pt x="5802467" y="629855"/>
                    <a:pt x="5968768" y="852463"/>
                  </a:cubicBezTo>
                  <a:cubicBezTo>
                    <a:pt x="6080978" y="1002669"/>
                    <a:pt x="6190198" y="1158081"/>
                    <a:pt x="6295829" y="1308357"/>
                  </a:cubicBezTo>
                  <a:cubicBezTo>
                    <a:pt x="6355109" y="1392704"/>
                    <a:pt x="6416394" y="1479918"/>
                    <a:pt x="6477556" y="1565250"/>
                  </a:cubicBezTo>
                  <a:lnTo>
                    <a:pt x="6487196" y="1578706"/>
                  </a:lnTo>
                  <a:cubicBezTo>
                    <a:pt x="6644966" y="1798922"/>
                    <a:pt x="6808118" y="2026632"/>
                    <a:pt x="7004639" y="2228290"/>
                  </a:cubicBezTo>
                  <a:cubicBezTo>
                    <a:pt x="7129796" y="2356736"/>
                    <a:pt x="7266862" y="2486308"/>
                    <a:pt x="7444315" y="2536142"/>
                  </a:cubicBezTo>
                  <a:cubicBezTo>
                    <a:pt x="7532724" y="2560962"/>
                    <a:pt x="7623633" y="2559871"/>
                    <a:pt x="7714506" y="2532870"/>
                  </a:cubicBezTo>
                  <a:cubicBezTo>
                    <a:pt x="7973068" y="2456474"/>
                    <a:pt x="8190963" y="2194973"/>
                    <a:pt x="8350069" y="2004028"/>
                  </a:cubicBezTo>
                  <a:cubicBezTo>
                    <a:pt x="8365777" y="1985188"/>
                    <a:pt x="8380606" y="1967387"/>
                    <a:pt x="8394907" y="1950447"/>
                  </a:cubicBezTo>
                  <a:cubicBezTo>
                    <a:pt x="8590373" y="1719026"/>
                    <a:pt x="8764397" y="1465124"/>
                    <a:pt x="8932685" y="1219578"/>
                  </a:cubicBezTo>
                  <a:cubicBezTo>
                    <a:pt x="9094676" y="983214"/>
                    <a:pt x="9262191" y="738793"/>
                    <a:pt x="9449671" y="512878"/>
                  </a:cubicBezTo>
                  <a:cubicBezTo>
                    <a:pt x="9465801" y="493440"/>
                    <a:pt x="9483603" y="471188"/>
                    <a:pt x="9502442" y="447635"/>
                  </a:cubicBezTo>
                  <a:cubicBezTo>
                    <a:pt x="9584836" y="344625"/>
                    <a:pt x="9697697" y="203549"/>
                    <a:pt x="9824103" y="108560"/>
                  </a:cubicBezTo>
                  <a:cubicBezTo>
                    <a:pt x="9893075" y="56738"/>
                    <a:pt x="9960377" y="23087"/>
                    <a:pt x="10024178" y="8557"/>
                  </a:cubicBezTo>
                  <a:cubicBezTo>
                    <a:pt x="10098427" y="-8365"/>
                    <a:pt x="10170707" y="-168"/>
                    <a:pt x="10238993" y="32955"/>
                  </a:cubicBezTo>
                  <a:cubicBezTo>
                    <a:pt x="10348653" y="86132"/>
                    <a:pt x="10425717" y="181666"/>
                    <a:pt x="10500248" y="274069"/>
                  </a:cubicBezTo>
                  <a:cubicBezTo>
                    <a:pt x="10533371" y="315143"/>
                    <a:pt x="10564664" y="353930"/>
                    <a:pt x="10598192" y="388390"/>
                  </a:cubicBezTo>
                  <a:cubicBezTo>
                    <a:pt x="10651157" y="442868"/>
                    <a:pt x="10734853" y="502183"/>
                    <a:pt x="10831760" y="570892"/>
                  </a:cubicBezTo>
                  <a:cubicBezTo>
                    <a:pt x="10956441" y="659266"/>
                    <a:pt x="11097746" y="759444"/>
                    <a:pt x="11219121" y="881065"/>
                  </a:cubicBezTo>
                  <a:cubicBezTo>
                    <a:pt x="11360109" y="1022335"/>
                    <a:pt x="11444965" y="1164027"/>
                    <a:pt x="11478528" y="1314285"/>
                  </a:cubicBezTo>
                  <a:lnTo>
                    <a:pt x="11474535" y="1315182"/>
                  </a:lnTo>
                  <a:cubicBezTo>
                    <a:pt x="11399283" y="978236"/>
                    <a:pt x="11069900" y="744739"/>
                    <a:pt x="10829385" y="574234"/>
                  </a:cubicBezTo>
                  <a:cubicBezTo>
                    <a:pt x="10732320" y="505420"/>
                    <a:pt x="10648483" y="445999"/>
                    <a:pt x="10595254" y="391257"/>
                  </a:cubicBezTo>
                  <a:cubicBezTo>
                    <a:pt x="10561604" y="356639"/>
                    <a:pt x="10530257" y="317781"/>
                    <a:pt x="10497064" y="276655"/>
                  </a:cubicBezTo>
                  <a:cubicBezTo>
                    <a:pt x="10422814" y="184621"/>
                    <a:pt x="10346031" y="89438"/>
                    <a:pt x="10237199" y="36649"/>
                  </a:cubicBezTo>
                  <a:cubicBezTo>
                    <a:pt x="10110195" y="-24953"/>
                    <a:pt x="9975874" y="-343"/>
                    <a:pt x="9826548" y="111849"/>
                  </a:cubicBezTo>
                  <a:cubicBezTo>
                    <a:pt x="9700547" y="206521"/>
                    <a:pt x="9587879" y="347369"/>
                    <a:pt x="9505608" y="450203"/>
                  </a:cubicBezTo>
                  <a:cubicBezTo>
                    <a:pt x="9486752" y="473774"/>
                    <a:pt x="9468933" y="496044"/>
                    <a:pt x="9452784" y="515499"/>
                  </a:cubicBezTo>
                  <a:cubicBezTo>
                    <a:pt x="9265445" y="741274"/>
                    <a:pt x="9097983" y="985606"/>
                    <a:pt x="8936027" y="1221900"/>
                  </a:cubicBezTo>
                  <a:cubicBezTo>
                    <a:pt x="8767685" y="1467516"/>
                    <a:pt x="8593610" y="1721506"/>
                    <a:pt x="8398003" y="1953085"/>
                  </a:cubicBezTo>
                  <a:cubicBezTo>
                    <a:pt x="8383720" y="1970008"/>
                    <a:pt x="8368891" y="1987809"/>
                    <a:pt x="8353183" y="2006649"/>
                  </a:cubicBezTo>
                  <a:cubicBezTo>
                    <a:pt x="8276206" y="2099035"/>
                    <a:pt x="8180391" y="2214006"/>
                    <a:pt x="8073141" y="2313393"/>
                  </a:cubicBezTo>
                  <a:cubicBezTo>
                    <a:pt x="7947580" y="2429737"/>
                    <a:pt x="7830638" y="2502807"/>
                    <a:pt x="7715631" y="2536792"/>
                  </a:cubicBezTo>
                  <a:cubicBezTo>
                    <a:pt x="7667943" y="2550935"/>
                    <a:pt x="7620185" y="2558024"/>
                    <a:pt x="7572796" y="2558024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" name="任意多边形: 形状 1402"/>
            <p:cNvSpPr/>
            <p:nvPr>
              <p:custDataLst>
                <p:tags r:id="rId24"/>
              </p:custDataLst>
            </p:nvPr>
          </p:nvSpPr>
          <p:spPr>
            <a:xfrm>
              <a:off x="633276" y="2496356"/>
              <a:ext cx="11557702" cy="2669181"/>
            </a:xfrm>
            <a:custGeom>
              <a:avLst/>
              <a:gdLst>
                <a:gd name="connsiteX0" fmla="*/ 7689368 w 11557702"/>
                <a:gd name="connsiteY0" fmla="*/ 2669181 h 2669181"/>
                <a:gd name="connsiteX1" fmla="*/ 7556349 w 11557702"/>
                <a:gd name="connsiteY1" fmla="*/ 2650096 h 2669181"/>
                <a:gd name="connsiteX2" fmla="*/ 7307848 w 11557702"/>
                <a:gd name="connsiteY2" fmla="*/ 2515317 h 2669181"/>
                <a:gd name="connsiteX3" fmla="*/ 7108741 w 11557702"/>
                <a:gd name="connsiteY3" fmla="*/ 2324811 h 2669181"/>
                <a:gd name="connsiteX4" fmla="*/ 6590418 w 11557702"/>
                <a:gd name="connsiteY4" fmla="*/ 1641947 h 2669181"/>
                <a:gd name="connsiteX5" fmla="*/ 6580936 w 11557702"/>
                <a:gd name="connsiteY5" fmla="*/ 1628032 h 2669181"/>
                <a:gd name="connsiteX6" fmla="*/ 6408778 w 11557702"/>
                <a:gd name="connsiteY6" fmla="*/ 1372301 h 2669181"/>
                <a:gd name="connsiteX7" fmla="*/ 6073291 w 11557702"/>
                <a:gd name="connsiteY7" fmla="*/ 882053 h 2669181"/>
                <a:gd name="connsiteX8" fmla="*/ 5532787 w 11557702"/>
                <a:gd name="connsiteY8" fmla="*/ 250799 h 2669181"/>
                <a:gd name="connsiteX9" fmla="*/ 5045933 w 11557702"/>
                <a:gd name="connsiteY9" fmla="*/ 36071 h 2669181"/>
                <a:gd name="connsiteX10" fmla="*/ 4714844 w 11557702"/>
                <a:gd name="connsiteY10" fmla="*/ 227597 h 2669181"/>
                <a:gd name="connsiteX11" fmla="*/ 4529264 w 11557702"/>
                <a:gd name="connsiteY11" fmla="*/ 678214 h 2669181"/>
                <a:gd name="connsiteX12" fmla="*/ 4343349 w 11557702"/>
                <a:gd name="connsiteY12" fmla="*/ 1173616 h 2669181"/>
                <a:gd name="connsiteX13" fmla="*/ 4006843 w 11557702"/>
                <a:gd name="connsiteY13" fmla="*/ 1685343 h 2669181"/>
                <a:gd name="connsiteX14" fmla="*/ 3744919 w 11557702"/>
                <a:gd name="connsiteY14" fmla="*/ 1922217 h 2669181"/>
                <a:gd name="connsiteX15" fmla="*/ 3400778 w 11557702"/>
                <a:gd name="connsiteY15" fmla="*/ 2133039 h 2669181"/>
                <a:gd name="connsiteX16" fmla="*/ 2959572 w 11557702"/>
                <a:gd name="connsiteY16" fmla="*/ 2307784 h 2669181"/>
                <a:gd name="connsiteX17" fmla="*/ 2406456 w 11557702"/>
                <a:gd name="connsiteY17" fmla="*/ 2436476 h 2669181"/>
                <a:gd name="connsiteX18" fmla="*/ 1485327 w 11557702"/>
                <a:gd name="connsiteY18" fmla="*/ 2566576 h 2669181"/>
                <a:gd name="connsiteX19" fmla="*/ 742250 w 11557702"/>
                <a:gd name="connsiteY19" fmla="*/ 2455738 h 2669181"/>
                <a:gd name="connsiteX20" fmla="*/ 129431 w 11557702"/>
                <a:gd name="connsiteY20" fmla="*/ 2127428 h 2669181"/>
                <a:gd name="connsiteX21" fmla="*/ 0 w 11557702"/>
                <a:gd name="connsiteY21" fmla="*/ 2048288 h 2669181"/>
                <a:gd name="connsiteX22" fmla="*/ 2076 w 11557702"/>
                <a:gd name="connsiteY22" fmla="*/ 2044840 h 2669181"/>
                <a:gd name="connsiteX23" fmla="*/ 131542 w 11557702"/>
                <a:gd name="connsiteY23" fmla="*/ 2123998 h 2669181"/>
                <a:gd name="connsiteX24" fmla="*/ 1484888 w 11557702"/>
                <a:gd name="connsiteY24" fmla="*/ 2562565 h 2669181"/>
                <a:gd name="connsiteX25" fmla="*/ 2405805 w 11557702"/>
                <a:gd name="connsiteY25" fmla="*/ 2432500 h 2669181"/>
                <a:gd name="connsiteX26" fmla="*/ 4525464 w 11557702"/>
                <a:gd name="connsiteY26" fmla="*/ 676930 h 2669181"/>
                <a:gd name="connsiteX27" fmla="*/ 4711519 w 11557702"/>
                <a:gd name="connsiteY27" fmla="*/ 225328 h 2669181"/>
                <a:gd name="connsiteX28" fmla="*/ 5045792 w 11557702"/>
                <a:gd name="connsiteY28" fmla="*/ 32008 h 2669181"/>
                <a:gd name="connsiteX29" fmla="*/ 5308437 w 11557702"/>
                <a:gd name="connsiteY29" fmla="*/ 93135 h 2669181"/>
                <a:gd name="connsiteX30" fmla="*/ 5535425 w 11557702"/>
                <a:gd name="connsiteY30" fmla="*/ 247685 h 2669181"/>
                <a:gd name="connsiteX31" fmla="*/ 6076598 w 11557702"/>
                <a:gd name="connsiteY31" fmla="*/ 879678 h 2669181"/>
                <a:gd name="connsiteX32" fmla="*/ 6412155 w 11557702"/>
                <a:gd name="connsiteY32" fmla="*/ 1370032 h 2669181"/>
                <a:gd name="connsiteX33" fmla="*/ 6584296 w 11557702"/>
                <a:gd name="connsiteY33" fmla="*/ 1625746 h 2669181"/>
                <a:gd name="connsiteX34" fmla="*/ 6593778 w 11557702"/>
                <a:gd name="connsiteY34" fmla="*/ 1639660 h 2669181"/>
                <a:gd name="connsiteX35" fmla="*/ 7111713 w 11557702"/>
                <a:gd name="connsiteY35" fmla="*/ 2322050 h 2669181"/>
                <a:gd name="connsiteX36" fmla="*/ 7557492 w 11557702"/>
                <a:gd name="connsiteY36" fmla="*/ 2646208 h 2669181"/>
                <a:gd name="connsiteX37" fmla="*/ 7833681 w 11557702"/>
                <a:gd name="connsiteY37" fmla="*/ 2643095 h 2669181"/>
                <a:gd name="connsiteX38" fmla="*/ 8480168 w 11557702"/>
                <a:gd name="connsiteY38" fmla="*/ 2085404 h 2669181"/>
                <a:gd name="connsiteX39" fmla="*/ 8521770 w 11557702"/>
                <a:gd name="connsiteY39" fmla="*/ 2033530 h 2669181"/>
                <a:gd name="connsiteX40" fmla="*/ 9059073 w 11557702"/>
                <a:gd name="connsiteY40" fmla="*/ 1272176 h 2669181"/>
                <a:gd name="connsiteX41" fmla="*/ 9577272 w 11557702"/>
                <a:gd name="connsiteY41" fmla="*/ 534024 h 2669181"/>
                <a:gd name="connsiteX42" fmla="*/ 9626579 w 11557702"/>
                <a:gd name="connsiteY42" fmla="*/ 470628 h 2669181"/>
                <a:gd name="connsiteX43" fmla="*/ 10378135 w 11557702"/>
                <a:gd name="connsiteY43" fmla="*/ 35790 h 2669181"/>
                <a:gd name="connsiteX44" fmla="*/ 10648079 w 11557702"/>
                <a:gd name="connsiteY44" fmla="*/ 298170 h 2669181"/>
                <a:gd name="connsiteX45" fmla="*/ 10739585 w 11557702"/>
                <a:gd name="connsiteY45" fmla="*/ 412421 h 2669181"/>
                <a:gd name="connsiteX46" fmla="*/ 10966872 w 11557702"/>
                <a:gd name="connsiteY46" fmla="*/ 606955 h 2669181"/>
                <a:gd name="connsiteX47" fmla="*/ 11319351 w 11557702"/>
                <a:gd name="connsiteY47" fmla="*/ 913434 h 2669181"/>
                <a:gd name="connsiteX48" fmla="*/ 11557703 w 11557702"/>
                <a:gd name="connsiteY48" fmla="*/ 1327076 h 2669181"/>
                <a:gd name="connsiteX49" fmla="*/ 11553780 w 11557702"/>
                <a:gd name="connsiteY49" fmla="*/ 1327991 h 2669181"/>
                <a:gd name="connsiteX50" fmla="*/ 10964410 w 11557702"/>
                <a:gd name="connsiteY50" fmla="*/ 610139 h 2669181"/>
                <a:gd name="connsiteX51" fmla="*/ 10736594 w 11557702"/>
                <a:gd name="connsiteY51" fmla="*/ 415112 h 2669181"/>
                <a:gd name="connsiteX52" fmla="*/ 10644878 w 11557702"/>
                <a:gd name="connsiteY52" fmla="*/ 300615 h 2669181"/>
                <a:gd name="connsiteX53" fmla="*/ 10376305 w 11557702"/>
                <a:gd name="connsiteY53" fmla="*/ 39378 h 2669181"/>
                <a:gd name="connsiteX54" fmla="*/ 9629745 w 11557702"/>
                <a:gd name="connsiteY54" fmla="*/ 473091 h 2669181"/>
                <a:gd name="connsiteX55" fmla="*/ 9580404 w 11557702"/>
                <a:gd name="connsiteY55" fmla="*/ 536540 h 2669181"/>
                <a:gd name="connsiteX56" fmla="*/ 9062415 w 11557702"/>
                <a:gd name="connsiteY56" fmla="*/ 1274392 h 2669181"/>
                <a:gd name="connsiteX57" fmla="*/ 8524883 w 11557702"/>
                <a:gd name="connsiteY57" fmla="*/ 2036063 h 2669181"/>
                <a:gd name="connsiteX58" fmla="*/ 8483300 w 11557702"/>
                <a:gd name="connsiteY58" fmla="*/ 2087920 h 2669181"/>
                <a:gd name="connsiteX59" fmla="*/ 8200286 w 11557702"/>
                <a:gd name="connsiteY59" fmla="*/ 2410653 h 2669181"/>
                <a:gd name="connsiteX60" fmla="*/ 7834824 w 11557702"/>
                <a:gd name="connsiteY60" fmla="*/ 2646929 h 2669181"/>
                <a:gd name="connsiteX61" fmla="*/ 7689368 w 11557702"/>
                <a:gd name="connsiteY61" fmla="*/ 2669181 h 2669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1557702" h="2669181">
                  <a:moveTo>
                    <a:pt x="7689368" y="2669181"/>
                  </a:moveTo>
                  <a:cubicBezTo>
                    <a:pt x="7644636" y="2669181"/>
                    <a:pt x="7600202" y="2662814"/>
                    <a:pt x="7556349" y="2650096"/>
                  </a:cubicBezTo>
                  <a:cubicBezTo>
                    <a:pt x="7472934" y="2625891"/>
                    <a:pt x="7391648" y="2581809"/>
                    <a:pt x="7307848" y="2515317"/>
                  </a:cubicBezTo>
                  <a:cubicBezTo>
                    <a:pt x="7234829" y="2457391"/>
                    <a:pt x="7169005" y="2389527"/>
                    <a:pt x="7108741" y="2324811"/>
                  </a:cubicBezTo>
                  <a:cubicBezTo>
                    <a:pt x="6911040" y="2112546"/>
                    <a:pt x="6748046" y="1873315"/>
                    <a:pt x="6590418" y="1641947"/>
                  </a:cubicBezTo>
                  <a:lnTo>
                    <a:pt x="6580936" y="1628032"/>
                  </a:lnTo>
                  <a:cubicBezTo>
                    <a:pt x="6523028" y="1543053"/>
                    <a:pt x="6464944" y="1456243"/>
                    <a:pt x="6408778" y="1372301"/>
                  </a:cubicBezTo>
                  <a:cubicBezTo>
                    <a:pt x="6300613" y="1210644"/>
                    <a:pt x="6188773" y="1043499"/>
                    <a:pt x="6073291" y="882053"/>
                  </a:cubicBezTo>
                  <a:cubicBezTo>
                    <a:pt x="5907623" y="650421"/>
                    <a:pt x="5741604" y="427848"/>
                    <a:pt x="5532787" y="250799"/>
                  </a:cubicBezTo>
                  <a:cubicBezTo>
                    <a:pt x="5419134" y="154438"/>
                    <a:pt x="5245023" y="27364"/>
                    <a:pt x="5045933" y="36071"/>
                  </a:cubicBezTo>
                  <a:cubicBezTo>
                    <a:pt x="4902588" y="42351"/>
                    <a:pt x="4797379" y="103214"/>
                    <a:pt x="4714844" y="227597"/>
                  </a:cubicBezTo>
                  <a:cubicBezTo>
                    <a:pt x="4639117" y="341707"/>
                    <a:pt x="4588210" y="497647"/>
                    <a:pt x="4529264" y="678214"/>
                  </a:cubicBezTo>
                  <a:cubicBezTo>
                    <a:pt x="4479817" y="829668"/>
                    <a:pt x="4423791" y="1001335"/>
                    <a:pt x="4343349" y="1173616"/>
                  </a:cubicBezTo>
                  <a:cubicBezTo>
                    <a:pt x="4250912" y="1371615"/>
                    <a:pt x="4140830" y="1539007"/>
                    <a:pt x="4006843" y="1685343"/>
                  </a:cubicBezTo>
                  <a:cubicBezTo>
                    <a:pt x="3928530" y="1770885"/>
                    <a:pt x="3840401" y="1850588"/>
                    <a:pt x="3744919" y="1922217"/>
                  </a:cubicBezTo>
                  <a:cubicBezTo>
                    <a:pt x="3641382" y="1999896"/>
                    <a:pt x="3525601" y="2070839"/>
                    <a:pt x="3400778" y="2133039"/>
                  </a:cubicBezTo>
                  <a:cubicBezTo>
                    <a:pt x="3267038" y="2199690"/>
                    <a:pt x="3118591" y="2258477"/>
                    <a:pt x="2959572" y="2307784"/>
                  </a:cubicBezTo>
                  <a:cubicBezTo>
                    <a:pt x="2790633" y="2360168"/>
                    <a:pt x="2604543" y="2403458"/>
                    <a:pt x="2406456" y="2436476"/>
                  </a:cubicBezTo>
                  <a:cubicBezTo>
                    <a:pt x="2079870" y="2490901"/>
                    <a:pt x="1778561" y="2533453"/>
                    <a:pt x="1485327" y="2566576"/>
                  </a:cubicBezTo>
                  <a:cubicBezTo>
                    <a:pt x="1242912" y="2593946"/>
                    <a:pt x="999846" y="2557693"/>
                    <a:pt x="742250" y="2455738"/>
                  </a:cubicBezTo>
                  <a:cubicBezTo>
                    <a:pt x="517689" y="2366853"/>
                    <a:pt x="311423" y="2239656"/>
                    <a:pt x="129431" y="2127428"/>
                  </a:cubicBezTo>
                  <a:cubicBezTo>
                    <a:pt x="84575" y="2099758"/>
                    <a:pt x="42182" y="2073636"/>
                    <a:pt x="0" y="2048288"/>
                  </a:cubicBezTo>
                  <a:lnTo>
                    <a:pt x="2076" y="2044840"/>
                  </a:lnTo>
                  <a:cubicBezTo>
                    <a:pt x="44275" y="2070206"/>
                    <a:pt x="86669" y="2096328"/>
                    <a:pt x="131542" y="2123998"/>
                  </a:cubicBezTo>
                  <a:cubicBezTo>
                    <a:pt x="492676" y="2346694"/>
                    <a:pt x="942114" y="2623850"/>
                    <a:pt x="1484888" y="2562565"/>
                  </a:cubicBezTo>
                  <a:cubicBezTo>
                    <a:pt x="1778051" y="2529460"/>
                    <a:pt x="2079289" y="2486926"/>
                    <a:pt x="2405805" y="2432500"/>
                  </a:cubicBezTo>
                  <a:cubicBezTo>
                    <a:pt x="4041355" y="2159918"/>
                    <a:pt x="4321150" y="1302784"/>
                    <a:pt x="4525464" y="676930"/>
                  </a:cubicBezTo>
                  <a:cubicBezTo>
                    <a:pt x="4584498" y="496081"/>
                    <a:pt x="4635476" y="339913"/>
                    <a:pt x="4711519" y="225328"/>
                  </a:cubicBezTo>
                  <a:cubicBezTo>
                    <a:pt x="4794828" y="99767"/>
                    <a:pt x="4901057" y="38340"/>
                    <a:pt x="5045792" y="32008"/>
                  </a:cubicBezTo>
                  <a:cubicBezTo>
                    <a:pt x="5130069" y="28331"/>
                    <a:pt x="5218443" y="48877"/>
                    <a:pt x="5308437" y="93135"/>
                  </a:cubicBezTo>
                  <a:cubicBezTo>
                    <a:pt x="5380013" y="128334"/>
                    <a:pt x="5454262" y="178889"/>
                    <a:pt x="5535425" y="247685"/>
                  </a:cubicBezTo>
                  <a:cubicBezTo>
                    <a:pt x="5744594" y="425033"/>
                    <a:pt x="5910772" y="647835"/>
                    <a:pt x="6076598" y="879678"/>
                  </a:cubicBezTo>
                  <a:cubicBezTo>
                    <a:pt x="6192097" y="1041159"/>
                    <a:pt x="6303973" y="1208340"/>
                    <a:pt x="6412155" y="1370032"/>
                  </a:cubicBezTo>
                  <a:cubicBezTo>
                    <a:pt x="6468321" y="1453974"/>
                    <a:pt x="6526405" y="1540783"/>
                    <a:pt x="6584296" y="1625746"/>
                  </a:cubicBezTo>
                  <a:lnTo>
                    <a:pt x="6593778" y="1639660"/>
                  </a:lnTo>
                  <a:cubicBezTo>
                    <a:pt x="6751318" y="1870905"/>
                    <a:pt x="6914224" y="2110013"/>
                    <a:pt x="7111713" y="2322050"/>
                  </a:cubicBezTo>
                  <a:cubicBezTo>
                    <a:pt x="7232014" y="2451199"/>
                    <a:pt x="7375588" y="2593419"/>
                    <a:pt x="7557492" y="2646208"/>
                  </a:cubicBezTo>
                  <a:cubicBezTo>
                    <a:pt x="7647925" y="2672453"/>
                    <a:pt x="7740839" y="2671398"/>
                    <a:pt x="7833681" y="2643095"/>
                  </a:cubicBezTo>
                  <a:cubicBezTo>
                    <a:pt x="8099017" y="2562565"/>
                    <a:pt x="8319321" y="2286781"/>
                    <a:pt x="8480168" y="2085404"/>
                  </a:cubicBezTo>
                  <a:cubicBezTo>
                    <a:pt x="8494734" y="2067163"/>
                    <a:pt x="8508489" y="2049941"/>
                    <a:pt x="8521770" y="2033530"/>
                  </a:cubicBezTo>
                  <a:cubicBezTo>
                    <a:pt x="8717341" y="1791607"/>
                    <a:pt x="8891066" y="1527538"/>
                    <a:pt x="9059073" y="1272176"/>
                  </a:cubicBezTo>
                  <a:cubicBezTo>
                    <a:pt x="9221328" y="1025539"/>
                    <a:pt x="9389107" y="770511"/>
                    <a:pt x="9577272" y="534024"/>
                  </a:cubicBezTo>
                  <a:cubicBezTo>
                    <a:pt x="9592348" y="515079"/>
                    <a:pt x="9608970" y="493478"/>
                    <a:pt x="9626579" y="470628"/>
                  </a:cubicBezTo>
                  <a:cubicBezTo>
                    <a:pt x="9795536" y="251168"/>
                    <a:pt x="10078339" y="-116122"/>
                    <a:pt x="10378135" y="35790"/>
                  </a:cubicBezTo>
                  <a:cubicBezTo>
                    <a:pt x="10492720" y="93839"/>
                    <a:pt x="10571701" y="197728"/>
                    <a:pt x="10648079" y="298170"/>
                  </a:cubicBezTo>
                  <a:cubicBezTo>
                    <a:pt x="10679109" y="338980"/>
                    <a:pt x="10708414" y="377521"/>
                    <a:pt x="10739585" y="412421"/>
                  </a:cubicBezTo>
                  <a:cubicBezTo>
                    <a:pt x="10791863" y="470962"/>
                    <a:pt x="10872956" y="533989"/>
                    <a:pt x="10966872" y="606955"/>
                  </a:cubicBezTo>
                  <a:cubicBezTo>
                    <a:pt x="11080489" y="695242"/>
                    <a:pt x="11209269" y="795314"/>
                    <a:pt x="11319351" y="913434"/>
                  </a:cubicBezTo>
                  <a:cubicBezTo>
                    <a:pt x="11446795" y="1050183"/>
                    <a:pt x="11524756" y="1185490"/>
                    <a:pt x="11557703" y="1327076"/>
                  </a:cubicBezTo>
                  <a:lnTo>
                    <a:pt x="11553780" y="1327991"/>
                  </a:lnTo>
                  <a:cubicBezTo>
                    <a:pt x="11479970" y="1010745"/>
                    <a:pt x="11194107" y="788630"/>
                    <a:pt x="10964410" y="610139"/>
                  </a:cubicBezTo>
                  <a:cubicBezTo>
                    <a:pt x="10870353" y="537050"/>
                    <a:pt x="10789120" y="473935"/>
                    <a:pt x="10736594" y="415112"/>
                  </a:cubicBezTo>
                  <a:cubicBezTo>
                    <a:pt x="10705318" y="380089"/>
                    <a:pt x="10675960" y="341478"/>
                    <a:pt x="10644878" y="300615"/>
                  </a:cubicBezTo>
                  <a:cubicBezTo>
                    <a:pt x="10568763" y="200525"/>
                    <a:pt x="10490063" y="97022"/>
                    <a:pt x="10376305" y="39378"/>
                  </a:cubicBezTo>
                  <a:cubicBezTo>
                    <a:pt x="10079465" y="-111021"/>
                    <a:pt x="9797946" y="254616"/>
                    <a:pt x="9629745" y="473091"/>
                  </a:cubicBezTo>
                  <a:cubicBezTo>
                    <a:pt x="9612137" y="495958"/>
                    <a:pt x="9595497" y="517577"/>
                    <a:pt x="9580404" y="536540"/>
                  </a:cubicBezTo>
                  <a:cubicBezTo>
                    <a:pt x="9392343" y="772886"/>
                    <a:pt x="9224617" y="1027843"/>
                    <a:pt x="9062415" y="1274392"/>
                  </a:cubicBezTo>
                  <a:cubicBezTo>
                    <a:pt x="8894355" y="1529842"/>
                    <a:pt x="8720578" y="1793999"/>
                    <a:pt x="8524883" y="2036063"/>
                  </a:cubicBezTo>
                  <a:cubicBezTo>
                    <a:pt x="8511603" y="2052475"/>
                    <a:pt x="8497864" y="2069696"/>
                    <a:pt x="8483300" y="2087920"/>
                  </a:cubicBezTo>
                  <a:cubicBezTo>
                    <a:pt x="8405831" y="2184914"/>
                    <a:pt x="8309399" y="2305602"/>
                    <a:pt x="8200286" y="2410653"/>
                  </a:cubicBezTo>
                  <a:cubicBezTo>
                    <a:pt x="8072314" y="2533857"/>
                    <a:pt x="7952769" y="2611150"/>
                    <a:pt x="7834824" y="2646929"/>
                  </a:cubicBezTo>
                  <a:cubicBezTo>
                    <a:pt x="7786240" y="2661776"/>
                    <a:pt x="7737637" y="2669181"/>
                    <a:pt x="7689368" y="266918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6" name="任意多边形: 形状 1403"/>
            <p:cNvSpPr/>
            <p:nvPr>
              <p:custDataLst>
                <p:tags r:id="rId25"/>
              </p:custDataLst>
            </p:nvPr>
          </p:nvSpPr>
          <p:spPr>
            <a:xfrm>
              <a:off x="554066" y="2433721"/>
              <a:ext cx="11636807" cy="2779996"/>
            </a:xfrm>
            <a:custGeom>
              <a:avLst/>
              <a:gdLst>
                <a:gd name="connsiteX0" fmla="*/ 7805976 w 11636807"/>
                <a:gd name="connsiteY0" fmla="*/ 2779996 h 2779996"/>
                <a:gd name="connsiteX1" fmla="*/ 7669509 w 11636807"/>
                <a:gd name="connsiteY1" fmla="*/ 2759820 h 2779996"/>
                <a:gd name="connsiteX2" fmla="*/ 7215796 w 11636807"/>
                <a:gd name="connsiteY2" fmla="*/ 2418212 h 2779996"/>
                <a:gd name="connsiteX3" fmla="*/ 6696735 w 11636807"/>
                <a:gd name="connsiteY3" fmla="*/ 1702118 h 2779996"/>
                <a:gd name="connsiteX4" fmla="*/ 6687675 w 11636807"/>
                <a:gd name="connsiteY4" fmla="*/ 1688169 h 2779996"/>
                <a:gd name="connsiteX5" fmla="*/ 6523943 w 11636807"/>
                <a:gd name="connsiteY5" fmla="*/ 1433107 h 2779996"/>
                <a:gd name="connsiteX6" fmla="*/ 6181121 w 11636807"/>
                <a:gd name="connsiteY6" fmla="*/ 908926 h 2779996"/>
                <a:gd name="connsiteX7" fmla="*/ 5636993 w 11636807"/>
                <a:gd name="connsiteY7" fmla="*/ 251884 h 2779996"/>
                <a:gd name="connsiteX8" fmla="*/ 5140412 w 11636807"/>
                <a:gd name="connsiteY8" fmla="*/ 31053 h 2779996"/>
                <a:gd name="connsiteX9" fmla="*/ 4817819 w 11636807"/>
                <a:gd name="connsiteY9" fmla="*/ 233819 h 2779996"/>
                <a:gd name="connsiteX10" fmla="*/ 4644816 w 11636807"/>
                <a:gd name="connsiteY10" fmla="*/ 704102 h 2779996"/>
                <a:gd name="connsiteX11" fmla="*/ 4467644 w 11636807"/>
                <a:gd name="connsiteY11" fmla="*/ 1232399 h 2779996"/>
                <a:gd name="connsiteX12" fmla="*/ 4133055 w 11636807"/>
                <a:gd name="connsiteY12" fmla="*/ 1778374 h 2779996"/>
                <a:gd name="connsiteX13" fmla="*/ 3866980 w 11636807"/>
                <a:gd name="connsiteY13" fmla="*/ 2030657 h 2779996"/>
                <a:gd name="connsiteX14" fmla="*/ 3513886 w 11636807"/>
                <a:gd name="connsiteY14" fmla="*/ 2254549 h 2779996"/>
                <a:gd name="connsiteX15" fmla="*/ 3057939 w 11636807"/>
                <a:gd name="connsiteY15" fmla="*/ 2439145 h 2779996"/>
                <a:gd name="connsiteX16" fmla="*/ 2483273 w 11636807"/>
                <a:gd name="connsiteY16" fmla="*/ 2573571 h 2779996"/>
                <a:gd name="connsiteX17" fmla="*/ 1538609 w 11636807"/>
                <a:gd name="connsiteY17" fmla="*/ 2697251 h 2779996"/>
                <a:gd name="connsiteX18" fmla="*/ 1407876 w 11636807"/>
                <a:gd name="connsiteY18" fmla="*/ 2703513 h 2779996"/>
                <a:gd name="connsiteX19" fmla="*/ 768231 w 11636807"/>
                <a:gd name="connsiteY19" fmla="*/ 2559921 h 2779996"/>
                <a:gd name="connsiteX20" fmla="*/ 130504 w 11636807"/>
                <a:gd name="connsiteY20" fmla="*/ 2190080 h 2779996"/>
                <a:gd name="connsiteX21" fmla="*/ 0 w 11636807"/>
                <a:gd name="connsiteY21" fmla="*/ 2104115 h 2779996"/>
                <a:gd name="connsiteX22" fmla="*/ 2146 w 11636807"/>
                <a:gd name="connsiteY22" fmla="*/ 2100790 h 2779996"/>
                <a:gd name="connsiteX23" fmla="*/ 132685 w 11636807"/>
                <a:gd name="connsiteY23" fmla="*/ 2186773 h 2779996"/>
                <a:gd name="connsiteX24" fmla="*/ 1538204 w 11636807"/>
                <a:gd name="connsiteY24" fmla="*/ 2693310 h 2779996"/>
                <a:gd name="connsiteX25" fmla="*/ 2482605 w 11636807"/>
                <a:gd name="connsiteY25" fmla="*/ 2569666 h 2779996"/>
                <a:gd name="connsiteX26" fmla="*/ 4640982 w 11636807"/>
                <a:gd name="connsiteY26" fmla="*/ 703029 h 2779996"/>
                <a:gd name="connsiteX27" fmla="*/ 4814389 w 11636807"/>
                <a:gd name="connsiteY27" fmla="*/ 231778 h 2779996"/>
                <a:gd name="connsiteX28" fmla="*/ 5140148 w 11636807"/>
                <a:gd name="connsiteY28" fmla="*/ 27112 h 2779996"/>
                <a:gd name="connsiteX29" fmla="*/ 5408703 w 11636807"/>
                <a:gd name="connsiteY29" fmla="*/ 88627 h 2779996"/>
                <a:gd name="connsiteX30" fmla="*/ 5639543 w 11636807"/>
                <a:gd name="connsiteY30" fmla="*/ 248911 h 2779996"/>
                <a:gd name="connsiteX31" fmla="*/ 6184340 w 11636807"/>
                <a:gd name="connsiteY31" fmla="*/ 906692 h 2779996"/>
                <a:gd name="connsiteX32" fmla="*/ 6527232 w 11636807"/>
                <a:gd name="connsiteY32" fmla="*/ 1430978 h 2779996"/>
                <a:gd name="connsiteX33" fmla="*/ 6690948 w 11636807"/>
                <a:gd name="connsiteY33" fmla="*/ 1686023 h 2779996"/>
                <a:gd name="connsiteX34" fmla="*/ 6700007 w 11636807"/>
                <a:gd name="connsiteY34" fmla="*/ 1699972 h 2779996"/>
                <a:gd name="connsiteX35" fmla="*/ 7218699 w 11636807"/>
                <a:gd name="connsiteY35" fmla="*/ 2415573 h 2779996"/>
                <a:gd name="connsiteX36" fmla="*/ 7670600 w 11636807"/>
                <a:gd name="connsiteY36" fmla="*/ 2756020 h 2779996"/>
                <a:gd name="connsiteX37" fmla="*/ 7952769 w 11636807"/>
                <a:gd name="connsiteY37" fmla="*/ 2753065 h 2779996"/>
                <a:gd name="connsiteX38" fmla="*/ 8610250 w 11636807"/>
                <a:gd name="connsiteY38" fmla="*/ 2166122 h 2779996"/>
                <a:gd name="connsiteX39" fmla="*/ 8648563 w 11636807"/>
                <a:gd name="connsiteY39" fmla="*/ 2116341 h 2779996"/>
                <a:gd name="connsiteX40" fmla="*/ 9185566 w 11636807"/>
                <a:gd name="connsiteY40" fmla="*/ 1324344 h 2779996"/>
                <a:gd name="connsiteX41" fmla="*/ 9704821 w 11636807"/>
                <a:gd name="connsiteY41" fmla="*/ 554881 h 2779996"/>
                <a:gd name="connsiteX42" fmla="*/ 9750610 w 11636807"/>
                <a:gd name="connsiteY42" fmla="*/ 493719 h 2779996"/>
                <a:gd name="connsiteX43" fmla="*/ 10080978 w 11636807"/>
                <a:gd name="connsiteY43" fmla="*/ 120483 h 2779996"/>
                <a:gd name="connsiteX44" fmla="*/ 10290710 w 11636807"/>
                <a:gd name="connsiteY44" fmla="*/ 9188 h 2779996"/>
                <a:gd name="connsiteX45" fmla="*/ 10517205 w 11636807"/>
                <a:gd name="connsiteY45" fmla="*/ 38335 h 2779996"/>
                <a:gd name="connsiteX46" fmla="*/ 10796772 w 11636807"/>
                <a:gd name="connsiteY46" fmla="*/ 323917 h 2779996"/>
                <a:gd name="connsiteX47" fmla="*/ 10880942 w 11636807"/>
                <a:gd name="connsiteY47" fmla="*/ 436180 h 2779996"/>
                <a:gd name="connsiteX48" fmla="*/ 11100015 w 11636807"/>
                <a:gd name="connsiteY48" fmla="*/ 642482 h 2779996"/>
                <a:gd name="connsiteX49" fmla="*/ 11636807 w 11636807"/>
                <a:gd name="connsiteY49" fmla="*/ 1339595 h 2779996"/>
                <a:gd name="connsiteX50" fmla="*/ 11632955 w 11636807"/>
                <a:gd name="connsiteY50" fmla="*/ 1340528 h 2779996"/>
                <a:gd name="connsiteX51" fmla="*/ 11097429 w 11636807"/>
                <a:gd name="connsiteY51" fmla="*/ 645490 h 2779996"/>
                <a:gd name="connsiteX52" fmla="*/ 10877864 w 11636807"/>
                <a:gd name="connsiteY52" fmla="*/ 438696 h 2779996"/>
                <a:gd name="connsiteX53" fmla="*/ 10793535 w 11636807"/>
                <a:gd name="connsiteY53" fmla="*/ 326222 h 2779996"/>
                <a:gd name="connsiteX54" fmla="*/ 10515340 w 11636807"/>
                <a:gd name="connsiteY54" fmla="*/ 41818 h 2779996"/>
                <a:gd name="connsiteX55" fmla="*/ 10083440 w 11636807"/>
                <a:gd name="connsiteY55" fmla="*/ 123561 h 2779996"/>
                <a:gd name="connsiteX56" fmla="*/ 9753759 w 11636807"/>
                <a:gd name="connsiteY56" fmla="*/ 496076 h 2779996"/>
                <a:gd name="connsiteX57" fmla="*/ 9707935 w 11636807"/>
                <a:gd name="connsiteY57" fmla="*/ 557274 h 2779996"/>
                <a:gd name="connsiteX58" fmla="*/ 9188874 w 11636807"/>
                <a:gd name="connsiteY58" fmla="*/ 1326455 h 2779996"/>
                <a:gd name="connsiteX59" fmla="*/ 8651658 w 11636807"/>
                <a:gd name="connsiteY59" fmla="*/ 2118750 h 2779996"/>
                <a:gd name="connsiteX60" fmla="*/ 8613364 w 11636807"/>
                <a:gd name="connsiteY60" fmla="*/ 2168514 h 2779996"/>
                <a:gd name="connsiteX61" fmla="*/ 8327430 w 11636807"/>
                <a:gd name="connsiteY61" fmla="*/ 2507396 h 2779996"/>
                <a:gd name="connsiteX62" fmla="*/ 7953930 w 11636807"/>
                <a:gd name="connsiteY62" fmla="*/ 2756812 h 2779996"/>
                <a:gd name="connsiteX63" fmla="*/ 7805976 w 11636807"/>
                <a:gd name="connsiteY63" fmla="*/ 2779996 h 2779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636807" h="2779996">
                  <a:moveTo>
                    <a:pt x="7805976" y="2779996"/>
                  </a:moveTo>
                  <a:cubicBezTo>
                    <a:pt x="7760100" y="2779996"/>
                    <a:pt x="7714523" y="2773277"/>
                    <a:pt x="7669509" y="2759820"/>
                  </a:cubicBezTo>
                  <a:cubicBezTo>
                    <a:pt x="7482134" y="2703794"/>
                    <a:pt x="7337065" y="2554116"/>
                    <a:pt x="7215796" y="2418212"/>
                  </a:cubicBezTo>
                  <a:cubicBezTo>
                    <a:pt x="7017006" y="2195428"/>
                    <a:pt x="6854187" y="1944657"/>
                    <a:pt x="6696735" y="1702118"/>
                  </a:cubicBezTo>
                  <a:lnTo>
                    <a:pt x="6687675" y="1688169"/>
                  </a:lnTo>
                  <a:cubicBezTo>
                    <a:pt x="6632635" y="1603400"/>
                    <a:pt x="6577383" y="1516820"/>
                    <a:pt x="6523943" y="1433107"/>
                  </a:cubicBezTo>
                  <a:cubicBezTo>
                    <a:pt x="6413597" y="1260227"/>
                    <a:pt x="6299505" y="1081454"/>
                    <a:pt x="6181121" y="908926"/>
                  </a:cubicBezTo>
                  <a:cubicBezTo>
                    <a:pt x="6015858" y="668059"/>
                    <a:pt x="5849891" y="436567"/>
                    <a:pt x="5636993" y="251884"/>
                  </a:cubicBezTo>
                  <a:cubicBezTo>
                    <a:pt x="5521212" y="151460"/>
                    <a:pt x="5343759" y="19320"/>
                    <a:pt x="5140412" y="31053"/>
                  </a:cubicBezTo>
                  <a:cubicBezTo>
                    <a:pt x="4999002" y="39215"/>
                    <a:pt x="4896502" y="103649"/>
                    <a:pt x="4817819" y="233819"/>
                  </a:cubicBezTo>
                  <a:cubicBezTo>
                    <a:pt x="4745628" y="353259"/>
                    <a:pt x="4698907" y="515848"/>
                    <a:pt x="4644816" y="704102"/>
                  </a:cubicBezTo>
                  <a:cubicBezTo>
                    <a:pt x="4598430" y="865548"/>
                    <a:pt x="4545852" y="1048542"/>
                    <a:pt x="4467644" y="1232399"/>
                  </a:cubicBezTo>
                  <a:cubicBezTo>
                    <a:pt x="4377721" y="1443801"/>
                    <a:pt x="4268291" y="1622398"/>
                    <a:pt x="4133055" y="1778374"/>
                  </a:cubicBezTo>
                  <a:cubicBezTo>
                    <a:pt x="4053985" y="1869581"/>
                    <a:pt x="3964467" y="1954455"/>
                    <a:pt x="3866980" y="2030657"/>
                  </a:cubicBezTo>
                  <a:cubicBezTo>
                    <a:pt x="3761226" y="2113315"/>
                    <a:pt x="3642437" y="2188638"/>
                    <a:pt x="3513886" y="2254549"/>
                  </a:cubicBezTo>
                  <a:cubicBezTo>
                    <a:pt x="3376116" y="2325193"/>
                    <a:pt x="3222727" y="2387288"/>
                    <a:pt x="3057939" y="2439145"/>
                  </a:cubicBezTo>
                  <a:cubicBezTo>
                    <a:pt x="2882860" y="2494238"/>
                    <a:pt x="2689505" y="2539464"/>
                    <a:pt x="2483273" y="2573571"/>
                  </a:cubicBezTo>
                  <a:cubicBezTo>
                    <a:pt x="2162141" y="2626677"/>
                    <a:pt x="1853145" y="2667135"/>
                    <a:pt x="1538609" y="2697251"/>
                  </a:cubicBezTo>
                  <a:cubicBezTo>
                    <a:pt x="1495108" y="2701419"/>
                    <a:pt x="1451536" y="2703513"/>
                    <a:pt x="1407876" y="2703513"/>
                  </a:cubicBezTo>
                  <a:cubicBezTo>
                    <a:pt x="1199956" y="2703513"/>
                    <a:pt x="989485" y="2656141"/>
                    <a:pt x="768231" y="2559921"/>
                  </a:cubicBezTo>
                  <a:cubicBezTo>
                    <a:pt x="534875" y="2458441"/>
                    <a:pt x="320042" y="2315870"/>
                    <a:pt x="130504" y="2190080"/>
                  </a:cubicBezTo>
                  <a:cubicBezTo>
                    <a:pt x="85279" y="2160071"/>
                    <a:pt x="42552" y="2131715"/>
                    <a:pt x="0" y="2104115"/>
                  </a:cubicBezTo>
                  <a:lnTo>
                    <a:pt x="2146" y="2100790"/>
                  </a:lnTo>
                  <a:cubicBezTo>
                    <a:pt x="44733" y="2128390"/>
                    <a:pt x="87460" y="2156746"/>
                    <a:pt x="132685" y="2186773"/>
                  </a:cubicBezTo>
                  <a:cubicBezTo>
                    <a:pt x="508824" y="2436383"/>
                    <a:pt x="976926" y="2747032"/>
                    <a:pt x="1538204" y="2693310"/>
                  </a:cubicBezTo>
                  <a:cubicBezTo>
                    <a:pt x="1852653" y="2663195"/>
                    <a:pt x="2161560" y="2622754"/>
                    <a:pt x="2482605" y="2569666"/>
                  </a:cubicBezTo>
                  <a:cubicBezTo>
                    <a:pt x="4185580" y="2288059"/>
                    <a:pt x="4448787" y="1371944"/>
                    <a:pt x="4640982" y="703029"/>
                  </a:cubicBezTo>
                  <a:cubicBezTo>
                    <a:pt x="4695143" y="514494"/>
                    <a:pt x="4741934" y="351658"/>
                    <a:pt x="4814389" y="231778"/>
                  </a:cubicBezTo>
                  <a:cubicBezTo>
                    <a:pt x="4893810" y="100395"/>
                    <a:pt x="4997313" y="35362"/>
                    <a:pt x="5140148" y="27112"/>
                  </a:cubicBezTo>
                  <a:cubicBezTo>
                    <a:pt x="5226395" y="22134"/>
                    <a:pt x="5316757" y="42838"/>
                    <a:pt x="5408703" y="88627"/>
                  </a:cubicBezTo>
                  <a:cubicBezTo>
                    <a:pt x="5481510" y="124898"/>
                    <a:pt x="5557026" y="177318"/>
                    <a:pt x="5639543" y="248911"/>
                  </a:cubicBezTo>
                  <a:cubicBezTo>
                    <a:pt x="5852793" y="433894"/>
                    <a:pt x="6018918" y="665614"/>
                    <a:pt x="6184340" y="906692"/>
                  </a:cubicBezTo>
                  <a:cubicBezTo>
                    <a:pt x="6302759" y="1079290"/>
                    <a:pt x="6416869" y="1258081"/>
                    <a:pt x="6527232" y="1430978"/>
                  </a:cubicBezTo>
                  <a:cubicBezTo>
                    <a:pt x="6580672" y="1514691"/>
                    <a:pt x="6635924" y="1601254"/>
                    <a:pt x="6690948" y="1686023"/>
                  </a:cubicBezTo>
                  <a:lnTo>
                    <a:pt x="6700007" y="1699972"/>
                  </a:lnTo>
                  <a:cubicBezTo>
                    <a:pt x="6857389" y="1942370"/>
                    <a:pt x="7020119" y="2193018"/>
                    <a:pt x="7218699" y="2415573"/>
                  </a:cubicBezTo>
                  <a:cubicBezTo>
                    <a:pt x="7339599" y="2551073"/>
                    <a:pt x="7484210" y="2700294"/>
                    <a:pt x="7670600" y="2756020"/>
                  </a:cubicBezTo>
                  <a:cubicBezTo>
                    <a:pt x="7763056" y="2783673"/>
                    <a:pt x="7857991" y="2782670"/>
                    <a:pt x="7952769" y="2753065"/>
                  </a:cubicBezTo>
                  <a:cubicBezTo>
                    <a:pt x="8225000" y="2668332"/>
                    <a:pt x="8456826" y="2366109"/>
                    <a:pt x="8610250" y="2166122"/>
                  </a:cubicBezTo>
                  <a:cubicBezTo>
                    <a:pt x="8623654" y="2148654"/>
                    <a:pt x="8636320" y="2132137"/>
                    <a:pt x="8648563" y="2116341"/>
                  </a:cubicBezTo>
                  <a:cubicBezTo>
                    <a:pt x="8844239" y="1863881"/>
                    <a:pt x="9017753" y="1589592"/>
                    <a:pt x="9185566" y="1324344"/>
                  </a:cubicBezTo>
                  <a:cubicBezTo>
                    <a:pt x="9348068" y="1067487"/>
                    <a:pt x="9516092" y="801888"/>
                    <a:pt x="9704821" y="554881"/>
                  </a:cubicBezTo>
                  <a:cubicBezTo>
                    <a:pt x="9718841" y="536534"/>
                    <a:pt x="9734268" y="515742"/>
                    <a:pt x="9750610" y="493719"/>
                  </a:cubicBezTo>
                  <a:cubicBezTo>
                    <a:pt x="9834358" y="380858"/>
                    <a:pt x="9949066" y="226290"/>
                    <a:pt x="10080978" y="120483"/>
                  </a:cubicBezTo>
                  <a:cubicBezTo>
                    <a:pt x="10153116" y="62610"/>
                    <a:pt x="10223689" y="25177"/>
                    <a:pt x="10290710" y="9188"/>
                  </a:cubicBezTo>
                  <a:cubicBezTo>
                    <a:pt x="10368969" y="-9476"/>
                    <a:pt x="10445172" y="322"/>
                    <a:pt x="10517205" y="38335"/>
                  </a:cubicBezTo>
                  <a:cubicBezTo>
                    <a:pt x="10637225" y="101661"/>
                    <a:pt x="10718336" y="214645"/>
                    <a:pt x="10796772" y="323917"/>
                  </a:cubicBezTo>
                  <a:cubicBezTo>
                    <a:pt x="10825391" y="363795"/>
                    <a:pt x="10852445" y="401474"/>
                    <a:pt x="10880942" y="436180"/>
                  </a:cubicBezTo>
                  <a:cubicBezTo>
                    <a:pt x="10932377" y="498838"/>
                    <a:pt x="11010057" y="565400"/>
                    <a:pt x="11100015" y="642482"/>
                  </a:cubicBezTo>
                  <a:cubicBezTo>
                    <a:pt x="11306756" y="819619"/>
                    <a:pt x="11564036" y="1040081"/>
                    <a:pt x="11636807" y="1339595"/>
                  </a:cubicBezTo>
                  <a:lnTo>
                    <a:pt x="11632955" y="1340528"/>
                  </a:lnTo>
                  <a:cubicBezTo>
                    <a:pt x="11560483" y="1042262"/>
                    <a:pt x="11303730" y="822257"/>
                    <a:pt x="11097429" y="645490"/>
                  </a:cubicBezTo>
                  <a:cubicBezTo>
                    <a:pt x="11007330" y="568285"/>
                    <a:pt x="10929527" y="501617"/>
                    <a:pt x="10877864" y="438696"/>
                  </a:cubicBezTo>
                  <a:cubicBezTo>
                    <a:pt x="10849280" y="403884"/>
                    <a:pt x="10822207" y="366170"/>
                    <a:pt x="10793535" y="326222"/>
                  </a:cubicBezTo>
                  <a:cubicBezTo>
                    <a:pt x="10715362" y="217319"/>
                    <a:pt x="10634534" y="104722"/>
                    <a:pt x="10515340" y="41818"/>
                  </a:cubicBezTo>
                  <a:cubicBezTo>
                    <a:pt x="10381406" y="-28843"/>
                    <a:pt x="10240119" y="-2105"/>
                    <a:pt x="10083440" y="123561"/>
                  </a:cubicBezTo>
                  <a:cubicBezTo>
                    <a:pt x="9951916" y="229052"/>
                    <a:pt x="9837384" y="383391"/>
                    <a:pt x="9753759" y="496076"/>
                  </a:cubicBezTo>
                  <a:cubicBezTo>
                    <a:pt x="9737417" y="518099"/>
                    <a:pt x="9721972" y="538909"/>
                    <a:pt x="9707935" y="557274"/>
                  </a:cubicBezTo>
                  <a:cubicBezTo>
                    <a:pt x="9519294" y="804157"/>
                    <a:pt x="9351322" y="1069668"/>
                    <a:pt x="9188874" y="1326455"/>
                  </a:cubicBezTo>
                  <a:cubicBezTo>
                    <a:pt x="9021007" y="1591791"/>
                    <a:pt x="8847441" y="1866150"/>
                    <a:pt x="8651658" y="2118750"/>
                  </a:cubicBezTo>
                  <a:cubicBezTo>
                    <a:pt x="8639415" y="2134547"/>
                    <a:pt x="8626768" y="2151047"/>
                    <a:pt x="8613364" y="2168514"/>
                  </a:cubicBezTo>
                  <a:cubicBezTo>
                    <a:pt x="8535420" y="2270135"/>
                    <a:pt x="8438408" y="2396593"/>
                    <a:pt x="8327430" y="2507396"/>
                  </a:cubicBezTo>
                  <a:cubicBezTo>
                    <a:pt x="8197032" y="2637601"/>
                    <a:pt x="8074848" y="2719186"/>
                    <a:pt x="7953930" y="2756812"/>
                  </a:cubicBezTo>
                  <a:cubicBezTo>
                    <a:pt x="7904571" y="2772274"/>
                    <a:pt x="7855106" y="2779996"/>
                    <a:pt x="7805976" y="2779996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7" name="任意多边形: 形状 1404"/>
            <p:cNvSpPr/>
            <p:nvPr>
              <p:custDataLst>
                <p:tags r:id="rId26"/>
              </p:custDataLst>
            </p:nvPr>
          </p:nvSpPr>
          <p:spPr>
            <a:xfrm>
              <a:off x="474909" y="2370874"/>
              <a:ext cx="11715947" cy="2891041"/>
            </a:xfrm>
            <a:custGeom>
              <a:avLst/>
              <a:gdLst>
                <a:gd name="connsiteX0" fmla="*/ 7922478 w 11715947"/>
                <a:gd name="connsiteY0" fmla="*/ 2891041 h 2891041"/>
                <a:gd name="connsiteX1" fmla="*/ 7782616 w 11715947"/>
                <a:gd name="connsiteY1" fmla="*/ 2869757 h 2891041"/>
                <a:gd name="connsiteX2" fmla="*/ 7322799 w 11715947"/>
                <a:gd name="connsiteY2" fmla="*/ 2511807 h 2891041"/>
                <a:gd name="connsiteX3" fmla="*/ 6802806 w 11715947"/>
                <a:gd name="connsiteY3" fmla="*/ 1762133 h 2891041"/>
                <a:gd name="connsiteX4" fmla="*/ 6794362 w 11715947"/>
                <a:gd name="connsiteY4" fmla="*/ 1748518 h 2891041"/>
                <a:gd name="connsiteX5" fmla="*/ 6638140 w 11715947"/>
                <a:gd name="connsiteY5" fmla="*/ 1493772 h 2891041"/>
                <a:gd name="connsiteX6" fmla="*/ 6288898 w 11715947"/>
                <a:gd name="connsiteY6" fmla="*/ 936011 h 2891041"/>
                <a:gd name="connsiteX7" fmla="*/ 5741164 w 11715947"/>
                <a:gd name="connsiteY7" fmla="*/ 253200 h 2891041"/>
                <a:gd name="connsiteX8" fmla="*/ 5234855 w 11715947"/>
                <a:gd name="connsiteY8" fmla="*/ 26246 h 2891041"/>
                <a:gd name="connsiteX9" fmla="*/ 4920267 w 11715947"/>
                <a:gd name="connsiteY9" fmla="*/ 239954 h 2891041"/>
                <a:gd name="connsiteX10" fmla="*/ 4759348 w 11715947"/>
                <a:gd name="connsiteY10" fmla="*/ 729586 h 2891041"/>
                <a:gd name="connsiteX11" fmla="*/ 4591165 w 11715947"/>
                <a:gd name="connsiteY11" fmla="*/ 1290918 h 2891041"/>
                <a:gd name="connsiteX12" fmla="*/ 4258792 w 11715947"/>
                <a:gd name="connsiteY12" fmla="*/ 1871353 h 2891041"/>
                <a:gd name="connsiteX13" fmla="*/ 3988689 w 11715947"/>
                <a:gd name="connsiteY13" fmla="*/ 2139134 h 2891041"/>
                <a:gd name="connsiteX14" fmla="*/ 3626799 w 11715947"/>
                <a:gd name="connsiteY14" fmla="*/ 2376184 h 2891041"/>
                <a:gd name="connsiteX15" fmla="*/ 3156217 w 11715947"/>
                <a:gd name="connsiteY15" fmla="*/ 2570665 h 2891041"/>
                <a:gd name="connsiteX16" fmla="*/ 2560074 w 11715947"/>
                <a:gd name="connsiteY16" fmla="*/ 2710809 h 2891041"/>
                <a:gd name="connsiteX17" fmla="*/ 1591873 w 11715947"/>
                <a:gd name="connsiteY17" fmla="*/ 2828067 h 2891041"/>
                <a:gd name="connsiteX18" fmla="*/ 1484184 w 11715947"/>
                <a:gd name="connsiteY18" fmla="*/ 2832359 h 2891041"/>
                <a:gd name="connsiteX19" fmla="*/ 794389 w 11715947"/>
                <a:gd name="connsiteY19" fmla="*/ 2664159 h 2891041"/>
                <a:gd name="connsiteX20" fmla="*/ 131876 w 11715947"/>
                <a:gd name="connsiteY20" fmla="*/ 2252716 h 2891041"/>
                <a:gd name="connsiteX21" fmla="*/ 0 w 11715947"/>
                <a:gd name="connsiteY21" fmla="*/ 2160084 h 2891041"/>
                <a:gd name="connsiteX22" fmla="*/ 2216 w 11715947"/>
                <a:gd name="connsiteY22" fmla="*/ 2156883 h 2891041"/>
                <a:gd name="connsiteX23" fmla="*/ 134128 w 11715947"/>
                <a:gd name="connsiteY23" fmla="*/ 2249532 h 2891041"/>
                <a:gd name="connsiteX24" fmla="*/ 1591557 w 11715947"/>
                <a:gd name="connsiteY24" fmla="*/ 2824180 h 2891041"/>
                <a:gd name="connsiteX25" fmla="*/ 2559441 w 11715947"/>
                <a:gd name="connsiteY25" fmla="*/ 2706957 h 2891041"/>
                <a:gd name="connsiteX26" fmla="*/ 4755584 w 11715947"/>
                <a:gd name="connsiteY26" fmla="*/ 728619 h 2891041"/>
                <a:gd name="connsiteX27" fmla="*/ 4916871 w 11715947"/>
                <a:gd name="connsiteY27" fmla="*/ 238054 h 2891041"/>
                <a:gd name="connsiteX28" fmla="*/ 5234592 w 11715947"/>
                <a:gd name="connsiteY28" fmla="*/ 22341 h 2891041"/>
                <a:gd name="connsiteX29" fmla="*/ 5509039 w 11715947"/>
                <a:gd name="connsiteY29" fmla="*/ 84225 h 2891041"/>
                <a:gd name="connsiteX30" fmla="*/ 5743750 w 11715947"/>
                <a:gd name="connsiteY30" fmla="*/ 250262 h 2891041"/>
                <a:gd name="connsiteX31" fmla="*/ 6292152 w 11715947"/>
                <a:gd name="connsiteY31" fmla="*/ 933848 h 2891041"/>
                <a:gd name="connsiteX32" fmla="*/ 6641465 w 11715947"/>
                <a:gd name="connsiteY32" fmla="*/ 1491732 h 2891041"/>
                <a:gd name="connsiteX33" fmla="*/ 6797669 w 11715947"/>
                <a:gd name="connsiteY33" fmla="*/ 1746443 h 2891041"/>
                <a:gd name="connsiteX34" fmla="*/ 6806112 w 11715947"/>
                <a:gd name="connsiteY34" fmla="*/ 1760058 h 2891041"/>
                <a:gd name="connsiteX35" fmla="*/ 7325755 w 11715947"/>
                <a:gd name="connsiteY35" fmla="*/ 2509256 h 2891041"/>
                <a:gd name="connsiteX36" fmla="*/ 7783760 w 11715947"/>
                <a:gd name="connsiteY36" fmla="*/ 2866010 h 2891041"/>
                <a:gd name="connsiteX37" fmla="*/ 8071909 w 11715947"/>
                <a:gd name="connsiteY37" fmla="*/ 2863195 h 2891041"/>
                <a:gd name="connsiteX38" fmla="*/ 8740420 w 11715947"/>
                <a:gd name="connsiteY38" fmla="*/ 2246594 h 2891041"/>
                <a:gd name="connsiteX39" fmla="*/ 8775391 w 11715947"/>
                <a:gd name="connsiteY39" fmla="*/ 2199329 h 2891041"/>
                <a:gd name="connsiteX40" fmla="*/ 9312253 w 11715947"/>
                <a:gd name="connsiteY40" fmla="*/ 1376567 h 2891041"/>
                <a:gd name="connsiteX41" fmla="*/ 9832406 w 11715947"/>
                <a:gd name="connsiteY41" fmla="*/ 575916 h 2891041"/>
                <a:gd name="connsiteX42" fmla="*/ 9874640 w 11715947"/>
                <a:gd name="connsiteY42" fmla="*/ 517392 h 2891041"/>
                <a:gd name="connsiteX43" fmla="*/ 10209248 w 11715947"/>
                <a:gd name="connsiteY43" fmla="*/ 126812 h 2891041"/>
                <a:gd name="connsiteX44" fmla="*/ 10423869 w 11715947"/>
                <a:gd name="connsiteY44" fmla="*/ 9571 h 2891041"/>
                <a:gd name="connsiteX45" fmla="*/ 10656311 w 11715947"/>
                <a:gd name="connsiteY45" fmla="*/ 41040 h 2891041"/>
                <a:gd name="connsiteX46" fmla="*/ 10946467 w 11715947"/>
                <a:gd name="connsiteY46" fmla="*/ 352111 h 2891041"/>
                <a:gd name="connsiteX47" fmla="*/ 11022300 w 11715947"/>
                <a:gd name="connsiteY47" fmla="*/ 460100 h 2891041"/>
                <a:gd name="connsiteX48" fmla="*/ 11231169 w 11715947"/>
                <a:gd name="connsiteY48" fmla="*/ 677694 h 2891041"/>
                <a:gd name="connsiteX49" fmla="*/ 11516752 w 11715947"/>
                <a:gd name="connsiteY49" fmla="*/ 976188 h 2891041"/>
                <a:gd name="connsiteX50" fmla="*/ 11715947 w 11715947"/>
                <a:gd name="connsiteY50" fmla="*/ 1352309 h 2891041"/>
                <a:gd name="connsiteX51" fmla="*/ 11712166 w 11715947"/>
                <a:gd name="connsiteY51" fmla="*/ 1353277 h 2891041"/>
                <a:gd name="connsiteX52" fmla="*/ 11228478 w 11715947"/>
                <a:gd name="connsiteY52" fmla="*/ 680544 h 2891041"/>
                <a:gd name="connsiteX53" fmla="*/ 11019186 w 11715947"/>
                <a:gd name="connsiteY53" fmla="*/ 462492 h 2891041"/>
                <a:gd name="connsiteX54" fmla="*/ 10943248 w 11715947"/>
                <a:gd name="connsiteY54" fmla="*/ 354345 h 2891041"/>
                <a:gd name="connsiteX55" fmla="*/ 10654429 w 11715947"/>
                <a:gd name="connsiteY55" fmla="*/ 44488 h 2891041"/>
                <a:gd name="connsiteX56" fmla="*/ 10211710 w 11715947"/>
                <a:gd name="connsiteY56" fmla="*/ 129855 h 2891041"/>
                <a:gd name="connsiteX57" fmla="*/ 9877789 w 11715947"/>
                <a:gd name="connsiteY57" fmla="*/ 519696 h 2891041"/>
                <a:gd name="connsiteX58" fmla="*/ 9835519 w 11715947"/>
                <a:gd name="connsiteY58" fmla="*/ 578255 h 2891041"/>
                <a:gd name="connsiteX59" fmla="*/ 9315543 w 11715947"/>
                <a:gd name="connsiteY59" fmla="*/ 1378624 h 2891041"/>
                <a:gd name="connsiteX60" fmla="*/ 8778486 w 11715947"/>
                <a:gd name="connsiteY60" fmla="*/ 2201686 h 2891041"/>
                <a:gd name="connsiteX61" fmla="*/ 8743516 w 11715947"/>
                <a:gd name="connsiteY61" fmla="*/ 2248952 h 2891041"/>
                <a:gd name="connsiteX62" fmla="*/ 8073071 w 11715947"/>
                <a:gd name="connsiteY62" fmla="*/ 2866942 h 2891041"/>
                <a:gd name="connsiteX63" fmla="*/ 7922478 w 11715947"/>
                <a:gd name="connsiteY63" fmla="*/ 2891041 h 2891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715947" h="2891041">
                  <a:moveTo>
                    <a:pt x="7922478" y="2891041"/>
                  </a:moveTo>
                  <a:cubicBezTo>
                    <a:pt x="7875476" y="2891041"/>
                    <a:pt x="7828774" y="2883952"/>
                    <a:pt x="7782616" y="2869757"/>
                  </a:cubicBezTo>
                  <a:cubicBezTo>
                    <a:pt x="7590756" y="2810741"/>
                    <a:pt x="7444667" y="2654062"/>
                    <a:pt x="7322799" y="2511807"/>
                  </a:cubicBezTo>
                  <a:cubicBezTo>
                    <a:pt x="7122831" y="2278398"/>
                    <a:pt x="6960135" y="2015947"/>
                    <a:pt x="6802806" y="1762133"/>
                  </a:cubicBezTo>
                  <a:lnTo>
                    <a:pt x="6794362" y="1748518"/>
                  </a:lnTo>
                  <a:cubicBezTo>
                    <a:pt x="6741855" y="1663837"/>
                    <a:pt x="6689135" y="1577380"/>
                    <a:pt x="6638140" y="1493772"/>
                  </a:cubicBezTo>
                  <a:cubicBezTo>
                    <a:pt x="6525913" y="1309775"/>
                    <a:pt x="6409868" y="1119534"/>
                    <a:pt x="6288898" y="936011"/>
                  </a:cubicBezTo>
                  <a:cubicBezTo>
                    <a:pt x="6124004" y="685874"/>
                    <a:pt x="5958020" y="445446"/>
                    <a:pt x="5741164" y="253200"/>
                  </a:cubicBezTo>
                  <a:cubicBezTo>
                    <a:pt x="5623255" y="148677"/>
                    <a:pt x="5442477" y="11435"/>
                    <a:pt x="5234855" y="26246"/>
                  </a:cubicBezTo>
                  <a:cubicBezTo>
                    <a:pt x="5095222" y="36220"/>
                    <a:pt x="4995255" y="104120"/>
                    <a:pt x="4920267" y="239954"/>
                  </a:cubicBezTo>
                  <a:cubicBezTo>
                    <a:pt x="4851452" y="364600"/>
                    <a:pt x="4808778" y="533751"/>
                    <a:pt x="4759348" y="729586"/>
                  </a:cubicBezTo>
                  <a:cubicBezTo>
                    <a:pt x="4716076" y="901059"/>
                    <a:pt x="4667033" y="1095399"/>
                    <a:pt x="4591165" y="1290918"/>
                  </a:cubicBezTo>
                  <a:cubicBezTo>
                    <a:pt x="4503881" y="1515813"/>
                    <a:pt x="4395154" y="1705668"/>
                    <a:pt x="4258792" y="1871353"/>
                  </a:cubicBezTo>
                  <a:cubicBezTo>
                    <a:pt x="4179036" y="1968259"/>
                    <a:pt x="4088164" y="2058358"/>
                    <a:pt x="3988689" y="2139134"/>
                  </a:cubicBezTo>
                  <a:cubicBezTo>
                    <a:pt x="3880771" y="2226788"/>
                    <a:pt x="3759009" y="2306543"/>
                    <a:pt x="3626799" y="2376184"/>
                  </a:cubicBezTo>
                  <a:cubicBezTo>
                    <a:pt x="3485054" y="2450821"/>
                    <a:pt x="3326740" y="2516257"/>
                    <a:pt x="3156217" y="2570665"/>
                  </a:cubicBezTo>
                  <a:cubicBezTo>
                    <a:pt x="2974999" y="2628485"/>
                    <a:pt x="2774432" y="2675645"/>
                    <a:pt x="2560074" y="2710809"/>
                  </a:cubicBezTo>
                  <a:cubicBezTo>
                    <a:pt x="2240155" y="2763316"/>
                    <a:pt x="1923455" y="2801664"/>
                    <a:pt x="1591873" y="2828067"/>
                  </a:cubicBezTo>
                  <a:cubicBezTo>
                    <a:pt x="1556041" y="2830917"/>
                    <a:pt x="1520139" y="2832359"/>
                    <a:pt x="1484184" y="2832359"/>
                  </a:cubicBezTo>
                  <a:cubicBezTo>
                    <a:pt x="1260432" y="2832359"/>
                    <a:pt x="1033690" y="2776949"/>
                    <a:pt x="794389" y="2664159"/>
                  </a:cubicBezTo>
                  <a:cubicBezTo>
                    <a:pt x="552255" y="2550031"/>
                    <a:pt x="328925" y="2392086"/>
                    <a:pt x="131876" y="2252716"/>
                  </a:cubicBezTo>
                  <a:cubicBezTo>
                    <a:pt x="86176" y="2220402"/>
                    <a:pt x="43026" y="2189882"/>
                    <a:pt x="0" y="2160084"/>
                  </a:cubicBezTo>
                  <a:lnTo>
                    <a:pt x="2216" y="2156883"/>
                  </a:lnTo>
                  <a:cubicBezTo>
                    <a:pt x="45260" y="2186699"/>
                    <a:pt x="88428" y="2217218"/>
                    <a:pt x="134128" y="2249532"/>
                  </a:cubicBezTo>
                  <a:cubicBezTo>
                    <a:pt x="525201" y="2526126"/>
                    <a:pt x="1011931" y="2870320"/>
                    <a:pt x="1591557" y="2824180"/>
                  </a:cubicBezTo>
                  <a:cubicBezTo>
                    <a:pt x="1923032" y="2797776"/>
                    <a:pt x="2239627" y="2759446"/>
                    <a:pt x="2559441" y="2706957"/>
                  </a:cubicBezTo>
                  <a:cubicBezTo>
                    <a:pt x="4329682" y="2416449"/>
                    <a:pt x="4575844" y="1440913"/>
                    <a:pt x="4755584" y="728619"/>
                  </a:cubicBezTo>
                  <a:cubicBezTo>
                    <a:pt x="4805066" y="532502"/>
                    <a:pt x="4847811" y="363141"/>
                    <a:pt x="4916871" y="238054"/>
                  </a:cubicBezTo>
                  <a:cubicBezTo>
                    <a:pt x="4992563" y="100953"/>
                    <a:pt x="5093516" y="32421"/>
                    <a:pt x="5234592" y="22341"/>
                  </a:cubicBezTo>
                  <a:cubicBezTo>
                    <a:pt x="5322808" y="16044"/>
                    <a:pt x="5415141" y="36871"/>
                    <a:pt x="5509039" y="84225"/>
                  </a:cubicBezTo>
                  <a:cubicBezTo>
                    <a:pt x="5583078" y="121570"/>
                    <a:pt x="5659861" y="175889"/>
                    <a:pt x="5743750" y="250262"/>
                  </a:cubicBezTo>
                  <a:cubicBezTo>
                    <a:pt x="5960975" y="442808"/>
                    <a:pt x="6127100" y="683482"/>
                    <a:pt x="6292152" y="933848"/>
                  </a:cubicBezTo>
                  <a:cubicBezTo>
                    <a:pt x="6413175" y="1117423"/>
                    <a:pt x="6529238" y="1307717"/>
                    <a:pt x="6641465" y="1491732"/>
                  </a:cubicBezTo>
                  <a:cubicBezTo>
                    <a:pt x="6692460" y="1575340"/>
                    <a:pt x="6745179" y="1661780"/>
                    <a:pt x="6797669" y="1746443"/>
                  </a:cubicBezTo>
                  <a:lnTo>
                    <a:pt x="6806112" y="1760058"/>
                  </a:lnTo>
                  <a:cubicBezTo>
                    <a:pt x="6963372" y="2013749"/>
                    <a:pt x="7125978" y="2276076"/>
                    <a:pt x="7325755" y="2509256"/>
                  </a:cubicBezTo>
                  <a:cubicBezTo>
                    <a:pt x="7447270" y="2651089"/>
                    <a:pt x="7592884" y="2807310"/>
                    <a:pt x="7783760" y="2866010"/>
                  </a:cubicBezTo>
                  <a:cubicBezTo>
                    <a:pt x="7878238" y="2895070"/>
                    <a:pt x="7975180" y="2894120"/>
                    <a:pt x="8071909" y="2863195"/>
                  </a:cubicBezTo>
                  <a:cubicBezTo>
                    <a:pt x="8351142" y="2774205"/>
                    <a:pt x="8585395" y="2456696"/>
                    <a:pt x="8740420" y="2246594"/>
                  </a:cubicBezTo>
                  <a:cubicBezTo>
                    <a:pt x="8752646" y="2230024"/>
                    <a:pt x="8764202" y="2214369"/>
                    <a:pt x="8775391" y="2199329"/>
                  </a:cubicBezTo>
                  <a:cubicBezTo>
                    <a:pt x="8971191" y="1936280"/>
                    <a:pt x="9144581" y="1651735"/>
                    <a:pt x="9312253" y="1376567"/>
                  </a:cubicBezTo>
                  <a:cubicBezTo>
                    <a:pt x="9474966" y="1109560"/>
                    <a:pt x="9643202" y="833441"/>
                    <a:pt x="9832406" y="575916"/>
                  </a:cubicBezTo>
                  <a:cubicBezTo>
                    <a:pt x="9845370" y="558272"/>
                    <a:pt x="9859583" y="538413"/>
                    <a:pt x="9874640" y="517392"/>
                  </a:cubicBezTo>
                  <a:cubicBezTo>
                    <a:pt x="9959004" y="399588"/>
                    <a:pt x="10074557" y="238265"/>
                    <a:pt x="10209248" y="126812"/>
                  </a:cubicBezTo>
                  <a:cubicBezTo>
                    <a:pt x="10283005" y="65790"/>
                    <a:pt x="10355214" y="26334"/>
                    <a:pt x="10423869" y="9571"/>
                  </a:cubicBezTo>
                  <a:cubicBezTo>
                    <a:pt x="10504153" y="-10060"/>
                    <a:pt x="10582360" y="547"/>
                    <a:pt x="10656311" y="41040"/>
                  </a:cubicBezTo>
                  <a:cubicBezTo>
                    <a:pt x="10782382" y="110101"/>
                    <a:pt x="10865796" y="233129"/>
                    <a:pt x="10946467" y="352111"/>
                  </a:cubicBezTo>
                  <a:cubicBezTo>
                    <a:pt x="10972343" y="390283"/>
                    <a:pt x="10996794" y="426326"/>
                    <a:pt x="11022300" y="460100"/>
                  </a:cubicBezTo>
                  <a:cubicBezTo>
                    <a:pt x="11072696" y="526820"/>
                    <a:pt x="11149673" y="600103"/>
                    <a:pt x="11231169" y="677694"/>
                  </a:cubicBezTo>
                  <a:cubicBezTo>
                    <a:pt x="11323380" y="765471"/>
                    <a:pt x="11427884" y="864963"/>
                    <a:pt x="11516752" y="976188"/>
                  </a:cubicBezTo>
                  <a:cubicBezTo>
                    <a:pt x="11618953" y="1104071"/>
                    <a:pt x="11684108" y="1227100"/>
                    <a:pt x="11715947" y="1352309"/>
                  </a:cubicBezTo>
                  <a:lnTo>
                    <a:pt x="11712166" y="1353277"/>
                  </a:lnTo>
                  <a:cubicBezTo>
                    <a:pt x="11640941" y="1073200"/>
                    <a:pt x="11412247" y="855482"/>
                    <a:pt x="11228478" y="680544"/>
                  </a:cubicBezTo>
                  <a:cubicBezTo>
                    <a:pt x="11146858" y="602847"/>
                    <a:pt x="11069776" y="529459"/>
                    <a:pt x="11019186" y="462492"/>
                  </a:cubicBezTo>
                  <a:cubicBezTo>
                    <a:pt x="10993628" y="428648"/>
                    <a:pt x="10969159" y="392552"/>
                    <a:pt x="10943248" y="354345"/>
                  </a:cubicBezTo>
                  <a:cubicBezTo>
                    <a:pt x="10862842" y="235750"/>
                    <a:pt x="10779691" y="113091"/>
                    <a:pt x="10654429" y="44488"/>
                  </a:cubicBezTo>
                  <a:cubicBezTo>
                    <a:pt x="10518858" y="-29762"/>
                    <a:pt x="10369919" y="-1036"/>
                    <a:pt x="10211710" y="129855"/>
                  </a:cubicBezTo>
                  <a:cubicBezTo>
                    <a:pt x="10077406" y="240974"/>
                    <a:pt x="9962030" y="402068"/>
                    <a:pt x="9877789" y="519696"/>
                  </a:cubicBezTo>
                  <a:cubicBezTo>
                    <a:pt x="9862731" y="540735"/>
                    <a:pt x="9848501" y="560594"/>
                    <a:pt x="9835519" y="578255"/>
                  </a:cubicBezTo>
                  <a:cubicBezTo>
                    <a:pt x="9646403" y="835640"/>
                    <a:pt x="9478220" y="1111670"/>
                    <a:pt x="9315543" y="1378624"/>
                  </a:cubicBezTo>
                  <a:cubicBezTo>
                    <a:pt x="9147817" y="1653881"/>
                    <a:pt x="8974374" y="1938514"/>
                    <a:pt x="8778486" y="2201686"/>
                  </a:cubicBezTo>
                  <a:cubicBezTo>
                    <a:pt x="8767299" y="2216726"/>
                    <a:pt x="8755741" y="2232381"/>
                    <a:pt x="8743516" y="2248952"/>
                  </a:cubicBezTo>
                  <a:cubicBezTo>
                    <a:pt x="8588209" y="2459457"/>
                    <a:pt x="8353499" y="2777582"/>
                    <a:pt x="8073071" y="2866942"/>
                  </a:cubicBezTo>
                  <a:cubicBezTo>
                    <a:pt x="8022832" y="2883002"/>
                    <a:pt x="7972489" y="2891041"/>
                    <a:pt x="7922478" y="289104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" name="任意多边形: 形状 1405"/>
            <p:cNvSpPr/>
            <p:nvPr>
              <p:custDataLst>
                <p:tags r:id="rId27"/>
              </p:custDataLst>
            </p:nvPr>
          </p:nvSpPr>
          <p:spPr>
            <a:xfrm>
              <a:off x="395751" y="2308026"/>
              <a:ext cx="11795086" cy="3002069"/>
            </a:xfrm>
            <a:custGeom>
              <a:avLst/>
              <a:gdLst>
                <a:gd name="connsiteX0" fmla="*/ 8038962 w 11795086"/>
                <a:gd name="connsiteY0" fmla="*/ 3002070 h 3002069"/>
                <a:gd name="connsiteX1" fmla="*/ 7895723 w 11795086"/>
                <a:gd name="connsiteY1" fmla="*/ 2979677 h 3002069"/>
                <a:gd name="connsiteX2" fmla="*/ 7634627 w 11795086"/>
                <a:gd name="connsiteY2" fmla="*/ 2824582 h 3002069"/>
                <a:gd name="connsiteX3" fmla="*/ 7429821 w 11795086"/>
                <a:gd name="connsiteY3" fmla="*/ 2605403 h 3002069"/>
                <a:gd name="connsiteX4" fmla="*/ 6914118 w 11795086"/>
                <a:gd name="connsiteY4" fmla="*/ 1830874 h 3002069"/>
                <a:gd name="connsiteX5" fmla="*/ 6901066 w 11795086"/>
                <a:gd name="connsiteY5" fmla="*/ 1808869 h 3002069"/>
                <a:gd name="connsiteX6" fmla="*/ 6751511 w 11795086"/>
                <a:gd name="connsiteY6" fmla="*/ 1554035 h 3002069"/>
                <a:gd name="connsiteX7" fmla="*/ 6396675 w 11795086"/>
                <a:gd name="connsiteY7" fmla="*/ 963098 h 3002069"/>
                <a:gd name="connsiteX8" fmla="*/ 5845317 w 11795086"/>
                <a:gd name="connsiteY8" fmla="*/ 254516 h 3002069"/>
                <a:gd name="connsiteX9" fmla="*/ 5329282 w 11795086"/>
                <a:gd name="connsiteY9" fmla="*/ 21459 h 3002069"/>
                <a:gd name="connsiteX10" fmla="*/ 5022397 w 11795086"/>
                <a:gd name="connsiteY10" fmla="*/ 246178 h 3002069"/>
                <a:gd name="connsiteX11" fmla="*/ 4873300 w 11795086"/>
                <a:gd name="connsiteY11" fmla="*/ 755530 h 3002069"/>
                <a:gd name="connsiteX12" fmla="*/ 4714440 w 11795086"/>
                <a:gd name="connsiteY12" fmla="*/ 1350776 h 3002069"/>
                <a:gd name="connsiteX13" fmla="*/ 4384617 w 11795086"/>
                <a:gd name="connsiteY13" fmla="*/ 1966269 h 3002069"/>
                <a:gd name="connsiteX14" fmla="*/ 4110609 w 11795086"/>
                <a:gd name="connsiteY14" fmla="*/ 2249582 h 3002069"/>
                <a:gd name="connsiteX15" fmla="*/ 3739942 w 11795086"/>
                <a:gd name="connsiteY15" fmla="*/ 2499508 h 3002069"/>
                <a:gd name="connsiteX16" fmla="*/ 3254671 w 11795086"/>
                <a:gd name="connsiteY16" fmla="*/ 2703277 h 3002069"/>
                <a:gd name="connsiteX17" fmla="*/ 2636874 w 11795086"/>
                <a:gd name="connsiteY17" fmla="*/ 2848118 h 3002069"/>
                <a:gd name="connsiteX18" fmla="*/ 1645137 w 11795086"/>
                <a:gd name="connsiteY18" fmla="*/ 2958956 h 3002069"/>
                <a:gd name="connsiteX19" fmla="*/ 1558592 w 11795086"/>
                <a:gd name="connsiteY19" fmla="*/ 2961735 h 3002069"/>
                <a:gd name="connsiteX20" fmla="*/ 820669 w 11795086"/>
                <a:gd name="connsiteY20" fmla="*/ 2768397 h 3002069"/>
                <a:gd name="connsiteX21" fmla="*/ 133459 w 11795086"/>
                <a:gd name="connsiteY21" fmla="*/ 2315300 h 3002069"/>
                <a:gd name="connsiteX22" fmla="*/ 0 w 11795086"/>
                <a:gd name="connsiteY22" fmla="*/ 2216125 h 3002069"/>
                <a:gd name="connsiteX23" fmla="*/ 2269 w 11795086"/>
                <a:gd name="connsiteY23" fmla="*/ 2213029 h 3002069"/>
                <a:gd name="connsiteX24" fmla="*/ 135764 w 11795086"/>
                <a:gd name="connsiteY24" fmla="*/ 2312222 h 3002069"/>
                <a:gd name="connsiteX25" fmla="*/ 1644891 w 11795086"/>
                <a:gd name="connsiteY25" fmla="*/ 2955121 h 3002069"/>
                <a:gd name="connsiteX26" fmla="*/ 2636259 w 11795086"/>
                <a:gd name="connsiteY26" fmla="*/ 2844318 h 3002069"/>
                <a:gd name="connsiteX27" fmla="*/ 4869571 w 11795086"/>
                <a:gd name="connsiteY27" fmla="*/ 754685 h 3002069"/>
                <a:gd name="connsiteX28" fmla="*/ 5019002 w 11795086"/>
                <a:gd name="connsiteY28" fmla="*/ 244437 h 3002069"/>
                <a:gd name="connsiteX29" fmla="*/ 5328982 w 11795086"/>
                <a:gd name="connsiteY29" fmla="*/ 17624 h 3002069"/>
                <a:gd name="connsiteX30" fmla="*/ 5847903 w 11795086"/>
                <a:gd name="connsiteY30" fmla="*/ 251649 h 3002069"/>
                <a:gd name="connsiteX31" fmla="*/ 6399930 w 11795086"/>
                <a:gd name="connsiteY31" fmla="*/ 961022 h 3002069"/>
                <a:gd name="connsiteX32" fmla="*/ 6754836 w 11795086"/>
                <a:gd name="connsiteY32" fmla="*/ 1552082 h 3002069"/>
                <a:gd name="connsiteX33" fmla="*/ 6904373 w 11795086"/>
                <a:gd name="connsiteY33" fmla="*/ 1806898 h 3002069"/>
                <a:gd name="connsiteX34" fmla="*/ 6917426 w 11795086"/>
                <a:gd name="connsiteY34" fmla="*/ 1828904 h 3002069"/>
                <a:gd name="connsiteX35" fmla="*/ 7432793 w 11795086"/>
                <a:gd name="connsiteY35" fmla="*/ 2602958 h 3002069"/>
                <a:gd name="connsiteX36" fmla="*/ 7896902 w 11795086"/>
                <a:gd name="connsiteY36" fmla="*/ 2976019 h 3002069"/>
                <a:gd name="connsiteX37" fmla="*/ 8191033 w 11795086"/>
                <a:gd name="connsiteY37" fmla="*/ 2973345 h 3002069"/>
                <a:gd name="connsiteX38" fmla="*/ 8870608 w 11795086"/>
                <a:gd name="connsiteY38" fmla="*/ 2326681 h 3002069"/>
                <a:gd name="connsiteX39" fmla="*/ 8902201 w 11795086"/>
                <a:gd name="connsiteY39" fmla="*/ 2282318 h 3002069"/>
                <a:gd name="connsiteX40" fmla="*/ 9439081 w 11795086"/>
                <a:gd name="connsiteY40" fmla="*/ 1428597 h 3002069"/>
                <a:gd name="connsiteX41" fmla="*/ 9959972 w 11795086"/>
                <a:gd name="connsiteY41" fmla="*/ 596951 h 3002069"/>
                <a:gd name="connsiteX42" fmla="*/ 9998618 w 11795086"/>
                <a:gd name="connsiteY42" fmla="*/ 541471 h 3002069"/>
                <a:gd name="connsiteX43" fmla="*/ 10337377 w 11795086"/>
                <a:gd name="connsiteY43" fmla="*/ 133388 h 3002069"/>
                <a:gd name="connsiteX44" fmla="*/ 10556943 w 11795086"/>
                <a:gd name="connsiteY44" fmla="*/ 9990 h 3002069"/>
                <a:gd name="connsiteX45" fmla="*/ 10795417 w 11795086"/>
                <a:gd name="connsiteY45" fmla="*/ 43764 h 3002069"/>
                <a:gd name="connsiteX46" fmla="*/ 11097253 w 11795086"/>
                <a:gd name="connsiteY46" fmla="*/ 383068 h 3002069"/>
                <a:gd name="connsiteX47" fmla="*/ 11163657 w 11795086"/>
                <a:gd name="connsiteY47" fmla="*/ 484037 h 3002069"/>
                <a:gd name="connsiteX48" fmla="*/ 11360073 w 11795086"/>
                <a:gd name="connsiteY48" fmla="*/ 711940 h 3002069"/>
                <a:gd name="connsiteX49" fmla="*/ 11613887 w 11795086"/>
                <a:gd name="connsiteY49" fmla="*/ 1006494 h 3002069"/>
                <a:gd name="connsiteX50" fmla="*/ 11795087 w 11795086"/>
                <a:gd name="connsiteY50" fmla="*/ 1365007 h 3002069"/>
                <a:gd name="connsiteX51" fmla="*/ 11791376 w 11795086"/>
                <a:gd name="connsiteY51" fmla="*/ 1365992 h 3002069"/>
                <a:gd name="connsiteX52" fmla="*/ 11357277 w 11795086"/>
                <a:gd name="connsiteY52" fmla="*/ 714561 h 3002069"/>
                <a:gd name="connsiteX53" fmla="*/ 11160508 w 11795086"/>
                <a:gd name="connsiteY53" fmla="*/ 486236 h 3002069"/>
                <a:gd name="connsiteX54" fmla="*/ 11094016 w 11795086"/>
                <a:gd name="connsiteY54" fmla="*/ 385143 h 3002069"/>
                <a:gd name="connsiteX55" fmla="*/ 10793517 w 11795086"/>
                <a:gd name="connsiteY55" fmla="*/ 47124 h 3002069"/>
                <a:gd name="connsiteX56" fmla="*/ 10339857 w 11795086"/>
                <a:gd name="connsiteY56" fmla="*/ 136343 h 3002069"/>
                <a:gd name="connsiteX57" fmla="*/ 10001767 w 11795086"/>
                <a:gd name="connsiteY57" fmla="*/ 543687 h 3002069"/>
                <a:gd name="connsiteX58" fmla="*/ 9963103 w 11795086"/>
                <a:gd name="connsiteY58" fmla="*/ 599203 h 3002069"/>
                <a:gd name="connsiteX59" fmla="*/ 9442388 w 11795086"/>
                <a:gd name="connsiteY59" fmla="*/ 1430584 h 3002069"/>
                <a:gd name="connsiteX60" fmla="*/ 8905331 w 11795086"/>
                <a:gd name="connsiteY60" fmla="*/ 2284587 h 3002069"/>
                <a:gd name="connsiteX61" fmla="*/ 8873739 w 11795086"/>
                <a:gd name="connsiteY61" fmla="*/ 2328933 h 3002069"/>
                <a:gd name="connsiteX62" fmla="*/ 8192229 w 11795086"/>
                <a:gd name="connsiteY62" fmla="*/ 2977021 h 3002069"/>
                <a:gd name="connsiteX63" fmla="*/ 8038962 w 11795086"/>
                <a:gd name="connsiteY63" fmla="*/ 3002070 h 3002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795086" h="3002069">
                  <a:moveTo>
                    <a:pt x="8038962" y="3002070"/>
                  </a:moveTo>
                  <a:cubicBezTo>
                    <a:pt x="7990853" y="3002070"/>
                    <a:pt x="7943006" y="2994611"/>
                    <a:pt x="7895723" y="2979677"/>
                  </a:cubicBezTo>
                  <a:cubicBezTo>
                    <a:pt x="7807102" y="2951691"/>
                    <a:pt x="7721700" y="2900959"/>
                    <a:pt x="7634627" y="2824582"/>
                  </a:cubicBezTo>
                  <a:cubicBezTo>
                    <a:pt x="7556314" y="2755890"/>
                    <a:pt x="7487148" y="2675238"/>
                    <a:pt x="7429821" y="2605403"/>
                  </a:cubicBezTo>
                  <a:cubicBezTo>
                    <a:pt x="7230396" y="2364413"/>
                    <a:pt x="7069619" y="2093167"/>
                    <a:pt x="6914118" y="1830874"/>
                  </a:cubicBezTo>
                  <a:lnTo>
                    <a:pt x="6901066" y="1808869"/>
                  </a:lnTo>
                  <a:cubicBezTo>
                    <a:pt x="6850827" y="1724135"/>
                    <a:pt x="6800343" y="1637660"/>
                    <a:pt x="6751511" y="1554035"/>
                  </a:cubicBezTo>
                  <a:cubicBezTo>
                    <a:pt x="6637683" y="1359061"/>
                    <a:pt x="6519985" y="1157456"/>
                    <a:pt x="6396675" y="963098"/>
                  </a:cubicBezTo>
                  <a:cubicBezTo>
                    <a:pt x="6239275" y="715001"/>
                    <a:pt x="6067064" y="455928"/>
                    <a:pt x="5845317" y="254516"/>
                  </a:cubicBezTo>
                  <a:cubicBezTo>
                    <a:pt x="5724840" y="145895"/>
                    <a:pt x="5540263" y="3570"/>
                    <a:pt x="5329282" y="21459"/>
                  </a:cubicBezTo>
                  <a:cubicBezTo>
                    <a:pt x="5191301" y="33174"/>
                    <a:pt x="5093797" y="104574"/>
                    <a:pt x="5022397" y="246178"/>
                  </a:cubicBezTo>
                  <a:cubicBezTo>
                    <a:pt x="4956872" y="376120"/>
                    <a:pt x="4918138" y="551937"/>
                    <a:pt x="4873300" y="755530"/>
                  </a:cubicBezTo>
                  <a:cubicBezTo>
                    <a:pt x="4833263" y="937310"/>
                    <a:pt x="4787880" y="1143331"/>
                    <a:pt x="4714440" y="1350776"/>
                  </a:cubicBezTo>
                  <a:cubicBezTo>
                    <a:pt x="4629935" y="1589479"/>
                    <a:pt x="4522052" y="1790821"/>
                    <a:pt x="4384617" y="1966269"/>
                  </a:cubicBezTo>
                  <a:cubicBezTo>
                    <a:pt x="4304211" y="2068927"/>
                    <a:pt x="4212019" y="2164233"/>
                    <a:pt x="4110609" y="2249582"/>
                  </a:cubicBezTo>
                  <a:cubicBezTo>
                    <a:pt x="4000563" y="2342196"/>
                    <a:pt x="3875846" y="2426297"/>
                    <a:pt x="3739942" y="2499508"/>
                  </a:cubicBezTo>
                  <a:cubicBezTo>
                    <a:pt x="3594221" y="2578015"/>
                    <a:pt x="3430964" y="2646565"/>
                    <a:pt x="3254671" y="2703277"/>
                  </a:cubicBezTo>
                  <a:cubicBezTo>
                    <a:pt x="3067297" y="2763542"/>
                    <a:pt x="2859430" y="2812268"/>
                    <a:pt x="2636874" y="2848118"/>
                  </a:cubicBezTo>
                  <a:cubicBezTo>
                    <a:pt x="2326489" y="2899271"/>
                    <a:pt x="1992814" y="2936563"/>
                    <a:pt x="1645137" y="2958956"/>
                  </a:cubicBezTo>
                  <a:cubicBezTo>
                    <a:pt x="1616342" y="2960803"/>
                    <a:pt x="1587475" y="2961735"/>
                    <a:pt x="1558592" y="2961735"/>
                  </a:cubicBezTo>
                  <a:cubicBezTo>
                    <a:pt x="1319695" y="2961735"/>
                    <a:pt x="1077403" y="2898145"/>
                    <a:pt x="820669" y="2768397"/>
                  </a:cubicBezTo>
                  <a:cubicBezTo>
                    <a:pt x="569810" y="2641622"/>
                    <a:pt x="337985" y="2468250"/>
                    <a:pt x="133459" y="2315300"/>
                  </a:cubicBezTo>
                  <a:cubicBezTo>
                    <a:pt x="87231" y="2280735"/>
                    <a:pt x="43572" y="2248069"/>
                    <a:pt x="0" y="2216125"/>
                  </a:cubicBezTo>
                  <a:lnTo>
                    <a:pt x="2269" y="2213029"/>
                  </a:lnTo>
                  <a:cubicBezTo>
                    <a:pt x="45859" y="2244991"/>
                    <a:pt x="89518" y="2277657"/>
                    <a:pt x="135764" y="2312222"/>
                  </a:cubicBezTo>
                  <a:cubicBezTo>
                    <a:pt x="541736" y="2615817"/>
                    <a:pt x="1046971" y="2993644"/>
                    <a:pt x="1644891" y="2955121"/>
                  </a:cubicBezTo>
                  <a:cubicBezTo>
                    <a:pt x="1992445" y="2932728"/>
                    <a:pt x="2325979" y="2895454"/>
                    <a:pt x="2636259" y="2844318"/>
                  </a:cubicBezTo>
                  <a:cubicBezTo>
                    <a:pt x="4474452" y="2548304"/>
                    <a:pt x="4712223" y="1468932"/>
                    <a:pt x="4869571" y="754685"/>
                  </a:cubicBezTo>
                  <a:cubicBezTo>
                    <a:pt x="4914479" y="550846"/>
                    <a:pt x="4953249" y="374800"/>
                    <a:pt x="5019002" y="244437"/>
                  </a:cubicBezTo>
                  <a:cubicBezTo>
                    <a:pt x="5091053" y="101531"/>
                    <a:pt x="5189560" y="29463"/>
                    <a:pt x="5328982" y="17624"/>
                  </a:cubicBezTo>
                  <a:cubicBezTo>
                    <a:pt x="5541423" y="-406"/>
                    <a:pt x="5726898" y="142552"/>
                    <a:pt x="5847903" y="251649"/>
                  </a:cubicBezTo>
                  <a:cubicBezTo>
                    <a:pt x="6070001" y="453395"/>
                    <a:pt x="6242389" y="712714"/>
                    <a:pt x="6399930" y="961022"/>
                  </a:cubicBezTo>
                  <a:cubicBezTo>
                    <a:pt x="6523274" y="1155451"/>
                    <a:pt x="6640990" y="1357091"/>
                    <a:pt x="6754836" y="1552082"/>
                  </a:cubicBezTo>
                  <a:cubicBezTo>
                    <a:pt x="6803650" y="1635707"/>
                    <a:pt x="6854135" y="1722183"/>
                    <a:pt x="6904373" y="1806898"/>
                  </a:cubicBezTo>
                  <a:lnTo>
                    <a:pt x="6917426" y="1828904"/>
                  </a:lnTo>
                  <a:cubicBezTo>
                    <a:pt x="7072856" y="2091074"/>
                    <a:pt x="7233562" y="2362179"/>
                    <a:pt x="7432793" y="2602958"/>
                  </a:cubicBezTo>
                  <a:cubicBezTo>
                    <a:pt x="7563174" y="2761783"/>
                    <a:pt x="7709650" y="2916897"/>
                    <a:pt x="7896902" y="2976019"/>
                  </a:cubicBezTo>
                  <a:cubicBezTo>
                    <a:pt x="7993421" y="3006485"/>
                    <a:pt x="8092368" y="3005588"/>
                    <a:pt x="8191033" y="2973345"/>
                  </a:cubicBezTo>
                  <a:cubicBezTo>
                    <a:pt x="8477389" y="2880027"/>
                    <a:pt x="8714017" y="2547038"/>
                    <a:pt x="8870608" y="2326681"/>
                  </a:cubicBezTo>
                  <a:cubicBezTo>
                    <a:pt x="8881532" y="2311307"/>
                    <a:pt x="8892068" y="2296478"/>
                    <a:pt x="8902201" y="2282318"/>
                  </a:cubicBezTo>
                  <a:cubicBezTo>
                    <a:pt x="9098124" y="2008627"/>
                    <a:pt x="9271461" y="1713757"/>
                    <a:pt x="9439081" y="1428597"/>
                  </a:cubicBezTo>
                  <a:cubicBezTo>
                    <a:pt x="9601970" y="1151475"/>
                    <a:pt x="9770399" y="864925"/>
                    <a:pt x="9959972" y="596951"/>
                  </a:cubicBezTo>
                  <a:cubicBezTo>
                    <a:pt x="9971863" y="580152"/>
                    <a:pt x="9984863" y="561365"/>
                    <a:pt x="9998618" y="541471"/>
                  </a:cubicBezTo>
                  <a:cubicBezTo>
                    <a:pt x="10083563" y="418724"/>
                    <a:pt x="10199890" y="250629"/>
                    <a:pt x="10337377" y="133388"/>
                  </a:cubicBezTo>
                  <a:cubicBezTo>
                    <a:pt x="10412753" y="69112"/>
                    <a:pt x="10486616" y="27598"/>
                    <a:pt x="10556943" y="9990"/>
                  </a:cubicBezTo>
                  <a:cubicBezTo>
                    <a:pt x="10639301" y="-10644"/>
                    <a:pt x="10719531" y="720"/>
                    <a:pt x="10795417" y="43764"/>
                  </a:cubicBezTo>
                  <a:cubicBezTo>
                    <a:pt x="10928261" y="119104"/>
                    <a:pt x="11014173" y="253285"/>
                    <a:pt x="11097253" y="383068"/>
                  </a:cubicBezTo>
                  <a:cubicBezTo>
                    <a:pt x="11119998" y="418583"/>
                    <a:pt x="11141476" y="452146"/>
                    <a:pt x="11163657" y="484037"/>
                  </a:cubicBezTo>
                  <a:cubicBezTo>
                    <a:pt x="11212770" y="554681"/>
                    <a:pt x="11284328" y="631059"/>
                    <a:pt x="11360073" y="711940"/>
                  </a:cubicBezTo>
                  <a:cubicBezTo>
                    <a:pt x="11442010" y="799418"/>
                    <a:pt x="11534871" y="898576"/>
                    <a:pt x="11613887" y="1006494"/>
                  </a:cubicBezTo>
                  <a:cubicBezTo>
                    <a:pt x="11704425" y="1130155"/>
                    <a:pt x="11763706" y="1247432"/>
                    <a:pt x="11795087" y="1365007"/>
                  </a:cubicBezTo>
                  <a:lnTo>
                    <a:pt x="11791376" y="1365992"/>
                  </a:lnTo>
                  <a:cubicBezTo>
                    <a:pt x="11721207" y="1103136"/>
                    <a:pt x="11527870" y="896711"/>
                    <a:pt x="11357277" y="714561"/>
                  </a:cubicBezTo>
                  <a:cubicBezTo>
                    <a:pt x="11281426" y="633575"/>
                    <a:pt x="11209797" y="557091"/>
                    <a:pt x="11160508" y="486236"/>
                  </a:cubicBezTo>
                  <a:cubicBezTo>
                    <a:pt x="11138275" y="454274"/>
                    <a:pt x="11116779" y="420694"/>
                    <a:pt x="11094016" y="385143"/>
                  </a:cubicBezTo>
                  <a:cubicBezTo>
                    <a:pt x="11011183" y="255765"/>
                    <a:pt x="10925534" y="121989"/>
                    <a:pt x="10793517" y="47124"/>
                  </a:cubicBezTo>
                  <a:cubicBezTo>
                    <a:pt x="10654429" y="-31752"/>
                    <a:pt x="10501796" y="-1743"/>
                    <a:pt x="10339857" y="136343"/>
                  </a:cubicBezTo>
                  <a:cubicBezTo>
                    <a:pt x="10202757" y="253267"/>
                    <a:pt x="10086589" y="421134"/>
                    <a:pt x="10001767" y="543687"/>
                  </a:cubicBezTo>
                  <a:cubicBezTo>
                    <a:pt x="9987994" y="563582"/>
                    <a:pt x="9974995" y="582369"/>
                    <a:pt x="9963103" y="599203"/>
                  </a:cubicBezTo>
                  <a:cubicBezTo>
                    <a:pt x="9773635" y="867054"/>
                    <a:pt x="9605241" y="1153533"/>
                    <a:pt x="9442388" y="1430584"/>
                  </a:cubicBezTo>
                  <a:cubicBezTo>
                    <a:pt x="9274733" y="1715815"/>
                    <a:pt x="9101343" y="2010773"/>
                    <a:pt x="8905331" y="2284587"/>
                  </a:cubicBezTo>
                  <a:cubicBezTo>
                    <a:pt x="8895200" y="2298748"/>
                    <a:pt x="8884662" y="2313576"/>
                    <a:pt x="8873739" y="2328933"/>
                  </a:cubicBezTo>
                  <a:cubicBezTo>
                    <a:pt x="8716867" y="2549694"/>
                    <a:pt x="8479781" y="2883317"/>
                    <a:pt x="8192229" y="2977021"/>
                  </a:cubicBezTo>
                  <a:cubicBezTo>
                    <a:pt x="8141093" y="2993714"/>
                    <a:pt x="8089870" y="3002070"/>
                    <a:pt x="8038962" y="3002070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9" name="任意多边形: 形状 1406"/>
            <p:cNvSpPr/>
            <p:nvPr>
              <p:custDataLst>
                <p:tags r:id="rId28"/>
              </p:custDataLst>
            </p:nvPr>
          </p:nvSpPr>
          <p:spPr>
            <a:xfrm>
              <a:off x="316541" y="2245264"/>
              <a:ext cx="11874174" cy="3113100"/>
            </a:xfrm>
            <a:custGeom>
              <a:avLst/>
              <a:gdLst>
                <a:gd name="connsiteX0" fmla="*/ 8155272 w 11874174"/>
                <a:gd name="connsiteY0" fmla="*/ 3113101 h 3113100"/>
                <a:gd name="connsiteX1" fmla="*/ 8008901 w 11874174"/>
                <a:gd name="connsiteY1" fmla="*/ 3089529 h 3113100"/>
                <a:gd name="connsiteX2" fmla="*/ 7743600 w 11874174"/>
                <a:gd name="connsiteY2" fmla="*/ 2927749 h 3113100"/>
                <a:gd name="connsiteX3" fmla="*/ 7536876 w 11874174"/>
                <a:gd name="connsiteY3" fmla="*/ 2698914 h 3113100"/>
                <a:gd name="connsiteX4" fmla="*/ 7018888 w 11874174"/>
                <a:gd name="connsiteY4" fmla="*/ 1888641 h 3113100"/>
                <a:gd name="connsiteX5" fmla="*/ 7007788 w 11874174"/>
                <a:gd name="connsiteY5" fmla="*/ 1869116 h 3113100"/>
                <a:gd name="connsiteX6" fmla="*/ 6864196 w 11874174"/>
                <a:gd name="connsiteY6" fmla="*/ 1613842 h 3113100"/>
                <a:gd name="connsiteX7" fmla="*/ 6504488 w 11874174"/>
                <a:gd name="connsiteY7" fmla="*/ 990081 h 3113100"/>
                <a:gd name="connsiteX8" fmla="*/ 5949506 w 11874174"/>
                <a:gd name="connsiteY8" fmla="*/ 255729 h 3113100"/>
                <a:gd name="connsiteX9" fmla="*/ 5423743 w 11874174"/>
                <a:gd name="connsiteY9" fmla="*/ 16568 h 3113100"/>
                <a:gd name="connsiteX10" fmla="*/ 5124017 w 11874174"/>
                <a:gd name="connsiteY10" fmla="*/ 251701 h 3113100"/>
                <a:gd name="connsiteX11" fmla="*/ 4986143 w 11874174"/>
                <a:gd name="connsiteY11" fmla="*/ 779716 h 3113100"/>
                <a:gd name="connsiteX12" fmla="*/ 4509492 w 11874174"/>
                <a:gd name="connsiteY12" fmla="*/ 2058354 h 3113100"/>
                <a:gd name="connsiteX13" fmla="*/ 4231720 w 11874174"/>
                <a:gd name="connsiteY13" fmla="*/ 2357394 h 3113100"/>
                <a:gd name="connsiteX14" fmla="*/ 3852468 w 11874174"/>
                <a:gd name="connsiteY14" fmla="*/ 2620706 h 3113100"/>
                <a:gd name="connsiteX15" fmla="*/ 3352791 w 11874174"/>
                <a:gd name="connsiteY15" fmla="*/ 2834572 h 3113100"/>
                <a:gd name="connsiteX16" fmla="*/ 2713674 w 11874174"/>
                <a:gd name="connsiteY16" fmla="*/ 2985305 h 3113100"/>
                <a:gd name="connsiteX17" fmla="*/ 1698419 w 11874174"/>
                <a:gd name="connsiteY17" fmla="*/ 3089741 h 3113100"/>
                <a:gd name="connsiteX18" fmla="*/ 847090 w 11874174"/>
                <a:gd name="connsiteY18" fmla="*/ 2872497 h 3113100"/>
                <a:gd name="connsiteX19" fmla="*/ 135236 w 11874174"/>
                <a:gd name="connsiteY19" fmla="*/ 2377693 h 3113100"/>
                <a:gd name="connsiteX20" fmla="*/ 0 w 11874174"/>
                <a:gd name="connsiteY20" fmla="*/ 2272080 h 3113100"/>
                <a:gd name="connsiteX21" fmla="*/ 2304 w 11874174"/>
                <a:gd name="connsiteY21" fmla="*/ 2269089 h 3113100"/>
                <a:gd name="connsiteX22" fmla="*/ 137558 w 11874174"/>
                <a:gd name="connsiteY22" fmla="*/ 2374738 h 3113100"/>
                <a:gd name="connsiteX23" fmla="*/ 1698208 w 11874174"/>
                <a:gd name="connsiteY23" fmla="*/ 3085994 h 3113100"/>
                <a:gd name="connsiteX24" fmla="*/ 2713059 w 11874174"/>
                <a:gd name="connsiteY24" fmla="*/ 2981612 h 3113100"/>
                <a:gd name="connsiteX25" fmla="*/ 4982414 w 11874174"/>
                <a:gd name="connsiteY25" fmla="*/ 779030 h 3113100"/>
                <a:gd name="connsiteX26" fmla="*/ 5120570 w 11874174"/>
                <a:gd name="connsiteY26" fmla="*/ 250153 h 3113100"/>
                <a:gd name="connsiteX27" fmla="*/ 5423356 w 11874174"/>
                <a:gd name="connsiteY27" fmla="*/ 12856 h 3113100"/>
                <a:gd name="connsiteX28" fmla="*/ 5952040 w 11874174"/>
                <a:gd name="connsiteY28" fmla="*/ 253003 h 3113100"/>
                <a:gd name="connsiteX29" fmla="*/ 6507672 w 11874174"/>
                <a:gd name="connsiteY29" fmla="*/ 988164 h 3113100"/>
                <a:gd name="connsiteX30" fmla="*/ 6867451 w 11874174"/>
                <a:gd name="connsiteY30" fmla="*/ 1612047 h 3113100"/>
                <a:gd name="connsiteX31" fmla="*/ 7011025 w 11874174"/>
                <a:gd name="connsiteY31" fmla="*/ 1867304 h 3113100"/>
                <a:gd name="connsiteX32" fmla="*/ 7022124 w 11874174"/>
                <a:gd name="connsiteY32" fmla="*/ 1886829 h 3113100"/>
                <a:gd name="connsiteX33" fmla="*/ 7539779 w 11874174"/>
                <a:gd name="connsiteY33" fmla="*/ 2696610 h 3113100"/>
                <a:gd name="connsiteX34" fmla="*/ 8009991 w 11874174"/>
                <a:gd name="connsiteY34" fmla="*/ 3085994 h 3113100"/>
                <a:gd name="connsiteX35" fmla="*/ 8310121 w 11874174"/>
                <a:gd name="connsiteY35" fmla="*/ 3083478 h 3113100"/>
                <a:gd name="connsiteX36" fmla="*/ 9000796 w 11874174"/>
                <a:gd name="connsiteY36" fmla="*/ 2406366 h 3113100"/>
                <a:gd name="connsiteX37" fmla="*/ 9028993 w 11874174"/>
                <a:gd name="connsiteY37" fmla="*/ 2365292 h 3113100"/>
                <a:gd name="connsiteX38" fmla="*/ 9566014 w 11874174"/>
                <a:gd name="connsiteY38" fmla="*/ 1480488 h 3113100"/>
                <a:gd name="connsiteX39" fmla="*/ 10087521 w 11874174"/>
                <a:gd name="connsiteY39" fmla="*/ 617971 h 3113100"/>
                <a:gd name="connsiteX40" fmla="*/ 10122544 w 11874174"/>
                <a:gd name="connsiteY40" fmla="*/ 565956 h 3113100"/>
                <a:gd name="connsiteX41" fmla="*/ 10465348 w 11874174"/>
                <a:gd name="connsiteY41" fmla="*/ 140212 h 3113100"/>
                <a:gd name="connsiteX42" fmla="*/ 10689891 w 11874174"/>
                <a:gd name="connsiteY42" fmla="*/ 10447 h 3113100"/>
                <a:gd name="connsiteX43" fmla="*/ 10934470 w 11874174"/>
                <a:gd name="connsiteY43" fmla="*/ 46472 h 3113100"/>
                <a:gd name="connsiteX44" fmla="*/ 11249130 w 11874174"/>
                <a:gd name="connsiteY44" fmla="*/ 417245 h 3113100"/>
                <a:gd name="connsiteX45" fmla="*/ 11304962 w 11874174"/>
                <a:gd name="connsiteY45" fmla="*/ 507960 h 3113100"/>
                <a:gd name="connsiteX46" fmla="*/ 11486162 w 11874174"/>
                <a:gd name="connsiteY46" fmla="*/ 744130 h 3113100"/>
                <a:gd name="connsiteX47" fmla="*/ 11874174 w 11874174"/>
                <a:gd name="connsiteY47" fmla="*/ 1377689 h 3113100"/>
                <a:gd name="connsiteX48" fmla="*/ 11870550 w 11874174"/>
                <a:gd name="connsiteY48" fmla="*/ 1378709 h 3113100"/>
                <a:gd name="connsiteX49" fmla="*/ 11483260 w 11874174"/>
                <a:gd name="connsiteY49" fmla="*/ 746523 h 3113100"/>
                <a:gd name="connsiteX50" fmla="*/ 11301796 w 11874174"/>
                <a:gd name="connsiteY50" fmla="*/ 509983 h 3113100"/>
                <a:gd name="connsiteX51" fmla="*/ 11245910 w 11874174"/>
                <a:gd name="connsiteY51" fmla="*/ 419198 h 3113100"/>
                <a:gd name="connsiteX52" fmla="*/ 10932570 w 11874174"/>
                <a:gd name="connsiteY52" fmla="*/ 49726 h 3113100"/>
                <a:gd name="connsiteX53" fmla="*/ 10125675 w 11874174"/>
                <a:gd name="connsiteY53" fmla="*/ 568067 h 3113100"/>
                <a:gd name="connsiteX54" fmla="*/ 10090635 w 11874174"/>
                <a:gd name="connsiteY54" fmla="*/ 620117 h 3113100"/>
                <a:gd name="connsiteX55" fmla="*/ 9569287 w 11874174"/>
                <a:gd name="connsiteY55" fmla="*/ 1482370 h 3113100"/>
                <a:gd name="connsiteX56" fmla="*/ 9032089 w 11874174"/>
                <a:gd name="connsiteY56" fmla="*/ 2367455 h 3113100"/>
                <a:gd name="connsiteX57" fmla="*/ 9003891 w 11874174"/>
                <a:gd name="connsiteY57" fmla="*/ 2408512 h 3113100"/>
                <a:gd name="connsiteX58" fmla="*/ 8311299 w 11874174"/>
                <a:gd name="connsiteY58" fmla="*/ 3087067 h 3113100"/>
                <a:gd name="connsiteX59" fmla="*/ 8155272 w 11874174"/>
                <a:gd name="connsiteY59" fmla="*/ 3113101 h 311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11874174" h="3113100">
                  <a:moveTo>
                    <a:pt x="8155272" y="3113101"/>
                  </a:moveTo>
                  <a:cubicBezTo>
                    <a:pt x="8106035" y="3113101"/>
                    <a:pt x="8057151" y="3105256"/>
                    <a:pt x="8008901" y="3089529"/>
                  </a:cubicBezTo>
                  <a:cubicBezTo>
                    <a:pt x="7918590" y="3060487"/>
                    <a:pt x="7831817" y="3007575"/>
                    <a:pt x="7743600" y="2927749"/>
                  </a:cubicBezTo>
                  <a:cubicBezTo>
                    <a:pt x="7664284" y="2855980"/>
                    <a:pt x="7594591" y="2771792"/>
                    <a:pt x="7536876" y="2698914"/>
                  </a:cubicBezTo>
                  <a:cubicBezTo>
                    <a:pt x="7335781" y="2446560"/>
                    <a:pt x="7174687" y="2162930"/>
                    <a:pt x="7018888" y="1888641"/>
                  </a:cubicBezTo>
                  <a:lnTo>
                    <a:pt x="7007788" y="1869116"/>
                  </a:lnTo>
                  <a:cubicBezTo>
                    <a:pt x="6959555" y="1784224"/>
                    <a:pt x="6911075" y="1697608"/>
                    <a:pt x="6864196" y="1613842"/>
                  </a:cubicBezTo>
                  <a:cubicBezTo>
                    <a:pt x="6748996" y="1408015"/>
                    <a:pt x="6629873" y="1195169"/>
                    <a:pt x="6504488" y="990081"/>
                  </a:cubicBezTo>
                  <a:cubicBezTo>
                    <a:pt x="6347228" y="732872"/>
                    <a:pt x="6174841" y="464318"/>
                    <a:pt x="5949506" y="255729"/>
                  </a:cubicBezTo>
                  <a:cubicBezTo>
                    <a:pt x="5826935" y="142939"/>
                    <a:pt x="5639086" y="-4558"/>
                    <a:pt x="5423743" y="16568"/>
                  </a:cubicBezTo>
                  <a:cubicBezTo>
                    <a:pt x="5287258" y="29955"/>
                    <a:pt x="5192023" y="104679"/>
                    <a:pt x="5124017" y="251701"/>
                  </a:cubicBezTo>
                  <a:cubicBezTo>
                    <a:pt x="5061606" y="386638"/>
                    <a:pt x="5026636" y="568788"/>
                    <a:pt x="4986143" y="779716"/>
                  </a:cubicBezTo>
                  <a:cubicBezTo>
                    <a:pt x="4912386" y="1163876"/>
                    <a:pt x="4820598" y="1641969"/>
                    <a:pt x="4509492" y="2058354"/>
                  </a:cubicBezTo>
                  <a:cubicBezTo>
                    <a:pt x="4428488" y="2166783"/>
                    <a:pt x="4335030" y="2267401"/>
                    <a:pt x="4231720" y="2357394"/>
                  </a:cubicBezTo>
                  <a:cubicBezTo>
                    <a:pt x="4119598" y="2455092"/>
                    <a:pt x="3991996" y="2543678"/>
                    <a:pt x="3852468" y="2620706"/>
                  </a:cubicBezTo>
                  <a:cubicBezTo>
                    <a:pt x="3702861" y="2703312"/>
                    <a:pt x="3534730" y="2775257"/>
                    <a:pt x="3352791" y="2834572"/>
                  </a:cubicBezTo>
                  <a:cubicBezTo>
                    <a:pt x="3159348" y="2897634"/>
                    <a:pt x="2944322" y="2948348"/>
                    <a:pt x="2713674" y="2985305"/>
                  </a:cubicBezTo>
                  <a:cubicBezTo>
                    <a:pt x="2399578" y="3036582"/>
                    <a:pt x="2057987" y="3071710"/>
                    <a:pt x="1698419" y="3089741"/>
                  </a:cubicBezTo>
                  <a:cubicBezTo>
                    <a:pt x="1423303" y="3103514"/>
                    <a:pt x="1144845" y="3032466"/>
                    <a:pt x="847090" y="2872497"/>
                  </a:cubicBezTo>
                  <a:cubicBezTo>
                    <a:pt x="587542" y="2733057"/>
                    <a:pt x="347255" y="2544258"/>
                    <a:pt x="135236" y="2377693"/>
                  </a:cubicBezTo>
                  <a:cubicBezTo>
                    <a:pt x="88410" y="2340894"/>
                    <a:pt x="44170" y="2306153"/>
                    <a:pt x="0" y="2272080"/>
                  </a:cubicBezTo>
                  <a:lnTo>
                    <a:pt x="2304" y="2269089"/>
                  </a:lnTo>
                  <a:cubicBezTo>
                    <a:pt x="46492" y="2303179"/>
                    <a:pt x="90732" y="2337938"/>
                    <a:pt x="137558" y="2374738"/>
                  </a:cubicBezTo>
                  <a:cubicBezTo>
                    <a:pt x="558394" y="2705370"/>
                    <a:pt x="1082082" y="3116883"/>
                    <a:pt x="1698208" y="3085994"/>
                  </a:cubicBezTo>
                  <a:cubicBezTo>
                    <a:pt x="2057653" y="3067981"/>
                    <a:pt x="2399085" y="3032870"/>
                    <a:pt x="2713059" y="2981612"/>
                  </a:cubicBezTo>
                  <a:cubicBezTo>
                    <a:pt x="4618149" y="2676293"/>
                    <a:pt x="4837362" y="1534544"/>
                    <a:pt x="4982414" y="779030"/>
                  </a:cubicBezTo>
                  <a:cubicBezTo>
                    <a:pt x="5022960" y="567873"/>
                    <a:pt x="5057965" y="385512"/>
                    <a:pt x="5120570" y="250153"/>
                  </a:cubicBezTo>
                  <a:cubicBezTo>
                    <a:pt x="5189190" y="101794"/>
                    <a:pt x="5285393" y="26384"/>
                    <a:pt x="5423356" y="12856"/>
                  </a:cubicBezTo>
                  <a:cubicBezTo>
                    <a:pt x="5640194" y="-8410"/>
                    <a:pt x="5828923" y="139719"/>
                    <a:pt x="5952040" y="253003"/>
                  </a:cubicBezTo>
                  <a:cubicBezTo>
                    <a:pt x="6177743" y="461925"/>
                    <a:pt x="6350289" y="730744"/>
                    <a:pt x="6507672" y="988164"/>
                  </a:cubicBezTo>
                  <a:cubicBezTo>
                    <a:pt x="6633092" y="1193322"/>
                    <a:pt x="6752233" y="1406185"/>
                    <a:pt x="6867451" y="1612047"/>
                  </a:cubicBezTo>
                  <a:cubicBezTo>
                    <a:pt x="6914330" y="1695814"/>
                    <a:pt x="6962809" y="1782429"/>
                    <a:pt x="7011025" y="1867304"/>
                  </a:cubicBezTo>
                  <a:lnTo>
                    <a:pt x="7022124" y="1886829"/>
                  </a:lnTo>
                  <a:cubicBezTo>
                    <a:pt x="7177854" y="2160995"/>
                    <a:pt x="7338877" y="2444484"/>
                    <a:pt x="7539779" y="2696610"/>
                  </a:cubicBezTo>
                  <a:cubicBezTo>
                    <a:pt x="7671180" y="2862559"/>
                    <a:pt x="7819098" y="3024585"/>
                    <a:pt x="8009991" y="3085994"/>
                  </a:cubicBezTo>
                  <a:cubicBezTo>
                    <a:pt x="8108234" y="3117973"/>
                    <a:pt x="8209204" y="3117147"/>
                    <a:pt x="8310121" y="3083478"/>
                  </a:cubicBezTo>
                  <a:cubicBezTo>
                    <a:pt x="8603689" y="2985763"/>
                    <a:pt x="8842657" y="2637083"/>
                    <a:pt x="9000796" y="2406366"/>
                  </a:cubicBezTo>
                  <a:cubicBezTo>
                    <a:pt x="9010523" y="2392170"/>
                    <a:pt x="9019917" y="2378449"/>
                    <a:pt x="9028993" y="2365292"/>
                  </a:cubicBezTo>
                  <a:cubicBezTo>
                    <a:pt x="9225057" y="2080923"/>
                    <a:pt x="9398394" y="1775675"/>
                    <a:pt x="9566014" y="1480488"/>
                  </a:cubicBezTo>
                  <a:cubicBezTo>
                    <a:pt x="9729079" y="1193322"/>
                    <a:pt x="9897702" y="896376"/>
                    <a:pt x="10087521" y="617971"/>
                  </a:cubicBezTo>
                  <a:cubicBezTo>
                    <a:pt x="10098322" y="602122"/>
                    <a:pt x="10110090" y="584549"/>
                    <a:pt x="10122544" y="565956"/>
                  </a:cubicBezTo>
                  <a:cubicBezTo>
                    <a:pt x="10203179" y="445478"/>
                    <a:pt x="10325064" y="263398"/>
                    <a:pt x="10465348" y="140212"/>
                  </a:cubicBezTo>
                  <a:cubicBezTo>
                    <a:pt x="10542359" y="72594"/>
                    <a:pt x="10617911" y="28934"/>
                    <a:pt x="10689891" y="10447"/>
                  </a:cubicBezTo>
                  <a:cubicBezTo>
                    <a:pt x="10774343" y="-11243"/>
                    <a:pt x="10856632" y="877"/>
                    <a:pt x="10934470" y="46472"/>
                  </a:cubicBezTo>
                  <a:cubicBezTo>
                    <a:pt x="11074896" y="128743"/>
                    <a:pt x="11167474" y="282009"/>
                    <a:pt x="11249130" y="417245"/>
                  </a:cubicBezTo>
                  <a:cubicBezTo>
                    <a:pt x="11268303" y="449014"/>
                    <a:pt x="11286439" y="479006"/>
                    <a:pt x="11304962" y="507960"/>
                  </a:cubicBezTo>
                  <a:cubicBezTo>
                    <a:pt x="11352386" y="582016"/>
                    <a:pt x="11417366" y="660769"/>
                    <a:pt x="11486162" y="744130"/>
                  </a:cubicBezTo>
                  <a:cubicBezTo>
                    <a:pt x="11635400" y="924996"/>
                    <a:pt x="11804569" y="1129979"/>
                    <a:pt x="11874174" y="1377689"/>
                  </a:cubicBezTo>
                  <a:lnTo>
                    <a:pt x="11870550" y="1378709"/>
                  </a:lnTo>
                  <a:cubicBezTo>
                    <a:pt x="11801155" y="1131773"/>
                    <a:pt x="11632269" y="927107"/>
                    <a:pt x="11483260" y="746523"/>
                  </a:cubicBezTo>
                  <a:cubicBezTo>
                    <a:pt x="11414393" y="663056"/>
                    <a:pt x="11349343" y="584232"/>
                    <a:pt x="11301796" y="509983"/>
                  </a:cubicBezTo>
                  <a:cubicBezTo>
                    <a:pt x="11283238" y="480993"/>
                    <a:pt x="11265102" y="450966"/>
                    <a:pt x="11245910" y="419198"/>
                  </a:cubicBezTo>
                  <a:cubicBezTo>
                    <a:pt x="11164467" y="284349"/>
                    <a:pt x="11072169" y="131522"/>
                    <a:pt x="10932570" y="49726"/>
                  </a:cubicBezTo>
                  <a:cubicBezTo>
                    <a:pt x="10602167" y="-143840"/>
                    <a:pt x="10292205" y="319266"/>
                    <a:pt x="10125675" y="568067"/>
                  </a:cubicBezTo>
                  <a:cubicBezTo>
                    <a:pt x="10113221" y="586677"/>
                    <a:pt x="10101453" y="604250"/>
                    <a:pt x="10090635" y="620117"/>
                  </a:cubicBezTo>
                  <a:cubicBezTo>
                    <a:pt x="9900886" y="898382"/>
                    <a:pt x="9732315" y="1195257"/>
                    <a:pt x="9569287" y="1482370"/>
                  </a:cubicBezTo>
                  <a:cubicBezTo>
                    <a:pt x="9401631" y="1777627"/>
                    <a:pt x="9228259" y="2082946"/>
                    <a:pt x="9032089" y="2367455"/>
                  </a:cubicBezTo>
                  <a:cubicBezTo>
                    <a:pt x="9023012" y="2380613"/>
                    <a:pt x="9013619" y="2394334"/>
                    <a:pt x="9003891" y="2408512"/>
                  </a:cubicBezTo>
                  <a:cubicBezTo>
                    <a:pt x="8845471" y="2639651"/>
                    <a:pt x="8606081" y="2988964"/>
                    <a:pt x="8311299" y="3087067"/>
                  </a:cubicBezTo>
                  <a:cubicBezTo>
                    <a:pt x="8259249" y="3104411"/>
                    <a:pt x="8207075" y="3113101"/>
                    <a:pt x="8155272" y="311310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" name="任意多边形: 形状 767"/>
            <p:cNvSpPr/>
            <p:nvPr>
              <p:custDataLst>
                <p:tags r:id="rId29"/>
              </p:custDataLst>
            </p:nvPr>
          </p:nvSpPr>
          <p:spPr>
            <a:xfrm>
              <a:off x="237437" y="2182363"/>
              <a:ext cx="11953349" cy="3224181"/>
            </a:xfrm>
            <a:custGeom>
              <a:avLst/>
              <a:gdLst>
                <a:gd name="connsiteX0" fmla="*/ 8271738 w 11953349"/>
                <a:gd name="connsiteY0" fmla="*/ 3224182 h 3224181"/>
                <a:gd name="connsiteX1" fmla="*/ 8121973 w 11953349"/>
                <a:gd name="connsiteY1" fmla="*/ 3199538 h 3224181"/>
                <a:gd name="connsiteX2" fmla="*/ 7852538 w 11953349"/>
                <a:gd name="connsiteY2" fmla="*/ 3030915 h 3224181"/>
                <a:gd name="connsiteX3" fmla="*/ 7643862 w 11953349"/>
                <a:gd name="connsiteY3" fmla="*/ 2792598 h 3224181"/>
                <a:gd name="connsiteX4" fmla="*/ 7123499 w 11953349"/>
                <a:gd name="connsiteY4" fmla="*/ 1946106 h 3224181"/>
                <a:gd name="connsiteX5" fmla="*/ 7114475 w 11953349"/>
                <a:gd name="connsiteY5" fmla="*/ 1929536 h 3224181"/>
                <a:gd name="connsiteX6" fmla="*/ 6976266 w 11953349"/>
                <a:gd name="connsiteY6" fmla="*/ 1673558 h 3224181"/>
                <a:gd name="connsiteX7" fmla="*/ 6612247 w 11953349"/>
                <a:gd name="connsiteY7" fmla="*/ 1017238 h 3224181"/>
                <a:gd name="connsiteX8" fmla="*/ 6053642 w 11953349"/>
                <a:gd name="connsiteY8" fmla="*/ 257098 h 3224181"/>
                <a:gd name="connsiteX9" fmla="*/ 5518151 w 11953349"/>
                <a:gd name="connsiteY9" fmla="*/ 11833 h 3224181"/>
                <a:gd name="connsiteX10" fmla="*/ 5225234 w 11953349"/>
                <a:gd name="connsiteY10" fmla="*/ 257169 h 3224181"/>
                <a:gd name="connsiteX11" fmla="*/ 5098230 w 11953349"/>
                <a:gd name="connsiteY11" fmla="*/ 803566 h 3224181"/>
                <a:gd name="connsiteX12" fmla="*/ 4633998 w 11953349"/>
                <a:gd name="connsiteY12" fmla="*/ 2150333 h 3224181"/>
                <a:gd name="connsiteX13" fmla="*/ 4352567 w 11953349"/>
                <a:gd name="connsiteY13" fmla="*/ 2465203 h 3224181"/>
                <a:gd name="connsiteX14" fmla="*/ 3964854 w 11953349"/>
                <a:gd name="connsiteY14" fmla="*/ 2741973 h 3224181"/>
                <a:gd name="connsiteX15" fmla="*/ 3450823 w 11953349"/>
                <a:gd name="connsiteY15" fmla="*/ 2965988 h 3224181"/>
                <a:gd name="connsiteX16" fmla="*/ 2790457 w 11953349"/>
                <a:gd name="connsiteY16" fmla="*/ 3122632 h 3224181"/>
                <a:gd name="connsiteX17" fmla="*/ 1751666 w 11953349"/>
                <a:gd name="connsiteY17" fmla="*/ 3220646 h 3224181"/>
                <a:gd name="connsiteX18" fmla="*/ 873581 w 11953349"/>
                <a:gd name="connsiteY18" fmla="*/ 2976683 h 3224181"/>
                <a:gd name="connsiteX19" fmla="*/ 137171 w 11953349"/>
                <a:gd name="connsiteY19" fmla="*/ 2440137 h 3224181"/>
                <a:gd name="connsiteX20" fmla="*/ 0 w 11953349"/>
                <a:gd name="connsiteY20" fmla="*/ 2328138 h 3224181"/>
                <a:gd name="connsiteX21" fmla="*/ 2322 w 11953349"/>
                <a:gd name="connsiteY21" fmla="*/ 2325253 h 3224181"/>
                <a:gd name="connsiteX22" fmla="*/ 139511 w 11953349"/>
                <a:gd name="connsiteY22" fmla="*/ 2437270 h 3224181"/>
                <a:gd name="connsiteX23" fmla="*/ 1751507 w 11953349"/>
                <a:gd name="connsiteY23" fmla="*/ 3216935 h 3224181"/>
                <a:gd name="connsiteX24" fmla="*/ 2789841 w 11953349"/>
                <a:gd name="connsiteY24" fmla="*/ 3118973 h 3224181"/>
                <a:gd name="connsiteX25" fmla="*/ 5094553 w 11953349"/>
                <a:gd name="connsiteY25" fmla="*/ 802950 h 3224181"/>
                <a:gd name="connsiteX26" fmla="*/ 5221803 w 11953349"/>
                <a:gd name="connsiteY26" fmla="*/ 255708 h 3224181"/>
                <a:gd name="connsiteX27" fmla="*/ 5517729 w 11953349"/>
                <a:gd name="connsiteY27" fmla="*/ 8139 h 3224181"/>
                <a:gd name="connsiteX28" fmla="*/ 6056175 w 11953349"/>
                <a:gd name="connsiteY28" fmla="*/ 254389 h 3224181"/>
                <a:gd name="connsiteX29" fmla="*/ 6615431 w 11953349"/>
                <a:gd name="connsiteY29" fmla="*/ 1015338 h 3224181"/>
                <a:gd name="connsiteX30" fmla="*/ 6979520 w 11953349"/>
                <a:gd name="connsiteY30" fmla="*/ 1671782 h 3224181"/>
                <a:gd name="connsiteX31" fmla="*/ 7117711 w 11953349"/>
                <a:gd name="connsiteY31" fmla="*/ 1927742 h 3224181"/>
                <a:gd name="connsiteX32" fmla="*/ 7126735 w 11953349"/>
                <a:gd name="connsiteY32" fmla="*/ 1944312 h 3224181"/>
                <a:gd name="connsiteX33" fmla="*/ 7646799 w 11953349"/>
                <a:gd name="connsiteY33" fmla="*/ 2790329 h 3224181"/>
                <a:gd name="connsiteX34" fmla="*/ 8123133 w 11953349"/>
                <a:gd name="connsiteY34" fmla="*/ 3196020 h 3224181"/>
                <a:gd name="connsiteX35" fmla="*/ 8429244 w 11953349"/>
                <a:gd name="connsiteY35" fmla="*/ 3193663 h 3224181"/>
                <a:gd name="connsiteX36" fmla="*/ 9131036 w 11953349"/>
                <a:gd name="connsiteY36" fmla="*/ 2485714 h 3224181"/>
                <a:gd name="connsiteX37" fmla="*/ 9155821 w 11953349"/>
                <a:gd name="connsiteY37" fmla="*/ 2448316 h 3224181"/>
                <a:gd name="connsiteX38" fmla="*/ 9693106 w 11953349"/>
                <a:gd name="connsiteY38" fmla="*/ 1532236 h 3224181"/>
                <a:gd name="connsiteX39" fmla="*/ 10215106 w 11953349"/>
                <a:gd name="connsiteY39" fmla="*/ 639041 h 3224181"/>
                <a:gd name="connsiteX40" fmla="*/ 10246452 w 11953349"/>
                <a:gd name="connsiteY40" fmla="*/ 590896 h 3224181"/>
                <a:gd name="connsiteX41" fmla="*/ 10593214 w 11953349"/>
                <a:gd name="connsiteY41" fmla="*/ 147333 h 3224181"/>
                <a:gd name="connsiteX42" fmla="*/ 10822805 w 11953349"/>
                <a:gd name="connsiteY42" fmla="*/ 10954 h 3224181"/>
                <a:gd name="connsiteX43" fmla="*/ 11073594 w 11953349"/>
                <a:gd name="connsiteY43" fmla="*/ 49213 h 3224181"/>
                <a:gd name="connsiteX44" fmla="*/ 11402326 w 11953349"/>
                <a:gd name="connsiteY44" fmla="*/ 455361 h 3224181"/>
                <a:gd name="connsiteX45" fmla="*/ 11446355 w 11953349"/>
                <a:gd name="connsiteY45" fmla="*/ 531898 h 3224181"/>
                <a:gd name="connsiteX46" fmla="*/ 11608293 w 11953349"/>
                <a:gd name="connsiteY46" fmla="*/ 771516 h 3224181"/>
                <a:gd name="connsiteX47" fmla="*/ 11953349 w 11953349"/>
                <a:gd name="connsiteY47" fmla="*/ 1390386 h 3224181"/>
                <a:gd name="connsiteX48" fmla="*/ 11949796 w 11953349"/>
                <a:gd name="connsiteY48" fmla="*/ 1391441 h 3224181"/>
                <a:gd name="connsiteX49" fmla="*/ 11605285 w 11953349"/>
                <a:gd name="connsiteY49" fmla="*/ 773662 h 3224181"/>
                <a:gd name="connsiteX50" fmla="*/ 11443153 w 11953349"/>
                <a:gd name="connsiteY50" fmla="*/ 533762 h 3224181"/>
                <a:gd name="connsiteX51" fmla="*/ 11399089 w 11953349"/>
                <a:gd name="connsiteY51" fmla="*/ 457173 h 3224181"/>
                <a:gd name="connsiteX52" fmla="*/ 11071676 w 11953349"/>
                <a:gd name="connsiteY52" fmla="*/ 52362 h 3224181"/>
                <a:gd name="connsiteX53" fmla="*/ 10595711 w 11953349"/>
                <a:gd name="connsiteY53" fmla="*/ 150060 h 3224181"/>
                <a:gd name="connsiteX54" fmla="*/ 10249583 w 11953349"/>
                <a:gd name="connsiteY54" fmla="*/ 592884 h 3224181"/>
                <a:gd name="connsiteX55" fmla="*/ 10218219 w 11953349"/>
                <a:gd name="connsiteY55" fmla="*/ 641064 h 3224181"/>
                <a:gd name="connsiteX56" fmla="*/ 9696378 w 11953349"/>
                <a:gd name="connsiteY56" fmla="*/ 1533995 h 3224181"/>
                <a:gd name="connsiteX57" fmla="*/ 9158917 w 11953349"/>
                <a:gd name="connsiteY57" fmla="*/ 2450339 h 3224181"/>
                <a:gd name="connsiteX58" fmla="*/ 9134132 w 11953349"/>
                <a:gd name="connsiteY58" fmla="*/ 2487719 h 3224181"/>
                <a:gd name="connsiteX59" fmla="*/ 8836975 w 11953349"/>
                <a:gd name="connsiteY59" fmla="*/ 2892583 h 3224181"/>
                <a:gd name="connsiteX60" fmla="*/ 8430457 w 11953349"/>
                <a:gd name="connsiteY60" fmla="*/ 3197128 h 3224181"/>
                <a:gd name="connsiteX61" fmla="*/ 8271738 w 11953349"/>
                <a:gd name="connsiteY61" fmla="*/ 3224182 h 322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1953349" h="3224181">
                  <a:moveTo>
                    <a:pt x="8271738" y="3224182"/>
                  </a:moveTo>
                  <a:cubicBezTo>
                    <a:pt x="8221395" y="3224182"/>
                    <a:pt x="8171384" y="3215967"/>
                    <a:pt x="8121973" y="3199538"/>
                  </a:cubicBezTo>
                  <a:cubicBezTo>
                    <a:pt x="8029992" y="3169212"/>
                    <a:pt x="7941845" y="3114048"/>
                    <a:pt x="7852538" y="3030915"/>
                  </a:cubicBezTo>
                  <a:cubicBezTo>
                    <a:pt x="7771868" y="2955803"/>
                    <a:pt x="7701770" y="2868290"/>
                    <a:pt x="7643862" y="2792598"/>
                  </a:cubicBezTo>
                  <a:cubicBezTo>
                    <a:pt x="7441043" y="2528740"/>
                    <a:pt x="7279615" y="2232551"/>
                    <a:pt x="7123499" y="1946106"/>
                  </a:cubicBezTo>
                  <a:lnTo>
                    <a:pt x="7114475" y="1929536"/>
                  </a:lnTo>
                  <a:cubicBezTo>
                    <a:pt x="7068071" y="1844398"/>
                    <a:pt x="7021403" y="1757553"/>
                    <a:pt x="6976266" y="1673558"/>
                  </a:cubicBezTo>
                  <a:cubicBezTo>
                    <a:pt x="6859887" y="1456949"/>
                    <a:pt x="6739533" y="1232968"/>
                    <a:pt x="6612247" y="1017238"/>
                  </a:cubicBezTo>
                  <a:cubicBezTo>
                    <a:pt x="6455111" y="750917"/>
                    <a:pt x="6282548" y="472846"/>
                    <a:pt x="6053642" y="257098"/>
                  </a:cubicBezTo>
                  <a:cubicBezTo>
                    <a:pt x="5928961" y="140121"/>
                    <a:pt x="5737822" y="-12582"/>
                    <a:pt x="5518151" y="11833"/>
                  </a:cubicBezTo>
                  <a:cubicBezTo>
                    <a:pt x="5383021" y="26856"/>
                    <a:pt x="5289949" y="104799"/>
                    <a:pt x="5225234" y="257169"/>
                  </a:cubicBezTo>
                  <a:cubicBezTo>
                    <a:pt x="5165830" y="397013"/>
                    <a:pt x="5134501" y="585426"/>
                    <a:pt x="5098230" y="803566"/>
                  </a:cubicBezTo>
                  <a:cubicBezTo>
                    <a:pt x="5030964" y="1208166"/>
                    <a:pt x="4947233" y="1711712"/>
                    <a:pt x="4633998" y="2150333"/>
                  </a:cubicBezTo>
                  <a:cubicBezTo>
                    <a:pt x="4552413" y="2264565"/>
                    <a:pt x="4457741" y="2370513"/>
                    <a:pt x="4352567" y="2465203"/>
                  </a:cubicBezTo>
                  <a:cubicBezTo>
                    <a:pt x="4238387" y="2568020"/>
                    <a:pt x="4107953" y="2661127"/>
                    <a:pt x="3964854" y="2741973"/>
                  </a:cubicBezTo>
                  <a:cubicBezTo>
                    <a:pt x="3811377" y="2828677"/>
                    <a:pt x="3638426" y="2904052"/>
                    <a:pt x="3450823" y="2965988"/>
                  </a:cubicBezTo>
                  <a:cubicBezTo>
                    <a:pt x="3251347" y="3031847"/>
                    <a:pt x="3029161" y="3084548"/>
                    <a:pt x="2790457" y="3122632"/>
                  </a:cubicBezTo>
                  <a:cubicBezTo>
                    <a:pt x="2472315" y="3174102"/>
                    <a:pt x="2122808" y="3207066"/>
                    <a:pt x="1751666" y="3220646"/>
                  </a:cubicBezTo>
                  <a:cubicBezTo>
                    <a:pt x="1468493" y="3231007"/>
                    <a:pt x="1181275" y="3151199"/>
                    <a:pt x="873581" y="2976683"/>
                  </a:cubicBezTo>
                  <a:cubicBezTo>
                    <a:pt x="605361" y="2824560"/>
                    <a:pt x="356631" y="2620334"/>
                    <a:pt x="137171" y="2440137"/>
                  </a:cubicBezTo>
                  <a:cubicBezTo>
                    <a:pt x="89677" y="2401139"/>
                    <a:pt x="44821" y="2364304"/>
                    <a:pt x="0" y="2328138"/>
                  </a:cubicBezTo>
                  <a:lnTo>
                    <a:pt x="2322" y="2325253"/>
                  </a:lnTo>
                  <a:cubicBezTo>
                    <a:pt x="47143" y="2361437"/>
                    <a:pt x="92016" y="2398271"/>
                    <a:pt x="139511" y="2437270"/>
                  </a:cubicBezTo>
                  <a:cubicBezTo>
                    <a:pt x="575158" y="2794955"/>
                    <a:pt x="1117351" y="3240119"/>
                    <a:pt x="1751507" y="3216935"/>
                  </a:cubicBezTo>
                  <a:cubicBezTo>
                    <a:pt x="2122492" y="3203372"/>
                    <a:pt x="2471840" y="3170408"/>
                    <a:pt x="2789841" y="3118973"/>
                  </a:cubicBezTo>
                  <a:cubicBezTo>
                    <a:pt x="4761776" y="2804366"/>
                    <a:pt x="4962027" y="1599942"/>
                    <a:pt x="5094553" y="802950"/>
                  </a:cubicBezTo>
                  <a:cubicBezTo>
                    <a:pt x="5130860" y="584564"/>
                    <a:pt x="5162224" y="395958"/>
                    <a:pt x="5221803" y="255708"/>
                  </a:cubicBezTo>
                  <a:cubicBezTo>
                    <a:pt x="5287099" y="101985"/>
                    <a:pt x="5381139" y="23320"/>
                    <a:pt x="5517729" y="8139"/>
                  </a:cubicBezTo>
                  <a:cubicBezTo>
                    <a:pt x="5738912" y="-16452"/>
                    <a:pt x="5930966" y="136902"/>
                    <a:pt x="6056175" y="254389"/>
                  </a:cubicBezTo>
                  <a:cubicBezTo>
                    <a:pt x="6285433" y="470471"/>
                    <a:pt x="6458154" y="748789"/>
                    <a:pt x="6615431" y="1015338"/>
                  </a:cubicBezTo>
                  <a:cubicBezTo>
                    <a:pt x="6742751" y="1231121"/>
                    <a:pt x="6863124" y="1455155"/>
                    <a:pt x="6979520" y="1671782"/>
                  </a:cubicBezTo>
                  <a:cubicBezTo>
                    <a:pt x="7024640" y="1755777"/>
                    <a:pt x="7071308" y="1842621"/>
                    <a:pt x="7117711" y="1927742"/>
                  </a:cubicBezTo>
                  <a:lnTo>
                    <a:pt x="7126735" y="1944312"/>
                  </a:lnTo>
                  <a:cubicBezTo>
                    <a:pt x="7282781" y="2230633"/>
                    <a:pt x="7444139" y="2526682"/>
                    <a:pt x="7646799" y="2790329"/>
                  </a:cubicBezTo>
                  <a:cubicBezTo>
                    <a:pt x="7778922" y="2963033"/>
                    <a:pt x="7928073" y="3131708"/>
                    <a:pt x="8123133" y="3196020"/>
                  </a:cubicBezTo>
                  <a:cubicBezTo>
                    <a:pt x="8223488" y="3229406"/>
                    <a:pt x="8326480" y="3228615"/>
                    <a:pt x="8429244" y="3193663"/>
                  </a:cubicBezTo>
                  <a:cubicBezTo>
                    <a:pt x="8730147" y="3091497"/>
                    <a:pt x="8971401" y="2726933"/>
                    <a:pt x="9131036" y="2485714"/>
                  </a:cubicBezTo>
                  <a:cubicBezTo>
                    <a:pt x="9139567" y="2472838"/>
                    <a:pt x="9147817" y="2460348"/>
                    <a:pt x="9155821" y="2448316"/>
                  </a:cubicBezTo>
                  <a:cubicBezTo>
                    <a:pt x="9352043" y="2153200"/>
                    <a:pt x="9525433" y="1837520"/>
                    <a:pt x="9693106" y="1532236"/>
                  </a:cubicBezTo>
                  <a:cubicBezTo>
                    <a:pt x="9856329" y="1235079"/>
                    <a:pt x="10025093" y="927808"/>
                    <a:pt x="10215106" y="639041"/>
                  </a:cubicBezTo>
                  <a:cubicBezTo>
                    <a:pt x="10224816" y="624265"/>
                    <a:pt x="10235335" y="608065"/>
                    <a:pt x="10246452" y="590896"/>
                  </a:cubicBezTo>
                  <a:cubicBezTo>
                    <a:pt x="10327544" y="465757"/>
                    <a:pt x="10450097" y="276659"/>
                    <a:pt x="10593214" y="147333"/>
                  </a:cubicBezTo>
                  <a:cubicBezTo>
                    <a:pt x="10671861" y="76267"/>
                    <a:pt x="10749119" y="30391"/>
                    <a:pt x="10822805" y="10954"/>
                  </a:cubicBezTo>
                  <a:cubicBezTo>
                    <a:pt x="10909386" y="-11861"/>
                    <a:pt x="10993750" y="998"/>
                    <a:pt x="11073594" y="49213"/>
                  </a:cubicBezTo>
                  <a:cubicBezTo>
                    <a:pt x="11222621" y="139206"/>
                    <a:pt x="11318084" y="307178"/>
                    <a:pt x="11402326" y="455361"/>
                  </a:cubicBezTo>
                  <a:cubicBezTo>
                    <a:pt x="11417489" y="482028"/>
                    <a:pt x="11431807" y="507236"/>
                    <a:pt x="11446355" y="531898"/>
                  </a:cubicBezTo>
                  <a:cubicBezTo>
                    <a:pt x="11491246" y="608012"/>
                    <a:pt x="11548099" y="687433"/>
                    <a:pt x="11608293" y="771516"/>
                  </a:cubicBezTo>
                  <a:cubicBezTo>
                    <a:pt x="11737478" y="951960"/>
                    <a:pt x="11883884" y="1156467"/>
                    <a:pt x="11953349" y="1390386"/>
                  </a:cubicBezTo>
                  <a:lnTo>
                    <a:pt x="11949796" y="1391441"/>
                  </a:lnTo>
                  <a:cubicBezTo>
                    <a:pt x="11880525" y="1158103"/>
                    <a:pt x="11734294" y="953859"/>
                    <a:pt x="11605285" y="773662"/>
                  </a:cubicBezTo>
                  <a:cubicBezTo>
                    <a:pt x="11545038" y="689509"/>
                    <a:pt x="11488132" y="610017"/>
                    <a:pt x="11443153" y="533762"/>
                  </a:cubicBezTo>
                  <a:cubicBezTo>
                    <a:pt x="11428589" y="509065"/>
                    <a:pt x="11414270" y="483858"/>
                    <a:pt x="11399089" y="457173"/>
                  </a:cubicBezTo>
                  <a:cubicBezTo>
                    <a:pt x="11315077" y="309377"/>
                    <a:pt x="11219876" y="141863"/>
                    <a:pt x="11071676" y="52362"/>
                  </a:cubicBezTo>
                  <a:cubicBezTo>
                    <a:pt x="10925376" y="-35995"/>
                    <a:pt x="10765231" y="-3119"/>
                    <a:pt x="10595711" y="150060"/>
                  </a:cubicBezTo>
                  <a:cubicBezTo>
                    <a:pt x="10452947" y="279051"/>
                    <a:pt x="10330569" y="467921"/>
                    <a:pt x="10249583" y="592884"/>
                  </a:cubicBezTo>
                  <a:cubicBezTo>
                    <a:pt x="10238448" y="610052"/>
                    <a:pt x="10227946" y="626271"/>
                    <a:pt x="10218219" y="641064"/>
                  </a:cubicBezTo>
                  <a:cubicBezTo>
                    <a:pt x="10028312" y="929690"/>
                    <a:pt x="9859565" y="1236909"/>
                    <a:pt x="9696378" y="1533995"/>
                  </a:cubicBezTo>
                  <a:cubicBezTo>
                    <a:pt x="9528652" y="1839349"/>
                    <a:pt x="9355227" y="2155099"/>
                    <a:pt x="9158917" y="2450339"/>
                  </a:cubicBezTo>
                  <a:cubicBezTo>
                    <a:pt x="9150931" y="2462371"/>
                    <a:pt x="9142664" y="2474843"/>
                    <a:pt x="9134132" y="2487719"/>
                  </a:cubicBezTo>
                  <a:cubicBezTo>
                    <a:pt x="9054535" y="2608003"/>
                    <a:pt x="8955482" y="2757699"/>
                    <a:pt x="8836975" y="2892583"/>
                  </a:cubicBezTo>
                  <a:cubicBezTo>
                    <a:pt x="8696690" y="3052270"/>
                    <a:pt x="8563724" y="3151885"/>
                    <a:pt x="8430457" y="3197128"/>
                  </a:cubicBezTo>
                  <a:cubicBezTo>
                    <a:pt x="8377475" y="3215176"/>
                    <a:pt x="8324439" y="3224182"/>
                    <a:pt x="8271738" y="3224182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1" name="任意多边形: 形状 768"/>
            <p:cNvSpPr/>
            <p:nvPr>
              <p:custDataLst>
                <p:tags r:id="rId30"/>
              </p:custDataLst>
            </p:nvPr>
          </p:nvSpPr>
          <p:spPr>
            <a:xfrm>
              <a:off x="158279" y="2119305"/>
              <a:ext cx="12032418" cy="3352113"/>
            </a:xfrm>
            <a:custGeom>
              <a:avLst/>
              <a:gdLst>
                <a:gd name="connsiteX0" fmla="*/ 1771437 w 12032418"/>
                <a:gd name="connsiteY0" fmla="*/ 3352114 h 3352113"/>
                <a:gd name="connsiteX1" fmla="*/ 901040 w 12032418"/>
                <a:gd name="connsiteY1" fmla="*/ 3081923 h 3352113"/>
                <a:gd name="connsiteX2" fmla="*/ 140689 w 12032418"/>
                <a:gd name="connsiteY2" fmla="*/ 2503915 h 3352113"/>
                <a:gd name="connsiteX3" fmla="*/ 0 w 12032418"/>
                <a:gd name="connsiteY3" fmla="*/ 2384335 h 3352113"/>
                <a:gd name="connsiteX4" fmla="*/ 2340 w 12032418"/>
                <a:gd name="connsiteY4" fmla="*/ 2381556 h 3352113"/>
                <a:gd name="connsiteX5" fmla="*/ 143046 w 12032418"/>
                <a:gd name="connsiteY5" fmla="*/ 2501154 h 3352113"/>
                <a:gd name="connsiteX6" fmla="*/ 1804824 w 12032418"/>
                <a:gd name="connsiteY6" fmla="*/ 3348050 h 3352113"/>
                <a:gd name="connsiteX7" fmla="*/ 2866642 w 12032418"/>
                <a:gd name="connsiteY7" fmla="*/ 3256509 h 3352113"/>
                <a:gd name="connsiteX8" fmla="*/ 5206060 w 12032418"/>
                <a:gd name="connsiteY8" fmla="*/ 826587 h 3352113"/>
                <a:gd name="connsiteX9" fmla="*/ 5322720 w 12032418"/>
                <a:gd name="connsiteY9" fmla="*/ 261228 h 3352113"/>
                <a:gd name="connsiteX10" fmla="*/ 5612102 w 12032418"/>
                <a:gd name="connsiteY10" fmla="*/ 3614 h 3352113"/>
                <a:gd name="connsiteX11" fmla="*/ 5909963 w 12032418"/>
                <a:gd name="connsiteY11" fmla="*/ 66729 h 3352113"/>
                <a:gd name="connsiteX12" fmla="*/ 6160294 w 12032418"/>
                <a:gd name="connsiteY12" fmla="*/ 255986 h 3352113"/>
                <a:gd name="connsiteX13" fmla="*/ 6723156 w 12032418"/>
                <a:gd name="connsiteY13" fmla="*/ 1042722 h 3352113"/>
                <a:gd name="connsiteX14" fmla="*/ 7079575 w 12032418"/>
                <a:gd name="connsiteY14" fmla="*/ 1710160 h 3352113"/>
                <a:gd name="connsiteX15" fmla="*/ 7224345 w 12032418"/>
                <a:gd name="connsiteY15" fmla="*/ 1988407 h 3352113"/>
                <a:gd name="connsiteX16" fmla="*/ 7753767 w 12032418"/>
                <a:gd name="connsiteY16" fmla="*/ 2884241 h 3352113"/>
                <a:gd name="connsiteX17" fmla="*/ 8236223 w 12032418"/>
                <a:gd name="connsiteY17" fmla="*/ 3306238 h 3352113"/>
                <a:gd name="connsiteX18" fmla="*/ 8548332 w 12032418"/>
                <a:gd name="connsiteY18" fmla="*/ 3304021 h 3352113"/>
                <a:gd name="connsiteX19" fmla="*/ 9261259 w 12032418"/>
                <a:gd name="connsiteY19" fmla="*/ 2564832 h 3352113"/>
                <a:gd name="connsiteX20" fmla="*/ 9282596 w 12032418"/>
                <a:gd name="connsiteY20" fmla="*/ 2531515 h 3352113"/>
                <a:gd name="connsiteX21" fmla="*/ 9820268 w 12032418"/>
                <a:gd name="connsiteY21" fmla="*/ 1584001 h 3352113"/>
                <a:gd name="connsiteX22" fmla="*/ 10342619 w 12032418"/>
                <a:gd name="connsiteY22" fmla="*/ 660304 h 3352113"/>
                <a:gd name="connsiteX23" fmla="*/ 10370254 w 12032418"/>
                <a:gd name="connsiteY23" fmla="*/ 616451 h 3352113"/>
                <a:gd name="connsiteX24" fmla="*/ 10720991 w 12032418"/>
                <a:gd name="connsiteY24" fmla="*/ 154699 h 3352113"/>
                <a:gd name="connsiteX25" fmla="*/ 10955684 w 12032418"/>
                <a:gd name="connsiteY25" fmla="*/ 11460 h 3352113"/>
                <a:gd name="connsiteX26" fmla="*/ 11212612 w 12032418"/>
                <a:gd name="connsiteY26" fmla="*/ 52146 h 3352113"/>
                <a:gd name="connsiteX27" fmla="*/ 11556331 w 12032418"/>
                <a:gd name="connsiteY27" fmla="*/ 497662 h 3352113"/>
                <a:gd name="connsiteX28" fmla="*/ 11587624 w 12032418"/>
                <a:gd name="connsiteY28" fmla="*/ 556028 h 3352113"/>
                <a:gd name="connsiteX29" fmla="*/ 11722139 w 12032418"/>
                <a:gd name="connsiteY29" fmla="*/ 784880 h 3352113"/>
                <a:gd name="connsiteX30" fmla="*/ 12032418 w 12032418"/>
                <a:gd name="connsiteY30" fmla="*/ 1403293 h 3352113"/>
                <a:gd name="connsiteX31" fmla="*/ 12028935 w 12032418"/>
                <a:gd name="connsiteY31" fmla="*/ 1404384 h 3352113"/>
                <a:gd name="connsiteX32" fmla="*/ 11719026 w 12032418"/>
                <a:gd name="connsiteY32" fmla="*/ 786762 h 3352113"/>
                <a:gd name="connsiteX33" fmla="*/ 11584423 w 12032418"/>
                <a:gd name="connsiteY33" fmla="*/ 557751 h 3352113"/>
                <a:gd name="connsiteX34" fmla="*/ 11553129 w 12032418"/>
                <a:gd name="connsiteY34" fmla="*/ 499351 h 3352113"/>
                <a:gd name="connsiteX35" fmla="*/ 11210712 w 12032418"/>
                <a:gd name="connsiteY35" fmla="*/ 55225 h 3352113"/>
                <a:gd name="connsiteX36" fmla="*/ 10723507 w 12032418"/>
                <a:gd name="connsiteY36" fmla="*/ 157338 h 3352113"/>
                <a:gd name="connsiteX37" fmla="*/ 10373367 w 12032418"/>
                <a:gd name="connsiteY37" fmla="*/ 618351 h 3352113"/>
                <a:gd name="connsiteX38" fmla="*/ 10345715 w 12032418"/>
                <a:gd name="connsiteY38" fmla="*/ 662222 h 3352113"/>
                <a:gd name="connsiteX39" fmla="*/ 9823505 w 12032418"/>
                <a:gd name="connsiteY39" fmla="*/ 1585672 h 3352113"/>
                <a:gd name="connsiteX40" fmla="*/ 9285674 w 12032418"/>
                <a:gd name="connsiteY40" fmla="*/ 2533450 h 3352113"/>
                <a:gd name="connsiteX41" fmla="*/ 9264337 w 12032418"/>
                <a:gd name="connsiteY41" fmla="*/ 2566766 h 3352113"/>
                <a:gd name="connsiteX42" fmla="*/ 8964524 w 12032418"/>
                <a:gd name="connsiteY42" fmla="*/ 2988447 h 3352113"/>
                <a:gd name="connsiteX43" fmla="*/ 8769990 w 12032418"/>
                <a:gd name="connsiteY43" fmla="*/ 3180782 h 3352113"/>
                <a:gd name="connsiteX44" fmla="*/ 8549527 w 12032418"/>
                <a:gd name="connsiteY44" fmla="*/ 3307434 h 3352113"/>
                <a:gd name="connsiteX45" fmla="*/ 8235062 w 12032418"/>
                <a:gd name="connsiteY45" fmla="*/ 3309650 h 3352113"/>
                <a:gd name="connsiteX46" fmla="*/ 7750865 w 12032418"/>
                <a:gd name="connsiteY46" fmla="*/ 2886369 h 3352113"/>
                <a:gd name="connsiteX47" fmla="*/ 7221143 w 12032418"/>
                <a:gd name="connsiteY47" fmla="*/ 1990043 h 3352113"/>
                <a:gd name="connsiteX48" fmla="*/ 7076356 w 12032418"/>
                <a:gd name="connsiteY48" fmla="*/ 1711778 h 3352113"/>
                <a:gd name="connsiteX49" fmla="*/ 6719989 w 12032418"/>
                <a:gd name="connsiteY49" fmla="*/ 1044464 h 3352113"/>
                <a:gd name="connsiteX50" fmla="*/ 6157778 w 12032418"/>
                <a:gd name="connsiteY50" fmla="*/ 258554 h 3352113"/>
                <a:gd name="connsiteX51" fmla="*/ 5612542 w 12032418"/>
                <a:gd name="connsiteY51" fmla="*/ 7168 h 3352113"/>
                <a:gd name="connsiteX52" fmla="*/ 5326098 w 12032418"/>
                <a:gd name="connsiteY52" fmla="*/ 262494 h 3352113"/>
                <a:gd name="connsiteX53" fmla="*/ 5209649 w 12032418"/>
                <a:gd name="connsiteY53" fmla="*/ 827045 h 3352113"/>
                <a:gd name="connsiteX54" fmla="*/ 4758187 w 12032418"/>
                <a:gd name="connsiteY54" fmla="*/ 2242186 h 3352113"/>
                <a:gd name="connsiteX55" fmla="*/ 4473203 w 12032418"/>
                <a:gd name="connsiteY55" fmla="*/ 2572958 h 3352113"/>
                <a:gd name="connsiteX56" fmla="*/ 4077099 w 12032418"/>
                <a:gd name="connsiteY56" fmla="*/ 2863255 h 3352113"/>
                <a:gd name="connsiteX57" fmla="*/ 3548803 w 12032418"/>
                <a:gd name="connsiteY57" fmla="*/ 3097473 h 3352113"/>
                <a:gd name="connsiteX58" fmla="*/ 2867205 w 12032418"/>
                <a:gd name="connsiteY58" fmla="*/ 3260045 h 3352113"/>
                <a:gd name="connsiteX59" fmla="*/ 1804895 w 12032418"/>
                <a:gd name="connsiteY59" fmla="*/ 3351639 h 3352113"/>
                <a:gd name="connsiteX60" fmla="*/ 1771437 w 12032418"/>
                <a:gd name="connsiteY60" fmla="*/ 3352114 h 335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2032418" h="3352113">
                  <a:moveTo>
                    <a:pt x="1771437" y="3352114"/>
                  </a:moveTo>
                  <a:cubicBezTo>
                    <a:pt x="1491326" y="3352114"/>
                    <a:pt x="1206218" y="3263545"/>
                    <a:pt x="901040" y="3081923"/>
                  </a:cubicBezTo>
                  <a:cubicBezTo>
                    <a:pt x="624411" y="2917293"/>
                    <a:pt x="367414" y="2697675"/>
                    <a:pt x="140689" y="2503915"/>
                  </a:cubicBezTo>
                  <a:cubicBezTo>
                    <a:pt x="91981" y="2462296"/>
                    <a:pt x="45982" y="2422981"/>
                    <a:pt x="0" y="2384335"/>
                  </a:cubicBezTo>
                  <a:lnTo>
                    <a:pt x="2340" y="2381556"/>
                  </a:lnTo>
                  <a:cubicBezTo>
                    <a:pt x="48321" y="2420202"/>
                    <a:pt x="94338" y="2459535"/>
                    <a:pt x="143046" y="2501154"/>
                  </a:cubicBezTo>
                  <a:cubicBezTo>
                    <a:pt x="593153" y="2885789"/>
                    <a:pt x="1153376" y="3364532"/>
                    <a:pt x="1804824" y="3348050"/>
                  </a:cubicBezTo>
                  <a:cubicBezTo>
                    <a:pt x="2182898" y="3339660"/>
                    <a:pt x="2540144" y="3308859"/>
                    <a:pt x="2866642" y="3256509"/>
                  </a:cubicBezTo>
                  <a:cubicBezTo>
                    <a:pt x="4905350" y="2932650"/>
                    <a:pt x="5086303" y="1665252"/>
                    <a:pt x="5206060" y="826587"/>
                  </a:cubicBezTo>
                  <a:cubicBezTo>
                    <a:pt x="5238251" y="601077"/>
                    <a:pt x="5266061" y="406314"/>
                    <a:pt x="5322720" y="261228"/>
                  </a:cubicBezTo>
                  <a:cubicBezTo>
                    <a:pt x="5384815" y="102244"/>
                    <a:pt x="5476761" y="20378"/>
                    <a:pt x="5612102" y="3614"/>
                  </a:cubicBezTo>
                  <a:cubicBezTo>
                    <a:pt x="5708006" y="-8277"/>
                    <a:pt x="5808219" y="12955"/>
                    <a:pt x="5909963" y="66729"/>
                  </a:cubicBezTo>
                  <a:cubicBezTo>
                    <a:pt x="5988786" y="108401"/>
                    <a:pt x="6070670" y="170302"/>
                    <a:pt x="6160294" y="255986"/>
                  </a:cubicBezTo>
                  <a:cubicBezTo>
                    <a:pt x="6390712" y="476923"/>
                    <a:pt x="6558015" y="754202"/>
                    <a:pt x="6723156" y="1042722"/>
                  </a:cubicBezTo>
                  <a:cubicBezTo>
                    <a:pt x="6847802" y="1262270"/>
                    <a:pt x="6965641" y="1489962"/>
                    <a:pt x="7079575" y="1710160"/>
                  </a:cubicBezTo>
                  <a:cubicBezTo>
                    <a:pt x="7126824" y="1801473"/>
                    <a:pt x="7175690" y="1895881"/>
                    <a:pt x="7224345" y="1988407"/>
                  </a:cubicBezTo>
                  <a:cubicBezTo>
                    <a:pt x="7381868" y="2290472"/>
                    <a:pt x="7544774" y="2602810"/>
                    <a:pt x="7753767" y="2884241"/>
                  </a:cubicBezTo>
                  <a:cubicBezTo>
                    <a:pt x="7886611" y="3063682"/>
                    <a:pt x="8037010" y="3239007"/>
                    <a:pt x="8236223" y="3306238"/>
                  </a:cubicBezTo>
                  <a:cubicBezTo>
                    <a:pt x="8338671" y="3341014"/>
                    <a:pt x="8443685" y="3340275"/>
                    <a:pt x="8548332" y="3304021"/>
                  </a:cubicBezTo>
                  <a:cubicBezTo>
                    <a:pt x="8856694" y="3197317"/>
                    <a:pt x="9109945" y="2801389"/>
                    <a:pt x="9261259" y="2564832"/>
                  </a:cubicBezTo>
                  <a:cubicBezTo>
                    <a:pt x="9268576" y="2553398"/>
                    <a:pt x="9275682" y="2542280"/>
                    <a:pt x="9282596" y="2531515"/>
                  </a:cubicBezTo>
                  <a:cubicBezTo>
                    <a:pt x="9478977" y="2225598"/>
                    <a:pt x="9652472" y="1899434"/>
                    <a:pt x="9820268" y="1584001"/>
                  </a:cubicBezTo>
                  <a:cubicBezTo>
                    <a:pt x="9983631" y="1276905"/>
                    <a:pt x="10152535" y="959361"/>
                    <a:pt x="10342619" y="660304"/>
                  </a:cubicBezTo>
                  <a:cubicBezTo>
                    <a:pt x="10351221" y="646759"/>
                    <a:pt x="10360473" y="632036"/>
                    <a:pt x="10370254" y="616451"/>
                  </a:cubicBezTo>
                  <a:cubicBezTo>
                    <a:pt x="10451786" y="486615"/>
                    <a:pt x="10574990" y="290393"/>
                    <a:pt x="10720991" y="154699"/>
                  </a:cubicBezTo>
                  <a:cubicBezTo>
                    <a:pt x="10801327" y="80045"/>
                    <a:pt x="10880291" y="31847"/>
                    <a:pt x="10955684" y="11460"/>
                  </a:cubicBezTo>
                  <a:cubicBezTo>
                    <a:pt x="11044394" y="-12516"/>
                    <a:pt x="11130851" y="1169"/>
                    <a:pt x="11212612" y="52146"/>
                  </a:cubicBezTo>
                  <a:cubicBezTo>
                    <a:pt x="11371366" y="150442"/>
                    <a:pt x="11469627" y="334914"/>
                    <a:pt x="11556331" y="497662"/>
                  </a:cubicBezTo>
                  <a:cubicBezTo>
                    <a:pt x="11567114" y="517909"/>
                    <a:pt x="11577298" y="537047"/>
                    <a:pt x="11587624" y="556028"/>
                  </a:cubicBezTo>
                  <a:cubicBezTo>
                    <a:pt x="11627678" y="629802"/>
                    <a:pt x="11673554" y="705125"/>
                    <a:pt x="11722139" y="784880"/>
                  </a:cubicBezTo>
                  <a:cubicBezTo>
                    <a:pt x="11834244" y="968930"/>
                    <a:pt x="11961317" y="1177554"/>
                    <a:pt x="12032418" y="1403293"/>
                  </a:cubicBezTo>
                  <a:lnTo>
                    <a:pt x="12028935" y="1404384"/>
                  </a:lnTo>
                  <a:cubicBezTo>
                    <a:pt x="11957975" y="1179049"/>
                    <a:pt x="11831025" y="970636"/>
                    <a:pt x="11719026" y="786762"/>
                  </a:cubicBezTo>
                  <a:cubicBezTo>
                    <a:pt x="11670423" y="706972"/>
                    <a:pt x="11624512" y="631596"/>
                    <a:pt x="11584423" y="557751"/>
                  </a:cubicBezTo>
                  <a:cubicBezTo>
                    <a:pt x="11574115" y="538753"/>
                    <a:pt x="11563912" y="519615"/>
                    <a:pt x="11553129" y="499351"/>
                  </a:cubicBezTo>
                  <a:cubicBezTo>
                    <a:pt x="11466654" y="337008"/>
                    <a:pt x="11368640" y="152993"/>
                    <a:pt x="11210712" y="55225"/>
                  </a:cubicBezTo>
                  <a:cubicBezTo>
                    <a:pt x="11060876" y="-38199"/>
                    <a:pt x="10896949" y="-3844"/>
                    <a:pt x="10723507" y="157338"/>
                  </a:cubicBezTo>
                  <a:cubicBezTo>
                    <a:pt x="10577857" y="292697"/>
                    <a:pt x="10454794" y="488673"/>
                    <a:pt x="10373367" y="618351"/>
                  </a:cubicBezTo>
                  <a:cubicBezTo>
                    <a:pt x="10363587" y="633936"/>
                    <a:pt x="10354334" y="648677"/>
                    <a:pt x="10345715" y="662222"/>
                  </a:cubicBezTo>
                  <a:cubicBezTo>
                    <a:pt x="10155702" y="961173"/>
                    <a:pt x="9986815" y="1278647"/>
                    <a:pt x="9823505" y="1585672"/>
                  </a:cubicBezTo>
                  <a:cubicBezTo>
                    <a:pt x="9655673" y="1901176"/>
                    <a:pt x="9482126" y="2227410"/>
                    <a:pt x="9285674" y="2533450"/>
                  </a:cubicBezTo>
                  <a:cubicBezTo>
                    <a:pt x="9278761" y="2544216"/>
                    <a:pt x="9271654" y="2555333"/>
                    <a:pt x="9264337" y="2566766"/>
                  </a:cubicBezTo>
                  <a:cubicBezTo>
                    <a:pt x="9184406" y="2691730"/>
                    <a:pt x="9084914" y="2847265"/>
                    <a:pt x="8964524" y="2988447"/>
                  </a:cubicBezTo>
                  <a:cubicBezTo>
                    <a:pt x="8899017" y="3065265"/>
                    <a:pt x="8833562" y="3129980"/>
                    <a:pt x="8769990" y="3180782"/>
                  </a:cubicBezTo>
                  <a:cubicBezTo>
                    <a:pt x="8696198" y="3239745"/>
                    <a:pt x="8622019" y="3282367"/>
                    <a:pt x="8549527" y="3307434"/>
                  </a:cubicBezTo>
                  <a:cubicBezTo>
                    <a:pt x="8444108" y="3343952"/>
                    <a:pt x="8338301" y="3344708"/>
                    <a:pt x="8235062" y="3309650"/>
                  </a:cubicBezTo>
                  <a:cubicBezTo>
                    <a:pt x="8034900" y="3242103"/>
                    <a:pt x="7884061" y="3066303"/>
                    <a:pt x="7750865" y="2886369"/>
                  </a:cubicBezTo>
                  <a:cubicBezTo>
                    <a:pt x="7541696" y="2604692"/>
                    <a:pt x="7378738" y="2292231"/>
                    <a:pt x="7221143" y="1990043"/>
                  </a:cubicBezTo>
                  <a:cubicBezTo>
                    <a:pt x="7172471" y="1897517"/>
                    <a:pt x="7123622" y="1803091"/>
                    <a:pt x="7076356" y="1711778"/>
                  </a:cubicBezTo>
                  <a:cubicBezTo>
                    <a:pt x="6962422" y="1491615"/>
                    <a:pt x="6844618" y="1263941"/>
                    <a:pt x="6719989" y="1044464"/>
                  </a:cubicBezTo>
                  <a:cubicBezTo>
                    <a:pt x="6554990" y="756190"/>
                    <a:pt x="6387827" y="479139"/>
                    <a:pt x="6157778" y="258554"/>
                  </a:cubicBezTo>
                  <a:cubicBezTo>
                    <a:pt x="6030986" y="137338"/>
                    <a:pt x="5836540" y="-20590"/>
                    <a:pt x="5612542" y="7168"/>
                  </a:cubicBezTo>
                  <a:cubicBezTo>
                    <a:pt x="5478678" y="23755"/>
                    <a:pt x="5387647" y="104901"/>
                    <a:pt x="5326098" y="262494"/>
                  </a:cubicBezTo>
                  <a:cubicBezTo>
                    <a:pt x="5269597" y="407176"/>
                    <a:pt x="5241804" y="601745"/>
                    <a:pt x="5209649" y="827045"/>
                  </a:cubicBezTo>
                  <a:cubicBezTo>
                    <a:pt x="5148961" y="1252138"/>
                    <a:pt x="5073409" y="1781191"/>
                    <a:pt x="4758187" y="2242186"/>
                  </a:cubicBezTo>
                  <a:cubicBezTo>
                    <a:pt x="4676075" y="2362259"/>
                    <a:pt x="4580189" y="2473554"/>
                    <a:pt x="4473203" y="2572958"/>
                  </a:cubicBezTo>
                  <a:cubicBezTo>
                    <a:pt x="4357017" y="2680912"/>
                    <a:pt x="4223751" y="2778574"/>
                    <a:pt x="4077099" y="2863255"/>
                  </a:cubicBezTo>
                  <a:cubicBezTo>
                    <a:pt x="3919770" y="2954093"/>
                    <a:pt x="3742035" y="3032898"/>
                    <a:pt x="3548803" y="3097473"/>
                  </a:cubicBezTo>
                  <a:cubicBezTo>
                    <a:pt x="3343310" y="3166147"/>
                    <a:pt x="3113982" y="3220853"/>
                    <a:pt x="2867205" y="3260045"/>
                  </a:cubicBezTo>
                  <a:cubicBezTo>
                    <a:pt x="2540548" y="3312429"/>
                    <a:pt x="2183126" y="3343231"/>
                    <a:pt x="1804895" y="3351639"/>
                  </a:cubicBezTo>
                  <a:cubicBezTo>
                    <a:pt x="1793777" y="3351973"/>
                    <a:pt x="1782607" y="3352114"/>
                    <a:pt x="1771437" y="3352114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2" name="任意多边形: 形状 769"/>
            <p:cNvSpPr/>
            <p:nvPr>
              <p:custDataLst>
                <p:tags r:id="rId31"/>
              </p:custDataLst>
            </p:nvPr>
          </p:nvSpPr>
          <p:spPr>
            <a:xfrm>
              <a:off x="79139" y="2051468"/>
              <a:ext cx="12111540" cy="3487639"/>
            </a:xfrm>
            <a:custGeom>
              <a:avLst/>
              <a:gdLst>
                <a:gd name="connsiteX0" fmla="*/ 1841817 w 12111540"/>
                <a:gd name="connsiteY0" fmla="*/ 3487640 h 3487639"/>
                <a:gd name="connsiteX1" fmla="*/ 927250 w 12111540"/>
                <a:gd name="connsiteY1" fmla="*/ 3190535 h 3487639"/>
                <a:gd name="connsiteX2" fmla="*/ 142149 w 12111540"/>
                <a:gd name="connsiteY2" fmla="*/ 2570610 h 3487639"/>
                <a:gd name="connsiteX3" fmla="*/ 0 w 12111540"/>
                <a:gd name="connsiteY3" fmla="*/ 2445365 h 3487639"/>
                <a:gd name="connsiteX4" fmla="*/ 2357 w 12111540"/>
                <a:gd name="connsiteY4" fmla="*/ 2442674 h 3487639"/>
                <a:gd name="connsiteX5" fmla="*/ 144524 w 12111540"/>
                <a:gd name="connsiteY5" fmla="*/ 2567936 h 3487639"/>
                <a:gd name="connsiteX6" fmla="*/ 1842186 w 12111540"/>
                <a:gd name="connsiteY6" fmla="*/ 3484069 h 3487639"/>
                <a:gd name="connsiteX7" fmla="*/ 1858141 w 12111540"/>
                <a:gd name="connsiteY7" fmla="*/ 3483963 h 3487639"/>
                <a:gd name="connsiteX8" fmla="*/ 2943460 w 12111540"/>
                <a:gd name="connsiteY8" fmla="*/ 3398843 h 3487639"/>
                <a:gd name="connsiteX9" fmla="*/ 5316986 w 12111540"/>
                <a:gd name="connsiteY9" fmla="*/ 854600 h 3487639"/>
                <a:gd name="connsiteX10" fmla="*/ 5423374 w 12111540"/>
                <a:gd name="connsiteY10" fmla="*/ 271368 h 3487639"/>
                <a:gd name="connsiteX11" fmla="*/ 5706511 w 12111540"/>
                <a:gd name="connsiteY11" fmla="*/ 3869 h 3487639"/>
                <a:gd name="connsiteX12" fmla="*/ 6010211 w 12111540"/>
                <a:gd name="connsiteY12" fmla="*/ 67195 h 3487639"/>
                <a:gd name="connsiteX13" fmla="*/ 6264447 w 12111540"/>
                <a:gd name="connsiteY13" fmla="*/ 262344 h 3487639"/>
                <a:gd name="connsiteX14" fmla="*/ 6577225 w 12111540"/>
                <a:gd name="connsiteY14" fmla="*/ 647911 h 3487639"/>
                <a:gd name="connsiteX15" fmla="*/ 6830933 w 12111540"/>
                <a:gd name="connsiteY15" fmla="*/ 1074869 h 3487639"/>
                <a:gd name="connsiteX16" fmla="*/ 7196552 w 12111540"/>
                <a:gd name="connsiteY16" fmla="*/ 1784875 h 3487639"/>
                <a:gd name="connsiteX17" fmla="*/ 7331049 w 12111540"/>
                <a:gd name="connsiteY17" fmla="*/ 2053817 h 3487639"/>
                <a:gd name="connsiteX18" fmla="*/ 7860805 w 12111540"/>
                <a:gd name="connsiteY18" fmla="*/ 2982914 h 3487639"/>
                <a:gd name="connsiteX19" fmla="*/ 8349365 w 12111540"/>
                <a:gd name="connsiteY19" fmla="*/ 3421218 h 3487639"/>
                <a:gd name="connsiteX20" fmla="*/ 8667455 w 12111540"/>
                <a:gd name="connsiteY20" fmla="*/ 3419159 h 3487639"/>
                <a:gd name="connsiteX21" fmla="*/ 9388949 w 12111540"/>
                <a:gd name="connsiteY21" fmla="*/ 2652441 h 3487639"/>
                <a:gd name="connsiteX22" fmla="*/ 9409423 w 12111540"/>
                <a:gd name="connsiteY22" fmla="*/ 2619476 h 3487639"/>
                <a:gd name="connsiteX23" fmla="*/ 9944387 w 12111540"/>
                <a:gd name="connsiteY23" fmla="*/ 1645523 h 3487639"/>
                <a:gd name="connsiteX24" fmla="*/ 10470221 w 12111540"/>
                <a:gd name="connsiteY24" fmla="*/ 686311 h 3487639"/>
                <a:gd name="connsiteX25" fmla="*/ 10494091 w 12111540"/>
                <a:gd name="connsiteY25" fmla="*/ 647207 h 3487639"/>
                <a:gd name="connsiteX26" fmla="*/ 10747659 w 12111540"/>
                <a:gd name="connsiteY26" fmla="*/ 276452 h 3487639"/>
                <a:gd name="connsiteX27" fmla="*/ 10915683 w 12111540"/>
                <a:gd name="connsiteY27" fmla="*/ 109201 h 3487639"/>
                <a:gd name="connsiteX28" fmla="*/ 11103216 w 12111540"/>
                <a:gd name="connsiteY28" fmla="*/ 13332 h 3487639"/>
                <a:gd name="connsiteX29" fmla="*/ 11351717 w 12111540"/>
                <a:gd name="connsiteY29" fmla="*/ 59842 h 3487639"/>
                <a:gd name="connsiteX30" fmla="*/ 11563050 w 12111540"/>
                <a:gd name="connsiteY30" fmla="*/ 280322 h 3487639"/>
                <a:gd name="connsiteX31" fmla="*/ 11712429 w 12111540"/>
                <a:gd name="connsiteY31" fmla="*/ 551691 h 3487639"/>
                <a:gd name="connsiteX32" fmla="*/ 11728964 w 12111540"/>
                <a:gd name="connsiteY32" fmla="*/ 584919 h 3487639"/>
                <a:gd name="connsiteX33" fmla="*/ 11799995 w 12111540"/>
                <a:gd name="connsiteY33" fmla="*/ 725309 h 3487639"/>
                <a:gd name="connsiteX34" fmla="*/ 12111541 w 12111540"/>
                <a:gd name="connsiteY34" fmla="*/ 1420980 h 3487639"/>
                <a:gd name="connsiteX35" fmla="*/ 12108146 w 12111540"/>
                <a:gd name="connsiteY35" fmla="*/ 1422123 h 3487639"/>
                <a:gd name="connsiteX36" fmla="*/ 11796811 w 12111540"/>
                <a:gd name="connsiteY36" fmla="*/ 726945 h 3487639"/>
                <a:gd name="connsiteX37" fmla="*/ 11725763 w 12111540"/>
                <a:gd name="connsiteY37" fmla="*/ 586538 h 3487639"/>
                <a:gd name="connsiteX38" fmla="*/ 11709210 w 12111540"/>
                <a:gd name="connsiteY38" fmla="*/ 553309 h 3487639"/>
                <a:gd name="connsiteX39" fmla="*/ 11349783 w 12111540"/>
                <a:gd name="connsiteY39" fmla="*/ 62885 h 3487639"/>
                <a:gd name="connsiteX40" fmla="*/ 11104026 w 12111540"/>
                <a:gd name="connsiteY40" fmla="*/ 16851 h 3487639"/>
                <a:gd name="connsiteX41" fmla="*/ 10750421 w 12111540"/>
                <a:gd name="connsiteY41" fmla="*/ 278774 h 3487639"/>
                <a:gd name="connsiteX42" fmla="*/ 10497152 w 12111540"/>
                <a:gd name="connsiteY42" fmla="*/ 649090 h 3487639"/>
                <a:gd name="connsiteX43" fmla="*/ 10473264 w 12111540"/>
                <a:gd name="connsiteY43" fmla="*/ 688193 h 3487639"/>
                <a:gd name="connsiteX44" fmla="*/ 9947571 w 12111540"/>
                <a:gd name="connsiteY44" fmla="*/ 1647177 h 3487639"/>
                <a:gd name="connsiteX45" fmla="*/ 9412467 w 12111540"/>
                <a:gd name="connsiteY45" fmla="*/ 2621376 h 3487639"/>
                <a:gd name="connsiteX46" fmla="*/ 9391974 w 12111540"/>
                <a:gd name="connsiteY46" fmla="*/ 2654341 h 3487639"/>
                <a:gd name="connsiteX47" fmla="*/ 9090032 w 12111540"/>
                <a:gd name="connsiteY47" fmla="*/ 3091149 h 3487639"/>
                <a:gd name="connsiteX48" fmla="*/ 8892877 w 12111540"/>
                <a:gd name="connsiteY48" fmla="*/ 3290960 h 3487639"/>
                <a:gd name="connsiteX49" fmla="*/ 8668651 w 12111540"/>
                <a:gd name="connsiteY49" fmla="*/ 3422537 h 3487639"/>
                <a:gd name="connsiteX50" fmla="*/ 8348204 w 12111540"/>
                <a:gd name="connsiteY50" fmla="*/ 3424613 h 3487639"/>
                <a:gd name="connsiteX51" fmla="*/ 7857903 w 12111540"/>
                <a:gd name="connsiteY51" fmla="*/ 2985008 h 3487639"/>
                <a:gd name="connsiteX52" fmla="*/ 7327866 w 12111540"/>
                <a:gd name="connsiteY52" fmla="*/ 2055436 h 3487639"/>
                <a:gd name="connsiteX53" fmla="*/ 7193368 w 12111540"/>
                <a:gd name="connsiteY53" fmla="*/ 1786476 h 3487639"/>
                <a:gd name="connsiteX54" fmla="*/ 6827819 w 12111540"/>
                <a:gd name="connsiteY54" fmla="*/ 1076593 h 3487639"/>
                <a:gd name="connsiteX55" fmla="*/ 6261985 w 12111540"/>
                <a:gd name="connsiteY55" fmla="*/ 264895 h 3487639"/>
                <a:gd name="connsiteX56" fmla="*/ 5707021 w 12111540"/>
                <a:gd name="connsiteY56" fmla="*/ 7404 h 3487639"/>
                <a:gd name="connsiteX57" fmla="*/ 5426768 w 12111540"/>
                <a:gd name="connsiteY57" fmla="*/ 272564 h 3487639"/>
                <a:gd name="connsiteX58" fmla="*/ 5320557 w 12111540"/>
                <a:gd name="connsiteY58" fmla="*/ 855022 h 3487639"/>
                <a:gd name="connsiteX59" fmla="*/ 4882183 w 12111540"/>
                <a:gd name="connsiteY59" fmla="*/ 2338731 h 3487639"/>
                <a:gd name="connsiteX60" fmla="*/ 4593733 w 12111540"/>
                <a:gd name="connsiteY60" fmla="*/ 2685494 h 3487639"/>
                <a:gd name="connsiteX61" fmla="*/ 4189327 w 12111540"/>
                <a:gd name="connsiteY61" fmla="*/ 2989405 h 3487639"/>
                <a:gd name="connsiteX62" fmla="*/ 3646817 w 12111540"/>
                <a:gd name="connsiteY62" fmla="*/ 3233878 h 3487639"/>
                <a:gd name="connsiteX63" fmla="*/ 2944040 w 12111540"/>
                <a:gd name="connsiteY63" fmla="*/ 3402396 h 3487639"/>
                <a:gd name="connsiteX64" fmla="*/ 1858211 w 12111540"/>
                <a:gd name="connsiteY64" fmla="*/ 3487569 h 3487639"/>
                <a:gd name="connsiteX65" fmla="*/ 1841817 w 12111540"/>
                <a:gd name="connsiteY65" fmla="*/ 3487640 h 3487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12111540" h="3487639">
                  <a:moveTo>
                    <a:pt x="1841817" y="3487640"/>
                  </a:moveTo>
                  <a:cubicBezTo>
                    <a:pt x="1548002" y="3487640"/>
                    <a:pt x="1248664" y="3390364"/>
                    <a:pt x="927250" y="3190535"/>
                  </a:cubicBezTo>
                  <a:cubicBezTo>
                    <a:pt x="641861" y="3013117"/>
                    <a:pt x="376385" y="2778019"/>
                    <a:pt x="142149" y="2570610"/>
                  </a:cubicBezTo>
                  <a:cubicBezTo>
                    <a:pt x="92948" y="2527038"/>
                    <a:pt x="46474" y="2485876"/>
                    <a:pt x="0" y="2445365"/>
                  </a:cubicBezTo>
                  <a:lnTo>
                    <a:pt x="2357" y="2442674"/>
                  </a:lnTo>
                  <a:cubicBezTo>
                    <a:pt x="48831" y="2483202"/>
                    <a:pt x="95306" y="2524364"/>
                    <a:pt x="144524" y="2567936"/>
                  </a:cubicBezTo>
                  <a:cubicBezTo>
                    <a:pt x="605836" y="2976423"/>
                    <a:pt x="1179146" y="3484069"/>
                    <a:pt x="1842186" y="3484069"/>
                  </a:cubicBezTo>
                  <a:cubicBezTo>
                    <a:pt x="1847534" y="3484069"/>
                    <a:pt x="1852776" y="3484033"/>
                    <a:pt x="1858141" y="3483963"/>
                  </a:cubicBezTo>
                  <a:cubicBezTo>
                    <a:pt x="2249530" y="3479741"/>
                    <a:pt x="2614675" y="3451104"/>
                    <a:pt x="2943460" y="3398843"/>
                  </a:cubicBezTo>
                  <a:cubicBezTo>
                    <a:pt x="5048888" y="3065766"/>
                    <a:pt x="5210229" y="1735112"/>
                    <a:pt x="5316986" y="854600"/>
                  </a:cubicBezTo>
                  <a:cubicBezTo>
                    <a:pt x="5345183" y="622035"/>
                    <a:pt x="5369529" y="421204"/>
                    <a:pt x="5423374" y="271368"/>
                  </a:cubicBezTo>
                  <a:cubicBezTo>
                    <a:pt x="5482372" y="107196"/>
                    <a:pt x="5572330" y="22198"/>
                    <a:pt x="5706511" y="3869"/>
                  </a:cubicBezTo>
                  <a:cubicBezTo>
                    <a:pt x="5804331" y="-9500"/>
                    <a:pt x="5906515" y="11820"/>
                    <a:pt x="6010211" y="67195"/>
                  </a:cubicBezTo>
                  <a:cubicBezTo>
                    <a:pt x="6090336" y="109992"/>
                    <a:pt x="6173504" y="173829"/>
                    <a:pt x="6264447" y="262344"/>
                  </a:cubicBezTo>
                  <a:cubicBezTo>
                    <a:pt x="6371820" y="367008"/>
                    <a:pt x="6474126" y="493132"/>
                    <a:pt x="6577225" y="647911"/>
                  </a:cubicBezTo>
                  <a:cubicBezTo>
                    <a:pt x="6673533" y="792505"/>
                    <a:pt x="6758688" y="944118"/>
                    <a:pt x="6830933" y="1074869"/>
                  </a:cubicBezTo>
                  <a:cubicBezTo>
                    <a:pt x="6959361" y="1308242"/>
                    <a:pt x="7079945" y="1550552"/>
                    <a:pt x="7196552" y="1784875"/>
                  </a:cubicBezTo>
                  <a:cubicBezTo>
                    <a:pt x="7240458" y="1873110"/>
                    <a:pt x="7285877" y="1964352"/>
                    <a:pt x="7331049" y="2053817"/>
                  </a:cubicBezTo>
                  <a:cubicBezTo>
                    <a:pt x="7488977" y="2367896"/>
                    <a:pt x="7652270" y="2692670"/>
                    <a:pt x="7860805" y="2982914"/>
                  </a:cubicBezTo>
                  <a:cubicBezTo>
                    <a:pt x="7994371" y="3169110"/>
                    <a:pt x="8146001" y="3351066"/>
                    <a:pt x="8349365" y="3421218"/>
                  </a:cubicBezTo>
                  <a:cubicBezTo>
                    <a:pt x="8453923" y="3457384"/>
                    <a:pt x="8560944" y="3456698"/>
                    <a:pt x="8667455" y="3419159"/>
                  </a:cubicBezTo>
                  <a:cubicBezTo>
                    <a:pt x="8981657" y="3308480"/>
                    <a:pt x="9236614" y="2897811"/>
                    <a:pt x="9388949" y="2652441"/>
                  </a:cubicBezTo>
                  <a:cubicBezTo>
                    <a:pt x="9395967" y="2641130"/>
                    <a:pt x="9402792" y="2630136"/>
                    <a:pt x="9409423" y="2619476"/>
                  </a:cubicBezTo>
                  <a:cubicBezTo>
                    <a:pt x="9604327" y="2304113"/>
                    <a:pt x="9777206" y="1969312"/>
                    <a:pt x="9944387" y="1645523"/>
                  </a:cubicBezTo>
                  <a:cubicBezTo>
                    <a:pt x="10108911" y="1326871"/>
                    <a:pt x="10279047" y="997365"/>
                    <a:pt x="10470221" y="686311"/>
                  </a:cubicBezTo>
                  <a:cubicBezTo>
                    <a:pt x="10477697" y="674139"/>
                    <a:pt x="10485665" y="661051"/>
                    <a:pt x="10494091" y="647207"/>
                  </a:cubicBezTo>
                  <a:cubicBezTo>
                    <a:pt x="10557135" y="543652"/>
                    <a:pt x="10643488" y="401819"/>
                    <a:pt x="10747659" y="276452"/>
                  </a:cubicBezTo>
                  <a:cubicBezTo>
                    <a:pt x="10804687" y="207813"/>
                    <a:pt x="10861223" y="151559"/>
                    <a:pt x="10915683" y="109201"/>
                  </a:cubicBezTo>
                  <a:cubicBezTo>
                    <a:pt x="10979414" y="59648"/>
                    <a:pt x="11042511" y="27387"/>
                    <a:pt x="11103216" y="13332"/>
                  </a:cubicBezTo>
                  <a:cubicBezTo>
                    <a:pt x="11188830" y="-6492"/>
                    <a:pt x="11272437" y="9163"/>
                    <a:pt x="11351717" y="59842"/>
                  </a:cubicBezTo>
                  <a:cubicBezTo>
                    <a:pt x="11427586" y="108181"/>
                    <a:pt x="11496716" y="180302"/>
                    <a:pt x="11563050" y="280322"/>
                  </a:cubicBezTo>
                  <a:cubicBezTo>
                    <a:pt x="11620958" y="367623"/>
                    <a:pt x="11669543" y="465409"/>
                    <a:pt x="11712429" y="551691"/>
                  </a:cubicBezTo>
                  <a:cubicBezTo>
                    <a:pt x="11718005" y="562896"/>
                    <a:pt x="11723512" y="573978"/>
                    <a:pt x="11728964" y="584919"/>
                  </a:cubicBezTo>
                  <a:cubicBezTo>
                    <a:pt x="11752043" y="631095"/>
                    <a:pt x="11775333" y="676848"/>
                    <a:pt x="11799995" y="725309"/>
                  </a:cubicBezTo>
                  <a:cubicBezTo>
                    <a:pt x="11912662" y="946616"/>
                    <a:pt x="12029182" y="1175434"/>
                    <a:pt x="12111541" y="1420980"/>
                  </a:cubicBezTo>
                  <a:lnTo>
                    <a:pt x="12108146" y="1422123"/>
                  </a:lnTo>
                  <a:cubicBezTo>
                    <a:pt x="12025857" y="1176841"/>
                    <a:pt x="11909408" y="948129"/>
                    <a:pt x="11796811" y="726945"/>
                  </a:cubicBezTo>
                  <a:cubicBezTo>
                    <a:pt x="11772131" y="678483"/>
                    <a:pt x="11748842" y="632713"/>
                    <a:pt x="11725763" y="586538"/>
                  </a:cubicBezTo>
                  <a:cubicBezTo>
                    <a:pt x="11720292" y="575596"/>
                    <a:pt x="11714787" y="564514"/>
                    <a:pt x="11709210" y="553309"/>
                  </a:cubicBezTo>
                  <a:cubicBezTo>
                    <a:pt x="11620097" y="373991"/>
                    <a:pt x="11519092" y="170750"/>
                    <a:pt x="11349783" y="62885"/>
                  </a:cubicBezTo>
                  <a:cubicBezTo>
                    <a:pt x="11271346" y="12734"/>
                    <a:pt x="11188671" y="-2763"/>
                    <a:pt x="11104026" y="16851"/>
                  </a:cubicBezTo>
                  <a:cubicBezTo>
                    <a:pt x="10992308" y="42726"/>
                    <a:pt x="10873343" y="130837"/>
                    <a:pt x="10750421" y="278774"/>
                  </a:cubicBezTo>
                  <a:cubicBezTo>
                    <a:pt x="10646425" y="403930"/>
                    <a:pt x="10560143" y="545640"/>
                    <a:pt x="10497152" y="649090"/>
                  </a:cubicBezTo>
                  <a:cubicBezTo>
                    <a:pt x="10488726" y="662933"/>
                    <a:pt x="10480757" y="676021"/>
                    <a:pt x="10473264" y="688193"/>
                  </a:cubicBezTo>
                  <a:cubicBezTo>
                    <a:pt x="10282178" y="999124"/>
                    <a:pt x="10112078" y="1328577"/>
                    <a:pt x="9947571" y="1647177"/>
                  </a:cubicBezTo>
                  <a:cubicBezTo>
                    <a:pt x="9780355" y="1971019"/>
                    <a:pt x="9607458" y="2305890"/>
                    <a:pt x="9412467" y="2621376"/>
                  </a:cubicBezTo>
                  <a:cubicBezTo>
                    <a:pt x="9405835" y="2632036"/>
                    <a:pt x="9398993" y="2643030"/>
                    <a:pt x="9391974" y="2654341"/>
                  </a:cubicBezTo>
                  <a:cubicBezTo>
                    <a:pt x="9311708" y="2783631"/>
                    <a:pt x="9211812" y="2944549"/>
                    <a:pt x="9090032" y="3091149"/>
                  </a:cubicBezTo>
                  <a:cubicBezTo>
                    <a:pt x="9023734" y="3170957"/>
                    <a:pt x="8957400" y="3238188"/>
                    <a:pt x="8892877" y="3290960"/>
                  </a:cubicBezTo>
                  <a:cubicBezTo>
                    <a:pt x="8817942" y="3352245"/>
                    <a:pt x="8742496" y="3396521"/>
                    <a:pt x="8668651" y="3422537"/>
                  </a:cubicBezTo>
                  <a:cubicBezTo>
                    <a:pt x="8561348" y="3460357"/>
                    <a:pt x="8453537" y="3461042"/>
                    <a:pt x="8348204" y="3424613"/>
                  </a:cubicBezTo>
                  <a:cubicBezTo>
                    <a:pt x="8143890" y="3354127"/>
                    <a:pt x="7991803" y="3171678"/>
                    <a:pt x="7857903" y="2985008"/>
                  </a:cubicBezTo>
                  <a:cubicBezTo>
                    <a:pt x="7649210" y="2694535"/>
                    <a:pt x="7485846" y="2369638"/>
                    <a:pt x="7327866" y="2055436"/>
                  </a:cubicBezTo>
                  <a:cubicBezTo>
                    <a:pt x="7282693" y="1965970"/>
                    <a:pt x="7237274" y="1874728"/>
                    <a:pt x="7193368" y="1786476"/>
                  </a:cubicBezTo>
                  <a:cubicBezTo>
                    <a:pt x="7076778" y="1552170"/>
                    <a:pt x="6956213" y="1309896"/>
                    <a:pt x="6827819" y="1076593"/>
                  </a:cubicBezTo>
                  <a:cubicBezTo>
                    <a:pt x="6670190" y="791309"/>
                    <a:pt x="6496660" y="493642"/>
                    <a:pt x="6261985" y="264895"/>
                  </a:cubicBezTo>
                  <a:cubicBezTo>
                    <a:pt x="6133064" y="139421"/>
                    <a:pt x="5935276" y="-23784"/>
                    <a:pt x="5707021" y="7404"/>
                  </a:cubicBezTo>
                  <a:cubicBezTo>
                    <a:pt x="5574300" y="25540"/>
                    <a:pt x="5485257" y="109799"/>
                    <a:pt x="5426768" y="272564"/>
                  </a:cubicBezTo>
                  <a:cubicBezTo>
                    <a:pt x="5373064" y="422013"/>
                    <a:pt x="5348737" y="622669"/>
                    <a:pt x="5320557" y="855022"/>
                  </a:cubicBezTo>
                  <a:cubicBezTo>
                    <a:pt x="5266518" y="1300661"/>
                    <a:pt x="5199287" y="1855255"/>
                    <a:pt x="4882183" y="2338731"/>
                  </a:cubicBezTo>
                  <a:cubicBezTo>
                    <a:pt x="4799578" y="2464679"/>
                    <a:pt x="4702531" y="2581340"/>
                    <a:pt x="4593733" y="2685494"/>
                  </a:cubicBezTo>
                  <a:cubicBezTo>
                    <a:pt x="4475560" y="2798618"/>
                    <a:pt x="4339497" y="2900854"/>
                    <a:pt x="4189327" y="2989405"/>
                  </a:cubicBezTo>
                  <a:cubicBezTo>
                    <a:pt x="4028197" y="3084394"/>
                    <a:pt x="3845660" y="3166648"/>
                    <a:pt x="3646817" y="3233878"/>
                  </a:cubicBezTo>
                  <a:cubicBezTo>
                    <a:pt x="3435309" y="3305384"/>
                    <a:pt x="3198857" y="3362078"/>
                    <a:pt x="2944040" y="3402396"/>
                  </a:cubicBezTo>
                  <a:cubicBezTo>
                    <a:pt x="2615097" y="3454675"/>
                    <a:pt x="2249777" y="3483330"/>
                    <a:pt x="1858211" y="3487569"/>
                  </a:cubicBezTo>
                  <a:cubicBezTo>
                    <a:pt x="1852741" y="3487604"/>
                    <a:pt x="1847270" y="3487640"/>
                    <a:pt x="1841817" y="3487640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3" name="任意多边形: 形状 770"/>
            <p:cNvSpPr/>
            <p:nvPr>
              <p:custDataLst>
                <p:tags r:id="rId32"/>
              </p:custDataLst>
            </p:nvPr>
          </p:nvSpPr>
          <p:spPr>
            <a:xfrm>
              <a:off x="0" y="1983176"/>
              <a:ext cx="12190575" cy="3623830"/>
            </a:xfrm>
            <a:custGeom>
              <a:avLst/>
              <a:gdLst>
                <a:gd name="connsiteX0" fmla="*/ 1911423 w 12190575"/>
                <a:gd name="connsiteY0" fmla="*/ 3623831 h 3623830"/>
                <a:gd name="connsiteX1" fmla="*/ 953513 w 12190575"/>
                <a:gd name="connsiteY1" fmla="*/ 3299550 h 3623830"/>
                <a:gd name="connsiteX2" fmla="*/ 143697 w 12190575"/>
                <a:gd name="connsiteY2" fmla="*/ 2637635 h 3623830"/>
                <a:gd name="connsiteX3" fmla="*/ 0 w 12190575"/>
                <a:gd name="connsiteY3" fmla="*/ 2506814 h 3623830"/>
                <a:gd name="connsiteX4" fmla="*/ 2357 w 12190575"/>
                <a:gd name="connsiteY4" fmla="*/ 2504193 h 3623830"/>
                <a:gd name="connsiteX5" fmla="*/ 146072 w 12190575"/>
                <a:gd name="connsiteY5" fmla="*/ 2635032 h 3623830"/>
                <a:gd name="connsiteX6" fmla="*/ 1911423 w 12190575"/>
                <a:gd name="connsiteY6" fmla="*/ 3620313 h 3623830"/>
                <a:gd name="connsiteX7" fmla="*/ 4843062 w 12190575"/>
                <a:gd name="connsiteY7" fmla="*/ 2653168 h 3623830"/>
                <a:gd name="connsiteX8" fmla="*/ 5427296 w 12190575"/>
                <a:gd name="connsiteY8" fmla="*/ 882680 h 3623830"/>
                <a:gd name="connsiteX9" fmla="*/ 5523674 w 12190575"/>
                <a:gd name="connsiteY9" fmla="*/ 281787 h 3623830"/>
                <a:gd name="connsiteX10" fmla="*/ 5800849 w 12190575"/>
                <a:gd name="connsiteY10" fmla="*/ 4578 h 3623830"/>
                <a:gd name="connsiteX11" fmla="*/ 6110389 w 12190575"/>
                <a:gd name="connsiteY11" fmla="*/ 68098 h 3623830"/>
                <a:gd name="connsiteX12" fmla="*/ 6368548 w 12190575"/>
                <a:gd name="connsiteY12" fmla="*/ 269175 h 3623830"/>
                <a:gd name="connsiteX13" fmla="*/ 6938640 w 12190575"/>
                <a:gd name="connsiteY13" fmla="*/ 1107487 h 3623830"/>
                <a:gd name="connsiteX14" fmla="*/ 7312773 w 12190575"/>
                <a:gd name="connsiteY14" fmla="*/ 1860116 h 3623830"/>
                <a:gd name="connsiteX15" fmla="*/ 7437666 w 12190575"/>
                <a:gd name="connsiteY15" fmla="*/ 2119699 h 3623830"/>
                <a:gd name="connsiteX16" fmla="*/ 7440058 w 12190575"/>
                <a:gd name="connsiteY16" fmla="*/ 2124642 h 3623830"/>
                <a:gd name="connsiteX17" fmla="*/ 7967739 w 12190575"/>
                <a:gd name="connsiteY17" fmla="*/ 3082060 h 3623830"/>
                <a:gd name="connsiteX18" fmla="*/ 8462419 w 12190575"/>
                <a:gd name="connsiteY18" fmla="*/ 3536687 h 3623830"/>
                <a:gd name="connsiteX19" fmla="*/ 8620980 w 12190575"/>
                <a:gd name="connsiteY19" fmla="*/ 3564498 h 3623830"/>
                <a:gd name="connsiteX20" fmla="*/ 9521757 w 12190575"/>
                <a:gd name="connsiteY20" fmla="*/ 2731991 h 3623830"/>
                <a:gd name="connsiteX21" fmla="*/ 9536163 w 12190575"/>
                <a:gd name="connsiteY21" fmla="*/ 2707962 h 3623830"/>
                <a:gd name="connsiteX22" fmla="*/ 10074962 w 12190575"/>
                <a:gd name="connsiteY22" fmla="*/ 1696981 h 3623830"/>
                <a:gd name="connsiteX23" fmla="*/ 10597700 w 12190575"/>
                <a:gd name="connsiteY23" fmla="*/ 712844 h 3623830"/>
                <a:gd name="connsiteX24" fmla="*/ 10617770 w 12190575"/>
                <a:gd name="connsiteY24" fmla="*/ 678929 h 3623830"/>
                <a:gd name="connsiteX25" fmla="*/ 11237696 w 12190575"/>
                <a:gd name="connsiteY25" fmla="*/ 18985 h 3623830"/>
                <a:gd name="connsiteX26" fmla="*/ 11490700 w 12190575"/>
                <a:gd name="connsiteY26" fmla="*/ 68062 h 3623830"/>
                <a:gd name="connsiteX27" fmla="*/ 11870058 w 12190575"/>
                <a:gd name="connsiteY27" fmla="*/ 614020 h 3623830"/>
                <a:gd name="connsiteX28" fmla="*/ 11870199 w 12190575"/>
                <a:gd name="connsiteY28" fmla="*/ 614337 h 3623830"/>
                <a:gd name="connsiteX29" fmla="*/ 12164735 w 12190575"/>
                <a:gd name="connsiteY29" fmla="*/ 1367088 h 3623830"/>
                <a:gd name="connsiteX30" fmla="*/ 12190575 w 12190575"/>
                <a:gd name="connsiteY30" fmla="*/ 1439157 h 3623830"/>
                <a:gd name="connsiteX31" fmla="*/ 12187268 w 12190575"/>
                <a:gd name="connsiteY31" fmla="*/ 1440353 h 3623830"/>
                <a:gd name="connsiteX32" fmla="*/ 12161428 w 12190575"/>
                <a:gd name="connsiteY32" fmla="*/ 1368285 h 3623830"/>
                <a:gd name="connsiteX33" fmla="*/ 11866998 w 12190575"/>
                <a:gd name="connsiteY33" fmla="*/ 615814 h 3623830"/>
                <a:gd name="connsiteX34" fmla="*/ 11866857 w 12190575"/>
                <a:gd name="connsiteY34" fmla="*/ 615497 h 3623830"/>
                <a:gd name="connsiteX35" fmla="*/ 11488783 w 12190575"/>
                <a:gd name="connsiteY35" fmla="*/ 71018 h 3623830"/>
                <a:gd name="connsiteX36" fmla="*/ 11238487 w 12190575"/>
                <a:gd name="connsiteY36" fmla="*/ 22415 h 3623830"/>
                <a:gd name="connsiteX37" fmla="*/ 10620813 w 12190575"/>
                <a:gd name="connsiteY37" fmla="*/ 680723 h 3623830"/>
                <a:gd name="connsiteX38" fmla="*/ 10600725 w 12190575"/>
                <a:gd name="connsiteY38" fmla="*/ 714638 h 3623830"/>
                <a:gd name="connsiteX39" fmla="*/ 10078110 w 12190575"/>
                <a:gd name="connsiteY39" fmla="*/ 1698547 h 3623830"/>
                <a:gd name="connsiteX40" fmla="*/ 9539189 w 12190575"/>
                <a:gd name="connsiteY40" fmla="*/ 2709774 h 3623830"/>
                <a:gd name="connsiteX41" fmla="*/ 9524783 w 12190575"/>
                <a:gd name="connsiteY41" fmla="*/ 2733803 h 3623830"/>
                <a:gd name="connsiteX42" fmla="*/ 8621086 w 12190575"/>
                <a:gd name="connsiteY42" fmla="*/ 3568051 h 3623830"/>
                <a:gd name="connsiteX43" fmla="*/ 8461259 w 12190575"/>
                <a:gd name="connsiteY43" fmla="*/ 3540012 h 3623830"/>
                <a:gd name="connsiteX44" fmla="*/ 8179406 w 12190575"/>
                <a:gd name="connsiteY44" fmla="*/ 3350844 h 3623830"/>
                <a:gd name="connsiteX45" fmla="*/ 7964854 w 12190575"/>
                <a:gd name="connsiteY45" fmla="*/ 3084083 h 3623830"/>
                <a:gd name="connsiteX46" fmla="*/ 7436891 w 12190575"/>
                <a:gd name="connsiteY46" fmla="*/ 2126190 h 3623830"/>
                <a:gd name="connsiteX47" fmla="*/ 7434499 w 12190575"/>
                <a:gd name="connsiteY47" fmla="*/ 2121247 h 3623830"/>
                <a:gd name="connsiteX48" fmla="*/ 7309589 w 12190575"/>
                <a:gd name="connsiteY48" fmla="*/ 1861646 h 3623830"/>
                <a:gd name="connsiteX49" fmla="*/ 6935526 w 12190575"/>
                <a:gd name="connsiteY49" fmla="*/ 1109158 h 3623830"/>
                <a:gd name="connsiteX50" fmla="*/ 6366068 w 12190575"/>
                <a:gd name="connsiteY50" fmla="*/ 271690 h 3623830"/>
                <a:gd name="connsiteX51" fmla="*/ 5801359 w 12190575"/>
                <a:gd name="connsiteY51" fmla="*/ 8079 h 3623830"/>
                <a:gd name="connsiteX52" fmla="*/ 5526999 w 12190575"/>
                <a:gd name="connsiteY52" fmla="*/ 282913 h 3623830"/>
                <a:gd name="connsiteX53" fmla="*/ 5430779 w 12190575"/>
                <a:gd name="connsiteY53" fmla="*/ 883067 h 3623830"/>
                <a:gd name="connsiteX54" fmla="*/ 5290846 w 12190575"/>
                <a:gd name="connsiteY54" fmla="*/ 1763403 h 3623830"/>
                <a:gd name="connsiteX55" fmla="*/ 4845735 w 12190575"/>
                <a:gd name="connsiteY55" fmla="*/ 2655454 h 3623830"/>
                <a:gd name="connsiteX56" fmla="*/ 4420484 w 12190575"/>
                <a:gd name="connsiteY56" fmla="*/ 3039385 h 3623830"/>
                <a:gd name="connsiteX57" fmla="*/ 3813153 w 12190575"/>
                <a:gd name="connsiteY57" fmla="*/ 3346446 h 3623830"/>
                <a:gd name="connsiteX58" fmla="*/ 2988544 w 12190575"/>
                <a:gd name="connsiteY58" fmla="*/ 3550092 h 3623830"/>
                <a:gd name="connsiteX59" fmla="*/ 1911423 w 12190575"/>
                <a:gd name="connsiteY59" fmla="*/ 3623831 h 3623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12190575" h="3623830">
                  <a:moveTo>
                    <a:pt x="1911423" y="3623831"/>
                  </a:moveTo>
                  <a:cubicBezTo>
                    <a:pt x="1604239" y="3623831"/>
                    <a:pt x="1290899" y="3517760"/>
                    <a:pt x="953513" y="3299550"/>
                  </a:cubicBezTo>
                  <a:cubicBezTo>
                    <a:pt x="659399" y="3109325"/>
                    <a:pt x="385426" y="2858731"/>
                    <a:pt x="143697" y="2637635"/>
                  </a:cubicBezTo>
                  <a:cubicBezTo>
                    <a:pt x="93969" y="2592146"/>
                    <a:pt x="46984" y="2549172"/>
                    <a:pt x="0" y="2506814"/>
                  </a:cubicBezTo>
                  <a:lnTo>
                    <a:pt x="2357" y="2504193"/>
                  </a:lnTo>
                  <a:cubicBezTo>
                    <a:pt x="49359" y="2546569"/>
                    <a:pt x="96343" y="2589543"/>
                    <a:pt x="146072" y="2635032"/>
                  </a:cubicBezTo>
                  <a:cubicBezTo>
                    <a:pt x="626012" y="3074004"/>
                    <a:pt x="1223299" y="3620313"/>
                    <a:pt x="1911423" y="3620313"/>
                  </a:cubicBezTo>
                  <a:cubicBezTo>
                    <a:pt x="3339669" y="3620313"/>
                    <a:pt x="4298617" y="3303947"/>
                    <a:pt x="4843062" y="2653168"/>
                  </a:cubicBezTo>
                  <a:cubicBezTo>
                    <a:pt x="5303564" y="2102725"/>
                    <a:pt x="5372167" y="1426245"/>
                    <a:pt x="5427296" y="882680"/>
                  </a:cubicBezTo>
                  <a:cubicBezTo>
                    <a:pt x="5451588" y="643150"/>
                    <a:pt x="5472574" y="436303"/>
                    <a:pt x="5523674" y="281787"/>
                  </a:cubicBezTo>
                  <a:cubicBezTo>
                    <a:pt x="5579665" y="112514"/>
                    <a:pt x="5667741" y="24420"/>
                    <a:pt x="5800849" y="4578"/>
                  </a:cubicBezTo>
                  <a:cubicBezTo>
                    <a:pt x="5900569" y="-10286"/>
                    <a:pt x="6004706" y="11087"/>
                    <a:pt x="6110389" y="68098"/>
                  </a:cubicBezTo>
                  <a:cubicBezTo>
                    <a:pt x="6191833" y="112039"/>
                    <a:pt x="6276268" y="177810"/>
                    <a:pt x="6368548" y="269175"/>
                  </a:cubicBezTo>
                  <a:cubicBezTo>
                    <a:pt x="6608289" y="506577"/>
                    <a:pt x="6781644" y="813479"/>
                    <a:pt x="6938640" y="1107487"/>
                  </a:cubicBezTo>
                  <a:cubicBezTo>
                    <a:pt x="7070639" y="1354687"/>
                    <a:pt x="7193738" y="1611632"/>
                    <a:pt x="7312773" y="1860116"/>
                  </a:cubicBezTo>
                  <a:cubicBezTo>
                    <a:pt x="7353565" y="1945272"/>
                    <a:pt x="7395748" y="2033330"/>
                    <a:pt x="7437666" y="2119699"/>
                  </a:cubicBezTo>
                  <a:lnTo>
                    <a:pt x="7440058" y="2124642"/>
                  </a:lnTo>
                  <a:cubicBezTo>
                    <a:pt x="7597176" y="2448343"/>
                    <a:pt x="7759642" y="2783056"/>
                    <a:pt x="7967739" y="3082060"/>
                  </a:cubicBezTo>
                  <a:cubicBezTo>
                    <a:pt x="8102025" y="3274993"/>
                    <a:pt x="8254886" y="3463581"/>
                    <a:pt x="8462419" y="3536687"/>
                  </a:cubicBezTo>
                  <a:cubicBezTo>
                    <a:pt x="8516545" y="3555756"/>
                    <a:pt x="8569476" y="3564498"/>
                    <a:pt x="8620980" y="3564498"/>
                  </a:cubicBezTo>
                  <a:cubicBezTo>
                    <a:pt x="9022837" y="3564498"/>
                    <a:pt x="9341207" y="3033264"/>
                    <a:pt x="9521757" y="2731991"/>
                  </a:cubicBezTo>
                  <a:cubicBezTo>
                    <a:pt x="9526665" y="2723811"/>
                    <a:pt x="9531467" y="2715790"/>
                    <a:pt x="9536163" y="2707962"/>
                  </a:cubicBezTo>
                  <a:cubicBezTo>
                    <a:pt x="9732878" y="2380286"/>
                    <a:pt x="9906778" y="2032908"/>
                    <a:pt x="10074962" y="1696981"/>
                  </a:cubicBezTo>
                  <a:cubicBezTo>
                    <a:pt x="10238536" y="1370219"/>
                    <a:pt x="10407687" y="1032323"/>
                    <a:pt x="10597700" y="712844"/>
                  </a:cubicBezTo>
                  <a:cubicBezTo>
                    <a:pt x="10604032" y="702184"/>
                    <a:pt x="10610734" y="690855"/>
                    <a:pt x="10617770" y="678929"/>
                  </a:cubicBezTo>
                  <a:cubicBezTo>
                    <a:pt x="10741185" y="470006"/>
                    <a:pt x="10970918" y="81132"/>
                    <a:pt x="11237696" y="18985"/>
                  </a:cubicBezTo>
                  <a:cubicBezTo>
                    <a:pt x="11324804" y="-1315"/>
                    <a:pt x="11409943" y="15203"/>
                    <a:pt x="11490700" y="68062"/>
                  </a:cubicBezTo>
                  <a:cubicBezTo>
                    <a:pt x="11674346" y="188258"/>
                    <a:pt x="11782862" y="424341"/>
                    <a:pt x="11870058" y="614020"/>
                  </a:cubicBezTo>
                  <a:lnTo>
                    <a:pt x="11870199" y="614337"/>
                  </a:lnTo>
                  <a:cubicBezTo>
                    <a:pt x="11982743" y="859197"/>
                    <a:pt x="12075269" y="1117391"/>
                    <a:pt x="12164735" y="1367088"/>
                  </a:cubicBezTo>
                  <a:cubicBezTo>
                    <a:pt x="12173354" y="1391117"/>
                    <a:pt x="12181956" y="1415146"/>
                    <a:pt x="12190575" y="1439157"/>
                  </a:cubicBezTo>
                  <a:lnTo>
                    <a:pt x="12187268" y="1440353"/>
                  </a:lnTo>
                  <a:cubicBezTo>
                    <a:pt x="12178649" y="1416342"/>
                    <a:pt x="12170029" y="1392313"/>
                    <a:pt x="12161428" y="1368285"/>
                  </a:cubicBezTo>
                  <a:cubicBezTo>
                    <a:pt x="12071980" y="1118657"/>
                    <a:pt x="11979489" y="860534"/>
                    <a:pt x="11866998" y="615814"/>
                  </a:cubicBezTo>
                  <a:lnTo>
                    <a:pt x="11866857" y="615497"/>
                  </a:lnTo>
                  <a:cubicBezTo>
                    <a:pt x="11779854" y="426223"/>
                    <a:pt x="11671584" y="190651"/>
                    <a:pt x="11488783" y="71018"/>
                  </a:cubicBezTo>
                  <a:cubicBezTo>
                    <a:pt x="11408852" y="18703"/>
                    <a:pt x="11324646" y="2344"/>
                    <a:pt x="11238487" y="22415"/>
                  </a:cubicBezTo>
                  <a:cubicBezTo>
                    <a:pt x="10973169" y="84210"/>
                    <a:pt x="10743947" y="472258"/>
                    <a:pt x="10620813" y="680723"/>
                  </a:cubicBezTo>
                  <a:cubicBezTo>
                    <a:pt x="10613760" y="692649"/>
                    <a:pt x="10607076" y="703995"/>
                    <a:pt x="10600725" y="714638"/>
                  </a:cubicBezTo>
                  <a:cubicBezTo>
                    <a:pt x="10410782" y="1034011"/>
                    <a:pt x="10241649" y="1371838"/>
                    <a:pt x="10078110" y="1698547"/>
                  </a:cubicBezTo>
                  <a:cubicBezTo>
                    <a:pt x="9909910" y="2034544"/>
                    <a:pt x="9735974" y="2381992"/>
                    <a:pt x="9539189" y="2709774"/>
                  </a:cubicBezTo>
                  <a:cubicBezTo>
                    <a:pt x="9534493" y="2717602"/>
                    <a:pt x="9529690" y="2725623"/>
                    <a:pt x="9524783" y="2733803"/>
                  </a:cubicBezTo>
                  <a:cubicBezTo>
                    <a:pt x="9343829" y="3035709"/>
                    <a:pt x="9024772" y="3568051"/>
                    <a:pt x="8621086" y="3568051"/>
                  </a:cubicBezTo>
                  <a:cubicBezTo>
                    <a:pt x="8569177" y="3568051"/>
                    <a:pt x="8515860" y="3559256"/>
                    <a:pt x="8461259" y="3540012"/>
                  </a:cubicBezTo>
                  <a:cubicBezTo>
                    <a:pt x="8364212" y="3505834"/>
                    <a:pt x="8272020" y="3443950"/>
                    <a:pt x="8179406" y="3350844"/>
                  </a:cubicBezTo>
                  <a:cubicBezTo>
                    <a:pt x="8094672" y="3265653"/>
                    <a:pt x="8023396" y="3168183"/>
                    <a:pt x="7964854" y="3084083"/>
                  </a:cubicBezTo>
                  <a:cubicBezTo>
                    <a:pt x="7756582" y="2784850"/>
                    <a:pt x="7594063" y="2450015"/>
                    <a:pt x="7436891" y="2126190"/>
                  </a:cubicBezTo>
                  <a:lnTo>
                    <a:pt x="7434499" y="2121247"/>
                  </a:lnTo>
                  <a:cubicBezTo>
                    <a:pt x="7392564" y="2034860"/>
                    <a:pt x="7350381" y="1946802"/>
                    <a:pt x="7309589" y="1861646"/>
                  </a:cubicBezTo>
                  <a:cubicBezTo>
                    <a:pt x="7190571" y="1613198"/>
                    <a:pt x="7067490" y="1356270"/>
                    <a:pt x="6935526" y="1109158"/>
                  </a:cubicBezTo>
                  <a:cubicBezTo>
                    <a:pt x="6778654" y="815396"/>
                    <a:pt x="6605458" y="508740"/>
                    <a:pt x="6366068" y="271690"/>
                  </a:cubicBezTo>
                  <a:cubicBezTo>
                    <a:pt x="6235018" y="141925"/>
                    <a:pt x="6033906" y="-26610"/>
                    <a:pt x="5801359" y="8079"/>
                  </a:cubicBezTo>
                  <a:cubicBezTo>
                    <a:pt x="5669711" y="27710"/>
                    <a:pt x="5582533" y="115047"/>
                    <a:pt x="5526999" y="282913"/>
                  </a:cubicBezTo>
                  <a:cubicBezTo>
                    <a:pt x="5476004" y="437059"/>
                    <a:pt x="5455054" y="643748"/>
                    <a:pt x="5430779" y="883067"/>
                  </a:cubicBezTo>
                  <a:cubicBezTo>
                    <a:pt x="5403531" y="1151727"/>
                    <a:pt x="5372642" y="1456237"/>
                    <a:pt x="5290846" y="1763403"/>
                  </a:cubicBezTo>
                  <a:cubicBezTo>
                    <a:pt x="5196209" y="2118767"/>
                    <a:pt x="5050612" y="2410559"/>
                    <a:pt x="4845735" y="2655454"/>
                  </a:cubicBezTo>
                  <a:cubicBezTo>
                    <a:pt x="4725451" y="2799222"/>
                    <a:pt x="4582388" y="2928407"/>
                    <a:pt x="4420484" y="3039385"/>
                  </a:cubicBezTo>
                  <a:cubicBezTo>
                    <a:pt x="4244315" y="3160145"/>
                    <a:pt x="4039983" y="3263454"/>
                    <a:pt x="3813153" y="3346446"/>
                  </a:cubicBezTo>
                  <a:cubicBezTo>
                    <a:pt x="3569348" y="3435630"/>
                    <a:pt x="3291911" y="3504145"/>
                    <a:pt x="2988544" y="3550092"/>
                  </a:cubicBezTo>
                  <a:cubicBezTo>
                    <a:pt x="2665353" y="3599011"/>
                    <a:pt x="2302953" y="3623831"/>
                    <a:pt x="1911423" y="362383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7" name="标题 1"/>
          <p:cNvSpPr txBox="1"/>
          <p:nvPr>
            <p:custDataLst>
              <p:tags r:id="rId33"/>
            </p:custDataLst>
          </p:nvPr>
        </p:nvSpPr>
        <p:spPr>
          <a:xfrm>
            <a:off x="5293360" y="2660015"/>
            <a:ext cx="4143248" cy="83629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kumimoji="1" lang="zh-CN" altLang="en-US" sz="5400" b="1" dirty="0">
                <a:ln w="12700">
                  <a:noFill/>
                </a:ln>
                <a:gradFill>
                  <a:gsLst>
                    <a:gs pos="100000">
                      <a:srgbClr val="FAFE41"/>
                    </a:gs>
                    <a:gs pos="69000">
                      <a:srgbClr val="50B99A"/>
                    </a:gs>
                    <a:gs pos="0">
                      <a:srgbClr val="033091"/>
                    </a:gs>
                  </a:gsLst>
                  <a:lin ang="1644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未来使用场景和时间规划</a:t>
            </a:r>
            <a:endParaRPr kumimoji="1" lang="en-US" altLang="zh-CN" sz="5400" b="1" dirty="0">
              <a:ln w="12700">
                <a:noFill/>
              </a:ln>
              <a:gradFill>
                <a:gsLst>
                  <a:gs pos="100000">
                    <a:srgbClr val="FAFE41"/>
                  </a:gs>
                  <a:gs pos="69000">
                    <a:srgbClr val="50B99A"/>
                  </a:gs>
                  <a:gs pos="0">
                    <a:srgbClr val="033091"/>
                  </a:gs>
                </a:gsLst>
                <a:lin ang="1644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5321935" y="2177415"/>
            <a:ext cx="1414145" cy="317500"/>
          </a:xfrm>
          <a:prstGeom prst="roundRect">
            <a:avLst>
              <a:gd name="adj" fmla="val 50000"/>
            </a:avLst>
          </a:prstGeom>
          <a:gradFill>
            <a:gsLst>
              <a:gs pos="56000">
                <a:srgbClr val="53A3A2"/>
              </a:gs>
              <a:gs pos="11000">
                <a:srgbClr val="0E4F92"/>
              </a:gs>
              <a:gs pos="100000">
                <a:srgbClr val="99D06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9" name="标题 1"/>
          <p:cNvSpPr txBox="1"/>
          <p:nvPr>
            <p:custDataLst>
              <p:tags r:id="rId34"/>
            </p:custDataLst>
          </p:nvPr>
        </p:nvSpPr>
        <p:spPr>
          <a:xfrm>
            <a:off x="5293360" y="2186940"/>
            <a:ext cx="1469390" cy="4356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sz="1600" b="1" dirty="0" err="1">
                <a:ln w="12700"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FOUR</a:t>
            </a:r>
            <a:endParaRPr kumimoji="1" lang="en-US" sz="1600" b="1" dirty="0" err="1">
              <a:ln w="12700"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307330" y="4533900"/>
            <a:ext cx="4528185" cy="74930"/>
            <a:chOff x="8358" y="6086"/>
            <a:chExt cx="7131" cy="118"/>
          </a:xfrm>
        </p:grpSpPr>
        <p:sp>
          <p:nvSpPr>
            <p:cNvPr id="11" name="矩形 10"/>
            <p:cNvSpPr/>
            <p:nvPr/>
          </p:nvSpPr>
          <p:spPr>
            <a:xfrm>
              <a:off x="8358" y="6086"/>
              <a:ext cx="1137" cy="119"/>
            </a:xfrm>
            <a:prstGeom prst="rect">
              <a:avLst/>
            </a:prstGeom>
            <a:solidFill>
              <a:srgbClr val="1C4CA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9109" y="6148"/>
              <a:ext cx="6380" cy="0"/>
            </a:xfrm>
            <a:prstGeom prst="line">
              <a:avLst/>
            </a:prstGeom>
            <a:ln>
              <a:gradFill>
                <a:gsLst>
                  <a:gs pos="0">
                    <a:srgbClr val="033091"/>
                  </a:gs>
                  <a:gs pos="100000">
                    <a:schemeClr val="accent1">
                      <a:alpha val="0"/>
                    </a:schemeClr>
                  </a:gs>
                </a:gsLst>
                <a:lin ang="1260000" scaled="1"/>
              </a:gra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4" name="标题 1"/>
          <p:cNvSpPr txBox="1"/>
          <p:nvPr>
            <p:custDataLst>
              <p:tags r:id="rId35"/>
            </p:custDataLst>
          </p:nvPr>
        </p:nvSpPr>
        <p:spPr>
          <a:xfrm>
            <a:off x="-478682" y="1477391"/>
            <a:ext cx="5193030" cy="57169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sz="20000" b="1" dirty="0">
                <a:ln w="41275"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0000">
                        <a:schemeClr val="bg1">
                          <a:alpha val="0"/>
                        </a:schemeClr>
                      </a:gs>
                    </a:gsLst>
                    <a:lin ang="6000000" scaled="1"/>
                  </a:gradFill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kumimoji="1" lang="en-US" sz="20000" b="1" dirty="0">
              <a:ln w="41275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0000">
                      <a:schemeClr val="bg1">
                        <a:alpha val="0"/>
                      </a:schemeClr>
                    </a:gs>
                  </a:gsLst>
                  <a:lin ang="6000000" scaled="1"/>
                </a:gradFill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6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0"/>
            <a:ext cx="12192000" cy="6852285"/>
          </a:xfrm>
          <a:prstGeom prst="rect">
            <a:avLst/>
          </a:prstGeom>
        </p:spPr>
      </p:pic>
      <p:grpSp>
        <p:nvGrpSpPr>
          <p:cNvPr id="14" name="图形 39"/>
          <p:cNvGrpSpPr/>
          <p:nvPr>
            <p:custDataLst>
              <p:tags r:id="rId2"/>
            </p:custDataLst>
          </p:nvPr>
        </p:nvGrpSpPr>
        <p:grpSpPr>
          <a:xfrm>
            <a:off x="-377825" y="4575175"/>
            <a:ext cx="12872085" cy="1747520"/>
            <a:chOff x="0" y="1983176"/>
            <a:chExt cx="12191630" cy="3623830"/>
          </a:xfrm>
          <a:gradFill flip="none" rotWithShape="1">
            <a:gsLst>
              <a:gs pos="40000">
                <a:srgbClr val="ACD556"/>
              </a:gs>
              <a:gs pos="70000">
                <a:srgbClr val="53BADC"/>
              </a:gs>
              <a:gs pos="25000">
                <a:srgbClr val="53A3A2"/>
              </a:gs>
              <a:gs pos="11000">
                <a:srgbClr val="53BADC"/>
              </a:gs>
              <a:gs pos="50000">
                <a:schemeClr val="accent5">
                  <a:lumMod val="40000"/>
                  <a:lumOff val="60000"/>
                </a:schemeClr>
              </a:gs>
              <a:gs pos="100000">
                <a:srgbClr val="99D061"/>
              </a:gs>
            </a:gsLst>
            <a:lin ang="0" scaled="1"/>
            <a:tileRect/>
          </a:gradFill>
        </p:grpSpPr>
        <p:sp>
          <p:nvSpPr>
            <p:cNvPr id="15" name="任意多边形: 形状 1382"/>
            <p:cNvSpPr/>
            <p:nvPr>
              <p:custDataLst>
                <p:tags r:id="rId3"/>
              </p:custDataLst>
            </p:nvPr>
          </p:nvSpPr>
          <p:spPr>
            <a:xfrm>
              <a:off x="2214577" y="3383201"/>
              <a:ext cx="9977052" cy="1443507"/>
            </a:xfrm>
            <a:custGeom>
              <a:avLst/>
              <a:gdLst>
                <a:gd name="connsiteX0" fmla="*/ 9971793 w 9977052"/>
                <a:gd name="connsiteY0" fmla="*/ 1443508 h 1443507"/>
                <a:gd name="connsiteX1" fmla="*/ 9050366 w 9977052"/>
                <a:gd name="connsiteY1" fmla="*/ 532423 h 1443507"/>
                <a:gd name="connsiteX2" fmla="*/ 8388505 w 9977052"/>
                <a:gd name="connsiteY2" fmla="*/ 345119 h 1443507"/>
                <a:gd name="connsiteX3" fmla="*/ 7913754 w 9977052"/>
                <a:gd name="connsiteY3" fmla="*/ 309322 h 1443507"/>
                <a:gd name="connsiteX4" fmla="*/ 6781961 w 9977052"/>
                <a:gd name="connsiteY4" fmla="*/ 554763 h 1443507"/>
                <a:gd name="connsiteX5" fmla="*/ 5453964 w 9977052"/>
                <a:gd name="connsiteY5" fmla="*/ 815332 h 1443507"/>
                <a:gd name="connsiteX6" fmla="*/ 5096823 w 9977052"/>
                <a:gd name="connsiteY6" fmla="*/ 824338 h 1443507"/>
                <a:gd name="connsiteX7" fmla="*/ 3823848 w 9977052"/>
                <a:gd name="connsiteY7" fmla="*/ 690509 h 1443507"/>
                <a:gd name="connsiteX8" fmla="*/ 2679901 w 9977052"/>
                <a:gd name="connsiteY8" fmla="*/ 327018 h 1443507"/>
                <a:gd name="connsiteX9" fmla="*/ 872649 w 9977052"/>
                <a:gd name="connsiteY9" fmla="*/ 61137 h 1443507"/>
                <a:gd name="connsiteX10" fmla="*/ 5119 w 9977052"/>
                <a:gd name="connsiteY10" fmla="*/ 1296081 h 1443507"/>
                <a:gd name="connsiteX11" fmla="*/ 0 w 9977052"/>
                <a:gd name="connsiteY11" fmla="*/ 1294779 h 1443507"/>
                <a:gd name="connsiteX12" fmla="*/ 263014 w 9977052"/>
                <a:gd name="connsiteY12" fmla="*/ 534780 h 1443507"/>
                <a:gd name="connsiteX13" fmla="*/ 871523 w 9977052"/>
                <a:gd name="connsiteY13" fmla="*/ 56001 h 1443507"/>
                <a:gd name="connsiteX14" fmla="*/ 1812810 w 9977052"/>
                <a:gd name="connsiteY14" fmla="*/ 45007 h 1443507"/>
                <a:gd name="connsiteX15" fmla="*/ 2681783 w 9977052"/>
                <a:gd name="connsiteY15" fmla="*/ 322128 h 1443507"/>
                <a:gd name="connsiteX16" fmla="*/ 5453734 w 9977052"/>
                <a:gd name="connsiteY16" fmla="*/ 810107 h 1443507"/>
                <a:gd name="connsiteX17" fmla="*/ 6780606 w 9977052"/>
                <a:gd name="connsiteY17" fmla="*/ 549715 h 1443507"/>
                <a:gd name="connsiteX18" fmla="*/ 7913208 w 9977052"/>
                <a:gd name="connsiteY18" fmla="*/ 304133 h 1443507"/>
                <a:gd name="connsiteX19" fmla="*/ 8389454 w 9977052"/>
                <a:gd name="connsiteY19" fmla="*/ 339983 h 1443507"/>
                <a:gd name="connsiteX20" fmla="*/ 9052353 w 9977052"/>
                <a:gd name="connsiteY20" fmla="*/ 527568 h 1443507"/>
                <a:gd name="connsiteX21" fmla="*/ 9661813 w 9977052"/>
                <a:gd name="connsiteY21" fmla="*/ 887981 h 1443507"/>
                <a:gd name="connsiteX22" fmla="*/ 9977053 w 9977052"/>
                <a:gd name="connsiteY22" fmla="*/ 1442857 h 1443507"/>
                <a:gd name="connsiteX23" fmla="*/ 9971793 w 9977052"/>
                <a:gd name="connsiteY23" fmla="*/ 1443508 h 1443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77052" h="1443507">
                  <a:moveTo>
                    <a:pt x="9971793" y="1443508"/>
                  </a:moveTo>
                  <a:cubicBezTo>
                    <a:pt x="9909030" y="969970"/>
                    <a:pt x="9436073" y="686692"/>
                    <a:pt x="9050366" y="532423"/>
                  </a:cubicBezTo>
                  <a:cubicBezTo>
                    <a:pt x="8791063" y="428709"/>
                    <a:pt x="8547329" y="373334"/>
                    <a:pt x="8388505" y="345119"/>
                  </a:cubicBezTo>
                  <a:cubicBezTo>
                    <a:pt x="8197067" y="311116"/>
                    <a:pt x="8019579" y="297748"/>
                    <a:pt x="7913754" y="309322"/>
                  </a:cubicBezTo>
                  <a:cubicBezTo>
                    <a:pt x="7529752" y="351364"/>
                    <a:pt x="7149603" y="454761"/>
                    <a:pt x="6781961" y="554763"/>
                  </a:cubicBezTo>
                  <a:cubicBezTo>
                    <a:pt x="6351397" y="671881"/>
                    <a:pt x="5906181" y="792974"/>
                    <a:pt x="5453964" y="815332"/>
                  </a:cubicBezTo>
                  <a:cubicBezTo>
                    <a:pt x="5332764" y="821330"/>
                    <a:pt x="5213764" y="824338"/>
                    <a:pt x="5096823" y="824338"/>
                  </a:cubicBezTo>
                  <a:cubicBezTo>
                    <a:pt x="4648229" y="824338"/>
                    <a:pt x="4229011" y="780115"/>
                    <a:pt x="3823848" y="690509"/>
                  </a:cubicBezTo>
                  <a:cubicBezTo>
                    <a:pt x="3378192" y="591949"/>
                    <a:pt x="3007208" y="451208"/>
                    <a:pt x="2679901" y="327018"/>
                  </a:cubicBezTo>
                  <a:cubicBezTo>
                    <a:pt x="2085605" y="101560"/>
                    <a:pt x="1572348" y="-93167"/>
                    <a:pt x="872649" y="61137"/>
                  </a:cubicBezTo>
                  <a:cubicBezTo>
                    <a:pt x="284509" y="190850"/>
                    <a:pt x="129590" y="803669"/>
                    <a:pt x="5119" y="1296081"/>
                  </a:cubicBezTo>
                  <a:lnTo>
                    <a:pt x="0" y="1294779"/>
                  </a:lnTo>
                  <a:cubicBezTo>
                    <a:pt x="62464" y="1047668"/>
                    <a:pt x="133266" y="767573"/>
                    <a:pt x="263014" y="534780"/>
                  </a:cubicBezTo>
                  <a:cubicBezTo>
                    <a:pt x="410334" y="270412"/>
                    <a:pt x="609371" y="113804"/>
                    <a:pt x="871523" y="56001"/>
                  </a:cubicBezTo>
                  <a:cubicBezTo>
                    <a:pt x="1192990" y="-14889"/>
                    <a:pt x="1492100" y="-18389"/>
                    <a:pt x="1812810" y="45007"/>
                  </a:cubicBezTo>
                  <a:cubicBezTo>
                    <a:pt x="2102051" y="102176"/>
                    <a:pt x="2383659" y="209004"/>
                    <a:pt x="2681783" y="322128"/>
                  </a:cubicBezTo>
                  <a:cubicBezTo>
                    <a:pt x="3364946" y="581307"/>
                    <a:pt x="4139264" y="875069"/>
                    <a:pt x="5453734" y="810107"/>
                  </a:cubicBezTo>
                  <a:cubicBezTo>
                    <a:pt x="5905371" y="787785"/>
                    <a:pt x="6350306" y="666762"/>
                    <a:pt x="6780606" y="549715"/>
                  </a:cubicBezTo>
                  <a:cubicBezTo>
                    <a:pt x="7148442" y="449660"/>
                    <a:pt x="7528785" y="346210"/>
                    <a:pt x="7913208" y="304133"/>
                  </a:cubicBezTo>
                  <a:cubicBezTo>
                    <a:pt x="8019525" y="292506"/>
                    <a:pt x="8197542" y="305892"/>
                    <a:pt x="8389454" y="339983"/>
                  </a:cubicBezTo>
                  <a:cubicBezTo>
                    <a:pt x="8548508" y="368233"/>
                    <a:pt x="8792629" y="423696"/>
                    <a:pt x="9052353" y="527568"/>
                  </a:cubicBezTo>
                  <a:cubicBezTo>
                    <a:pt x="9302966" y="627799"/>
                    <a:pt x="9508018" y="749068"/>
                    <a:pt x="9661813" y="887981"/>
                  </a:cubicBezTo>
                  <a:cubicBezTo>
                    <a:pt x="9843998" y="1052558"/>
                    <a:pt x="9950069" y="1239246"/>
                    <a:pt x="9977053" y="1442857"/>
                  </a:cubicBezTo>
                  <a:lnTo>
                    <a:pt x="9971793" y="1443508"/>
                  </a:ln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任意多边形: 形状 1383"/>
            <p:cNvSpPr/>
            <p:nvPr>
              <p:custDataLst>
                <p:tags r:id="rId4"/>
              </p:custDataLst>
            </p:nvPr>
          </p:nvSpPr>
          <p:spPr>
            <a:xfrm>
              <a:off x="2135490" y="3436533"/>
              <a:ext cx="10056016" cy="1340042"/>
            </a:xfrm>
            <a:custGeom>
              <a:avLst/>
              <a:gdLst>
                <a:gd name="connsiteX0" fmla="*/ 10050898 w 10056016"/>
                <a:gd name="connsiteY0" fmla="*/ 1340042 h 1340042"/>
                <a:gd name="connsiteX1" fmla="*/ 9157228 w 10056016"/>
                <a:gd name="connsiteY1" fmla="*/ 449820 h 1340042"/>
                <a:gd name="connsiteX2" fmla="*/ 8054882 w 10056016"/>
                <a:gd name="connsiteY2" fmla="*/ 216992 h 1340042"/>
                <a:gd name="connsiteX3" fmla="*/ 8015198 w 10056016"/>
                <a:gd name="connsiteY3" fmla="*/ 219437 h 1340042"/>
                <a:gd name="connsiteX4" fmla="*/ 7736915 w 10056016"/>
                <a:gd name="connsiteY4" fmla="*/ 242991 h 1340042"/>
                <a:gd name="connsiteX5" fmla="*/ 7215268 w 10056016"/>
                <a:gd name="connsiteY5" fmla="*/ 374638 h 1340042"/>
                <a:gd name="connsiteX6" fmla="*/ 7157836 w 10056016"/>
                <a:gd name="connsiteY6" fmla="*/ 392669 h 1340042"/>
                <a:gd name="connsiteX7" fmla="*/ 6824055 w 10056016"/>
                <a:gd name="connsiteY7" fmla="*/ 501413 h 1340042"/>
                <a:gd name="connsiteX8" fmla="*/ 6116458 w 10056016"/>
                <a:gd name="connsiteY8" fmla="*/ 715174 h 1340042"/>
                <a:gd name="connsiteX9" fmla="*/ 5573051 w 10056016"/>
                <a:gd name="connsiteY9" fmla="*/ 809230 h 1340042"/>
                <a:gd name="connsiteX10" fmla="*/ 5409389 w 10056016"/>
                <a:gd name="connsiteY10" fmla="*/ 815229 h 1340042"/>
                <a:gd name="connsiteX11" fmla="*/ 5078493 w 10056016"/>
                <a:gd name="connsiteY11" fmla="*/ 800611 h 1340042"/>
                <a:gd name="connsiteX12" fmla="*/ 4556864 w 10056016"/>
                <a:gd name="connsiteY12" fmla="*/ 735931 h 1340042"/>
                <a:gd name="connsiteX13" fmla="*/ 4028391 w 10056016"/>
                <a:gd name="connsiteY13" fmla="*/ 621926 h 1340042"/>
                <a:gd name="connsiteX14" fmla="*/ 3556121 w 10056016"/>
                <a:gd name="connsiteY14" fmla="*/ 480146 h 1340042"/>
                <a:gd name="connsiteX15" fmla="*/ 3464245 w 10056016"/>
                <a:gd name="connsiteY15" fmla="*/ 449768 h 1340042"/>
                <a:gd name="connsiteX16" fmla="*/ 3253071 w 10056016"/>
                <a:gd name="connsiteY16" fmla="*/ 381077 h 1340042"/>
                <a:gd name="connsiteX17" fmla="*/ 2937373 w 10056016"/>
                <a:gd name="connsiteY17" fmla="*/ 279773 h 1340042"/>
                <a:gd name="connsiteX18" fmla="*/ 949309 w 10056016"/>
                <a:gd name="connsiteY18" fmla="*/ 82213 h 1340042"/>
                <a:gd name="connsiteX19" fmla="*/ 476176 w 10056016"/>
                <a:gd name="connsiteY19" fmla="*/ 333582 h 1340042"/>
                <a:gd name="connsiteX20" fmla="*/ 4960 w 10056016"/>
                <a:gd name="connsiteY20" fmla="*/ 1236100 h 1340042"/>
                <a:gd name="connsiteX21" fmla="*/ 0 w 10056016"/>
                <a:gd name="connsiteY21" fmla="*/ 1234482 h 1340042"/>
                <a:gd name="connsiteX22" fmla="*/ 178984 w 10056016"/>
                <a:gd name="connsiteY22" fmla="*/ 757285 h 1340042"/>
                <a:gd name="connsiteX23" fmla="*/ 472552 w 10056016"/>
                <a:gd name="connsiteY23" fmla="*/ 329835 h 1340042"/>
                <a:gd name="connsiteX24" fmla="*/ 683234 w 10056016"/>
                <a:gd name="connsiteY24" fmla="*/ 174564 h 1340042"/>
                <a:gd name="connsiteX25" fmla="*/ 948200 w 10056016"/>
                <a:gd name="connsiteY25" fmla="*/ 77112 h 1340042"/>
                <a:gd name="connsiteX26" fmla="*/ 2938974 w 10056016"/>
                <a:gd name="connsiteY26" fmla="*/ 274812 h 1340042"/>
                <a:gd name="connsiteX27" fmla="*/ 3254618 w 10056016"/>
                <a:gd name="connsiteY27" fmla="*/ 376098 h 1340042"/>
                <a:gd name="connsiteX28" fmla="*/ 3465881 w 10056016"/>
                <a:gd name="connsiteY28" fmla="*/ 444807 h 1340042"/>
                <a:gd name="connsiteX29" fmla="*/ 3557756 w 10056016"/>
                <a:gd name="connsiteY29" fmla="*/ 475186 h 1340042"/>
                <a:gd name="connsiteX30" fmla="*/ 4029710 w 10056016"/>
                <a:gd name="connsiteY30" fmla="*/ 616878 h 1340042"/>
                <a:gd name="connsiteX31" fmla="*/ 4557726 w 10056016"/>
                <a:gd name="connsiteY31" fmla="*/ 730776 h 1340042"/>
                <a:gd name="connsiteX32" fmla="*/ 5078880 w 10056016"/>
                <a:gd name="connsiteY32" fmla="*/ 795404 h 1340042"/>
                <a:gd name="connsiteX33" fmla="*/ 5409372 w 10056016"/>
                <a:gd name="connsiteY33" fmla="*/ 810004 h 1340042"/>
                <a:gd name="connsiteX34" fmla="*/ 5410497 w 10056016"/>
                <a:gd name="connsiteY34" fmla="*/ 810004 h 1340042"/>
                <a:gd name="connsiteX35" fmla="*/ 5572665 w 10056016"/>
                <a:gd name="connsiteY35" fmla="*/ 804023 h 1340042"/>
                <a:gd name="connsiteX36" fmla="*/ 6115209 w 10056016"/>
                <a:gd name="connsiteY36" fmla="*/ 710090 h 1340042"/>
                <a:gd name="connsiteX37" fmla="*/ 6822384 w 10056016"/>
                <a:gd name="connsiteY37" fmla="*/ 496453 h 1340042"/>
                <a:gd name="connsiteX38" fmla="*/ 7156253 w 10056016"/>
                <a:gd name="connsiteY38" fmla="*/ 387673 h 1340042"/>
                <a:gd name="connsiteX39" fmla="*/ 7213686 w 10056016"/>
                <a:gd name="connsiteY39" fmla="*/ 369643 h 1340042"/>
                <a:gd name="connsiteX40" fmla="*/ 7736212 w 10056016"/>
                <a:gd name="connsiteY40" fmla="*/ 237802 h 1340042"/>
                <a:gd name="connsiteX41" fmla="*/ 8014846 w 10056016"/>
                <a:gd name="connsiteY41" fmla="*/ 214213 h 1340042"/>
                <a:gd name="connsiteX42" fmla="*/ 8054513 w 10056016"/>
                <a:gd name="connsiteY42" fmla="*/ 211768 h 1340042"/>
                <a:gd name="connsiteX43" fmla="*/ 9159145 w 10056016"/>
                <a:gd name="connsiteY43" fmla="*/ 444965 h 1340042"/>
                <a:gd name="connsiteX44" fmla="*/ 10056017 w 10056016"/>
                <a:gd name="connsiteY44" fmla="*/ 1339321 h 1340042"/>
                <a:gd name="connsiteX45" fmla="*/ 10050898 w 10056016"/>
                <a:gd name="connsiteY45" fmla="*/ 1340042 h 1340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0056016" h="1340042">
                  <a:moveTo>
                    <a:pt x="10050898" y="1340042"/>
                  </a:moveTo>
                  <a:cubicBezTo>
                    <a:pt x="9988680" y="879698"/>
                    <a:pt x="9530569" y="601855"/>
                    <a:pt x="9157228" y="449820"/>
                  </a:cubicBezTo>
                  <a:cubicBezTo>
                    <a:pt x="8714140" y="269394"/>
                    <a:pt x="8245881" y="205048"/>
                    <a:pt x="8054882" y="216992"/>
                  </a:cubicBezTo>
                  <a:cubicBezTo>
                    <a:pt x="8041654" y="217819"/>
                    <a:pt x="8028426" y="218628"/>
                    <a:pt x="8015198" y="219437"/>
                  </a:cubicBezTo>
                  <a:cubicBezTo>
                    <a:pt x="7924572" y="224978"/>
                    <a:pt x="7830850" y="230695"/>
                    <a:pt x="7736915" y="242991"/>
                  </a:cubicBezTo>
                  <a:cubicBezTo>
                    <a:pt x="7559726" y="266193"/>
                    <a:pt x="7384613" y="321321"/>
                    <a:pt x="7215268" y="374638"/>
                  </a:cubicBezTo>
                  <a:cubicBezTo>
                    <a:pt x="7196042" y="380689"/>
                    <a:pt x="7176886" y="386723"/>
                    <a:pt x="7157836" y="392669"/>
                  </a:cubicBezTo>
                  <a:cubicBezTo>
                    <a:pt x="7045995" y="427586"/>
                    <a:pt x="6933169" y="465124"/>
                    <a:pt x="6824055" y="501413"/>
                  </a:cubicBezTo>
                  <a:cubicBezTo>
                    <a:pt x="6593584" y="578073"/>
                    <a:pt x="6355285" y="657353"/>
                    <a:pt x="6116458" y="715174"/>
                  </a:cubicBezTo>
                  <a:cubicBezTo>
                    <a:pt x="5946956" y="756212"/>
                    <a:pt x="5763821" y="796020"/>
                    <a:pt x="5573051" y="809230"/>
                  </a:cubicBezTo>
                  <a:cubicBezTo>
                    <a:pt x="5514950" y="813294"/>
                    <a:pt x="5461457" y="815317"/>
                    <a:pt x="5409389" y="815229"/>
                  </a:cubicBezTo>
                  <a:cubicBezTo>
                    <a:pt x="5286748" y="815598"/>
                    <a:pt x="5173324" y="808069"/>
                    <a:pt x="5078493" y="800611"/>
                  </a:cubicBezTo>
                  <a:cubicBezTo>
                    <a:pt x="4909782" y="787840"/>
                    <a:pt x="4739154" y="766679"/>
                    <a:pt x="4556864" y="735931"/>
                  </a:cubicBezTo>
                  <a:cubicBezTo>
                    <a:pt x="4379164" y="705956"/>
                    <a:pt x="4206302" y="668664"/>
                    <a:pt x="4028391" y="621926"/>
                  </a:cubicBezTo>
                  <a:cubicBezTo>
                    <a:pt x="3881457" y="583333"/>
                    <a:pt x="3731392" y="538283"/>
                    <a:pt x="3556121" y="480146"/>
                  </a:cubicBezTo>
                  <a:cubicBezTo>
                    <a:pt x="3525284" y="470032"/>
                    <a:pt x="3494254" y="459724"/>
                    <a:pt x="3464245" y="449768"/>
                  </a:cubicBezTo>
                  <a:cubicBezTo>
                    <a:pt x="3391121" y="425510"/>
                    <a:pt x="3322061" y="402607"/>
                    <a:pt x="3253071" y="381077"/>
                  </a:cubicBezTo>
                  <a:cubicBezTo>
                    <a:pt x="3142461" y="346582"/>
                    <a:pt x="3038202" y="312614"/>
                    <a:pt x="2937373" y="279773"/>
                  </a:cubicBezTo>
                  <a:cubicBezTo>
                    <a:pt x="2268300" y="61826"/>
                    <a:pt x="1784894" y="-95645"/>
                    <a:pt x="949309" y="82213"/>
                  </a:cubicBezTo>
                  <a:cubicBezTo>
                    <a:pt x="765188" y="122144"/>
                    <a:pt x="610427" y="204362"/>
                    <a:pt x="476176" y="333582"/>
                  </a:cubicBezTo>
                  <a:cubicBezTo>
                    <a:pt x="218439" y="581661"/>
                    <a:pt x="100073" y="944519"/>
                    <a:pt x="4960" y="1236100"/>
                  </a:cubicBezTo>
                  <a:lnTo>
                    <a:pt x="0" y="1234482"/>
                  </a:lnTo>
                  <a:cubicBezTo>
                    <a:pt x="45806" y="1094056"/>
                    <a:pt x="102834" y="919277"/>
                    <a:pt x="178984" y="757285"/>
                  </a:cubicBezTo>
                  <a:cubicBezTo>
                    <a:pt x="262715" y="579199"/>
                    <a:pt x="358741" y="439372"/>
                    <a:pt x="472552" y="329835"/>
                  </a:cubicBezTo>
                  <a:cubicBezTo>
                    <a:pt x="536951" y="267864"/>
                    <a:pt x="607823" y="215620"/>
                    <a:pt x="683234" y="174564"/>
                  </a:cubicBezTo>
                  <a:cubicBezTo>
                    <a:pt x="764256" y="130464"/>
                    <a:pt x="853405" y="97676"/>
                    <a:pt x="948200" y="77112"/>
                  </a:cubicBezTo>
                  <a:cubicBezTo>
                    <a:pt x="1785158" y="-101045"/>
                    <a:pt x="2269126" y="56601"/>
                    <a:pt x="2938974" y="274812"/>
                  </a:cubicBezTo>
                  <a:cubicBezTo>
                    <a:pt x="3039785" y="307654"/>
                    <a:pt x="3144045" y="341603"/>
                    <a:pt x="3254618" y="376098"/>
                  </a:cubicBezTo>
                  <a:cubicBezTo>
                    <a:pt x="3323661" y="397629"/>
                    <a:pt x="3392739" y="420550"/>
                    <a:pt x="3465881" y="444807"/>
                  </a:cubicBezTo>
                  <a:cubicBezTo>
                    <a:pt x="3495891" y="454763"/>
                    <a:pt x="3526920" y="465054"/>
                    <a:pt x="3557756" y="475186"/>
                  </a:cubicBezTo>
                  <a:cubicBezTo>
                    <a:pt x="3732923" y="533287"/>
                    <a:pt x="3882882" y="578302"/>
                    <a:pt x="4029710" y="616878"/>
                  </a:cubicBezTo>
                  <a:cubicBezTo>
                    <a:pt x="4207463" y="663563"/>
                    <a:pt x="4380184" y="700837"/>
                    <a:pt x="4557726" y="730776"/>
                  </a:cubicBezTo>
                  <a:cubicBezTo>
                    <a:pt x="4739858" y="761507"/>
                    <a:pt x="4910328" y="782633"/>
                    <a:pt x="5078880" y="795404"/>
                  </a:cubicBezTo>
                  <a:cubicBezTo>
                    <a:pt x="5173605" y="802845"/>
                    <a:pt x="5286976" y="810391"/>
                    <a:pt x="5409372" y="810004"/>
                  </a:cubicBezTo>
                  <a:cubicBezTo>
                    <a:pt x="5409741" y="810004"/>
                    <a:pt x="5410127" y="810004"/>
                    <a:pt x="5410497" y="810004"/>
                  </a:cubicBezTo>
                  <a:cubicBezTo>
                    <a:pt x="5462055" y="810004"/>
                    <a:pt x="5515108" y="808052"/>
                    <a:pt x="5572665" y="804023"/>
                  </a:cubicBezTo>
                  <a:cubicBezTo>
                    <a:pt x="5763047" y="790830"/>
                    <a:pt x="5945935" y="751076"/>
                    <a:pt x="6115209" y="710090"/>
                  </a:cubicBezTo>
                  <a:cubicBezTo>
                    <a:pt x="6353807" y="652305"/>
                    <a:pt x="6592018" y="573077"/>
                    <a:pt x="6822384" y="496453"/>
                  </a:cubicBezTo>
                  <a:cubicBezTo>
                    <a:pt x="6931515" y="460146"/>
                    <a:pt x="7044359" y="422608"/>
                    <a:pt x="7156253" y="387673"/>
                  </a:cubicBezTo>
                  <a:cubicBezTo>
                    <a:pt x="7175302" y="381727"/>
                    <a:pt x="7194442" y="375694"/>
                    <a:pt x="7213686" y="369643"/>
                  </a:cubicBezTo>
                  <a:cubicBezTo>
                    <a:pt x="7383240" y="316255"/>
                    <a:pt x="7558566" y="261074"/>
                    <a:pt x="7736212" y="237802"/>
                  </a:cubicBezTo>
                  <a:cubicBezTo>
                    <a:pt x="7830321" y="225471"/>
                    <a:pt x="7924132" y="219754"/>
                    <a:pt x="8014846" y="214213"/>
                  </a:cubicBezTo>
                  <a:cubicBezTo>
                    <a:pt x="8028074" y="213404"/>
                    <a:pt x="8041302" y="212594"/>
                    <a:pt x="8054513" y="211768"/>
                  </a:cubicBezTo>
                  <a:cubicBezTo>
                    <a:pt x="8245986" y="199788"/>
                    <a:pt x="8715301" y="264223"/>
                    <a:pt x="9159145" y="444965"/>
                  </a:cubicBezTo>
                  <a:cubicBezTo>
                    <a:pt x="9533771" y="597510"/>
                    <a:pt x="9993465" y="876514"/>
                    <a:pt x="10056017" y="1339321"/>
                  </a:cubicBezTo>
                  <a:lnTo>
                    <a:pt x="10050898" y="1340042"/>
                  </a:ln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任意多边形: 形状 1384"/>
            <p:cNvSpPr/>
            <p:nvPr>
              <p:custDataLst>
                <p:tags r:id="rId5"/>
              </p:custDataLst>
            </p:nvPr>
          </p:nvSpPr>
          <p:spPr>
            <a:xfrm>
              <a:off x="2056456" y="3476962"/>
              <a:ext cx="10135051" cy="1249497"/>
            </a:xfrm>
            <a:custGeom>
              <a:avLst/>
              <a:gdLst>
                <a:gd name="connsiteX0" fmla="*/ 10129967 w 10135051"/>
                <a:gd name="connsiteY0" fmla="*/ 1249497 h 1249497"/>
                <a:gd name="connsiteX1" fmla="*/ 8206319 w 10135051"/>
                <a:gd name="connsiteY1" fmla="*/ 137476 h 1249497"/>
                <a:gd name="connsiteX2" fmla="*/ 8195959 w 10135051"/>
                <a:gd name="connsiteY2" fmla="*/ 137546 h 1249497"/>
                <a:gd name="connsiteX3" fmla="*/ 8092438 w 10135051"/>
                <a:gd name="connsiteY3" fmla="*/ 137546 h 1249497"/>
                <a:gd name="connsiteX4" fmla="*/ 7875740 w 10135051"/>
                <a:gd name="connsiteY4" fmla="*/ 142384 h 1249497"/>
                <a:gd name="connsiteX5" fmla="*/ 7368816 w 10135051"/>
                <a:gd name="connsiteY5" fmla="*/ 279660 h 1249497"/>
                <a:gd name="connsiteX6" fmla="*/ 7285367 w 10135051"/>
                <a:gd name="connsiteY6" fmla="*/ 310321 h 1249497"/>
                <a:gd name="connsiteX7" fmla="*/ 6903248 w 10135051"/>
                <a:gd name="connsiteY7" fmla="*/ 456779 h 1249497"/>
                <a:gd name="connsiteX8" fmla="*/ 6243268 w 10135051"/>
                <a:gd name="connsiteY8" fmla="*/ 694779 h 1249497"/>
                <a:gd name="connsiteX9" fmla="*/ 5692104 w 10135051"/>
                <a:gd name="connsiteY9" fmla="*/ 816049 h 1249497"/>
                <a:gd name="connsiteX10" fmla="*/ 5522355 w 10135051"/>
                <a:gd name="connsiteY10" fmla="*/ 821889 h 1249497"/>
                <a:gd name="connsiteX11" fmla="*/ 5185285 w 10135051"/>
                <a:gd name="connsiteY11" fmla="*/ 790929 h 1249497"/>
                <a:gd name="connsiteX12" fmla="*/ 4663322 w 10135051"/>
                <a:gd name="connsiteY12" fmla="*/ 692985 h 1249497"/>
                <a:gd name="connsiteX13" fmla="*/ 4135957 w 10135051"/>
                <a:gd name="connsiteY13" fmla="*/ 545717 h 1249497"/>
                <a:gd name="connsiteX14" fmla="*/ 3677108 w 10135051"/>
                <a:gd name="connsiteY14" fmla="*/ 384395 h 1249497"/>
                <a:gd name="connsiteX15" fmla="*/ 3660133 w 10135051"/>
                <a:gd name="connsiteY15" fmla="*/ 378167 h 1249497"/>
                <a:gd name="connsiteX16" fmla="*/ 3347462 w 10135051"/>
                <a:gd name="connsiteY16" fmla="*/ 273029 h 1249497"/>
                <a:gd name="connsiteX17" fmla="*/ 3287917 w 10135051"/>
                <a:gd name="connsiteY17" fmla="*/ 256036 h 1249497"/>
                <a:gd name="connsiteX18" fmla="*/ 1948416 w 10135051"/>
                <a:gd name="connsiteY18" fmla="*/ 5828 h 1249497"/>
                <a:gd name="connsiteX19" fmla="*/ 1025986 w 10135051"/>
                <a:gd name="connsiteY19" fmla="*/ 116227 h 1249497"/>
                <a:gd name="connsiteX20" fmla="*/ 529229 w 10135051"/>
                <a:gd name="connsiteY20" fmla="*/ 361281 h 1249497"/>
                <a:gd name="connsiteX21" fmla="*/ 4767 w 10135051"/>
                <a:gd name="connsiteY21" fmla="*/ 1189074 h 1249497"/>
                <a:gd name="connsiteX22" fmla="*/ 0 w 10135051"/>
                <a:gd name="connsiteY22" fmla="*/ 1187104 h 1249497"/>
                <a:gd name="connsiteX23" fmla="*/ 204226 w 10135051"/>
                <a:gd name="connsiteY23" fmla="*/ 754411 h 1249497"/>
                <a:gd name="connsiteX24" fmla="*/ 525869 w 10135051"/>
                <a:gd name="connsiteY24" fmla="*/ 357375 h 1249497"/>
                <a:gd name="connsiteX25" fmla="*/ 750412 w 10135051"/>
                <a:gd name="connsiteY25" fmla="*/ 206730 h 1249497"/>
                <a:gd name="connsiteX26" fmla="*/ 1024930 w 10135051"/>
                <a:gd name="connsiteY26" fmla="*/ 111178 h 1249497"/>
                <a:gd name="connsiteX27" fmla="*/ 1696308 w 10135051"/>
                <a:gd name="connsiteY27" fmla="*/ 9927 h 1249497"/>
                <a:gd name="connsiteX28" fmla="*/ 2237006 w 10135051"/>
                <a:gd name="connsiteY28" fmla="*/ 13850 h 1249497"/>
                <a:gd name="connsiteX29" fmla="*/ 3289325 w 10135051"/>
                <a:gd name="connsiteY29" fmla="*/ 251076 h 1249497"/>
                <a:gd name="connsiteX30" fmla="*/ 3348869 w 10135051"/>
                <a:gd name="connsiteY30" fmla="*/ 268068 h 1249497"/>
                <a:gd name="connsiteX31" fmla="*/ 3661892 w 10135051"/>
                <a:gd name="connsiteY31" fmla="*/ 373312 h 1249497"/>
                <a:gd name="connsiteX32" fmla="*/ 3678867 w 10135051"/>
                <a:gd name="connsiteY32" fmla="*/ 379540 h 1249497"/>
                <a:gd name="connsiteX33" fmla="*/ 4137523 w 10135051"/>
                <a:gd name="connsiteY33" fmla="*/ 540792 h 1249497"/>
                <a:gd name="connsiteX34" fmla="*/ 4664483 w 10135051"/>
                <a:gd name="connsiteY34" fmla="*/ 687954 h 1249497"/>
                <a:gd name="connsiteX35" fmla="*/ 5185954 w 10135051"/>
                <a:gd name="connsiteY35" fmla="*/ 785810 h 1249497"/>
                <a:gd name="connsiteX36" fmla="*/ 5522461 w 10135051"/>
                <a:gd name="connsiteY36" fmla="*/ 816717 h 1249497"/>
                <a:gd name="connsiteX37" fmla="*/ 5691647 w 10135051"/>
                <a:gd name="connsiteY37" fmla="*/ 810895 h 1249497"/>
                <a:gd name="connsiteX38" fmla="*/ 6241808 w 10135051"/>
                <a:gd name="connsiteY38" fmla="*/ 689819 h 1249497"/>
                <a:gd name="connsiteX39" fmla="*/ 6901348 w 10135051"/>
                <a:gd name="connsiteY39" fmla="*/ 451960 h 1249497"/>
                <a:gd name="connsiteX40" fmla="*/ 7283608 w 10135051"/>
                <a:gd name="connsiteY40" fmla="*/ 305448 h 1249497"/>
                <a:gd name="connsiteX41" fmla="*/ 7367022 w 10135051"/>
                <a:gd name="connsiteY41" fmla="*/ 274805 h 1249497"/>
                <a:gd name="connsiteX42" fmla="*/ 7875318 w 10135051"/>
                <a:gd name="connsiteY42" fmla="*/ 137212 h 1249497"/>
                <a:gd name="connsiteX43" fmla="*/ 8092473 w 10135051"/>
                <a:gd name="connsiteY43" fmla="*/ 132357 h 1249497"/>
                <a:gd name="connsiteX44" fmla="*/ 8195870 w 10135051"/>
                <a:gd name="connsiteY44" fmla="*/ 132357 h 1249497"/>
                <a:gd name="connsiteX45" fmla="*/ 8644482 w 10135051"/>
                <a:gd name="connsiteY45" fmla="*/ 186993 h 1249497"/>
                <a:gd name="connsiteX46" fmla="*/ 9265762 w 10135051"/>
                <a:gd name="connsiteY46" fmla="*/ 375142 h 1249497"/>
                <a:gd name="connsiteX47" fmla="*/ 9837050 w 10135051"/>
                <a:gd name="connsiteY47" fmla="*/ 720866 h 1249497"/>
                <a:gd name="connsiteX48" fmla="*/ 10135051 w 10135051"/>
                <a:gd name="connsiteY48" fmla="*/ 1248741 h 1249497"/>
                <a:gd name="connsiteX49" fmla="*/ 10129967 w 10135051"/>
                <a:gd name="connsiteY49" fmla="*/ 1249497 h 1249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135051" h="1249497">
                  <a:moveTo>
                    <a:pt x="10129967" y="1249497"/>
                  </a:moveTo>
                  <a:cubicBezTo>
                    <a:pt x="10015083" y="416550"/>
                    <a:pt x="8584691" y="137476"/>
                    <a:pt x="8206319" y="137476"/>
                  </a:cubicBezTo>
                  <a:cubicBezTo>
                    <a:pt x="8202748" y="137476"/>
                    <a:pt x="8199336" y="137494"/>
                    <a:pt x="8195959" y="137546"/>
                  </a:cubicBezTo>
                  <a:cubicBezTo>
                    <a:pt x="8161551" y="138057"/>
                    <a:pt x="8126423" y="137793"/>
                    <a:pt x="8092438" y="137546"/>
                  </a:cubicBezTo>
                  <a:cubicBezTo>
                    <a:pt x="8022287" y="137036"/>
                    <a:pt x="7949762" y="136509"/>
                    <a:pt x="7875740" y="142384"/>
                  </a:cubicBezTo>
                  <a:cubicBezTo>
                    <a:pt x="7701999" y="156193"/>
                    <a:pt x="7532619" y="218973"/>
                    <a:pt x="7368816" y="279660"/>
                  </a:cubicBezTo>
                  <a:cubicBezTo>
                    <a:pt x="7341287" y="289863"/>
                    <a:pt x="7312825" y="300417"/>
                    <a:pt x="7285367" y="310321"/>
                  </a:cubicBezTo>
                  <a:cubicBezTo>
                    <a:pt x="7156674" y="356760"/>
                    <a:pt x="7027841" y="407596"/>
                    <a:pt x="6903248" y="456779"/>
                  </a:cubicBezTo>
                  <a:cubicBezTo>
                    <a:pt x="6688890" y="541390"/>
                    <a:pt x="6467214" y="628885"/>
                    <a:pt x="6243268" y="694779"/>
                  </a:cubicBezTo>
                  <a:cubicBezTo>
                    <a:pt x="6086097" y="741025"/>
                    <a:pt x="5890491" y="798581"/>
                    <a:pt x="5692104" y="816049"/>
                  </a:cubicBezTo>
                  <a:cubicBezTo>
                    <a:pt x="5634020" y="821220"/>
                    <a:pt x="5576921" y="823190"/>
                    <a:pt x="5522355" y="821889"/>
                  </a:cubicBezTo>
                  <a:cubicBezTo>
                    <a:pt x="5401667" y="819021"/>
                    <a:pt x="5289668" y="805037"/>
                    <a:pt x="5185285" y="790929"/>
                  </a:cubicBezTo>
                  <a:cubicBezTo>
                    <a:pt x="5019143" y="768501"/>
                    <a:pt x="4853282" y="737366"/>
                    <a:pt x="4663322" y="692985"/>
                  </a:cubicBezTo>
                  <a:cubicBezTo>
                    <a:pt x="4489738" y="652422"/>
                    <a:pt x="4317246" y="604241"/>
                    <a:pt x="4135957" y="545717"/>
                  </a:cubicBezTo>
                  <a:cubicBezTo>
                    <a:pt x="3976411" y="494195"/>
                    <a:pt x="3824253" y="438380"/>
                    <a:pt x="3677108" y="384395"/>
                  </a:cubicBezTo>
                  <a:lnTo>
                    <a:pt x="3660133" y="378167"/>
                  </a:lnTo>
                  <a:cubicBezTo>
                    <a:pt x="3542787" y="335123"/>
                    <a:pt x="3444702" y="300769"/>
                    <a:pt x="3347462" y="273029"/>
                  </a:cubicBezTo>
                  <a:cubicBezTo>
                    <a:pt x="3327391" y="267294"/>
                    <a:pt x="3307549" y="261630"/>
                    <a:pt x="3287917" y="256036"/>
                  </a:cubicBezTo>
                  <a:cubicBezTo>
                    <a:pt x="2776543" y="109965"/>
                    <a:pt x="2411944" y="5828"/>
                    <a:pt x="1948416" y="5828"/>
                  </a:cubicBezTo>
                  <a:cubicBezTo>
                    <a:pt x="1687073" y="5828"/>
                    <a:pt x="1394349" y="38899"/>
                    <a:pt x="1025986" y="116227"/>
                  </a:cubicBezTo>
                  <a:cubicBezTo>
                    <a:pt x="837960" y="155682"/>
                    <a:pt x="675477" y="235842"/>
                    <a:pt x="529229" y="361281"/>
                  </a:cubicBezTo>
                  <a:cubicBezTo>
                    <a:pt x="248027" y="602464"/>
                    <a:pt x="113142" y="927731"/>
                    <a:pt x="4767" y="1189074"/>
                  </a:cubicBezTo>
                  <a:lnTo>
                    <a:pt x="0" y="1187104"/>
                  </a:lnTo>
                  <a:cubicBezTo>
                    <a:pt x="61514" y="1038780"/>
                    <a:pt x="123415" y="894080"/>
                    <a:pt x="204226" y="754411"/>
                  </a:cubicBezTo>
                  <a:cubicBezTo>
                    <a:pt x="297878" y="592561"/>
                    <a:pt x="403087" y="462690"/>
                    <a:pt x="525869" y="357375"/>
                  </a:cubicBezTo>
                  <a:cubicBezTo>
                    <a:pt x="595862" y="297339"/>
                    <a:pt x="671413" y="246661"/>
                    <a:pt x="750412" y="206730"/>
                  </a:cubicBezTo>
                  <a:cubicBezTo>
                    <a:pt x="835603" y="163686"/>
                    <a:pt x="927971" y="131531"/>
                    <a:pt x="1024930" y="111178"/>
                  </a:cubicBezTo>
                  <a:cubicBezTo>
                    <a:pt x="1276897" y="58301"/>
                    <a:pt x="1496497" y="25178"/>
                    <a:pt x="1696308" y="9927"/>
                  </a:cubicBezTo>
                  <a:cubicBezTo>
                    <a:pt x="1885336" y="-4497"/>
                    <a:pt x="2062191" y="-3213"/>
                    <a:pt x="2237006" y="13850"/>
                  </a:cubicBezTo>
                  <a:cubicBezTo>
                    <a:pt x="2574023" y="46744"/>
                    <a:pt x="2889686" y="136913"/>
                    <a:pt x="3289325" y="251076"/>
                  </a:cubicBezTo>
                  <a:cubicBezTo>
                    <a:pt x="3308938" y="256687"/>
                    <a:pt x="3328780" y="262351"/>
                    <a:pt x="3348869" y="268068"/>
                  </a:cubicBezTo>
                  <a:cubicBezTo>
                    <a:pt x="3446250" y="295844"/>
                    <a:pt x="3544440" y="330233"/>
                    <a:pt x="3661892" y="373312"/>
                  </a:cubicBezTo>
                  <a:lnTo>
                    <a:pt x="3678867" y="379540"/>
                  </a:lnTo>
                  <a:cubicBezTo>
                    <a:pt x="3825959" y="433507"/>
                    <a:pt x="3978065" y="489304"/>
                    <a:pt x="4137523" y="540792"/>
                  </a:cubicBezTo>
                  <a:cubicBezTo>
                    <a:pt x="4318670" y="599280"/>
                    <a:pt x="4491040" y="647426"/>
                    <a:pt x="4664483" y="687954"/>
                  </a:cubicBezTo>
                  <a:cubicBezTo>
                    <a:pt x="4854284" y="732300"/>
                    <a:pt x="5019988" y="763400"/>
                    <a:pt x="5185954" y="785810"/>
                  </a:cubicBezTo>
                  <a:cubicBezTo>
                    <a:pt x="5290195" y="799883"/>
                    <a:pt x="5402053" y="813867"/>
                    <a:pt x="5522461" y="816717"/>
                  </a:cubicBezTo>
                  <a:cubicBezTo>
                    <a:pt x="5576834" y="818001"/>
                    <a:pt x="5633756" y="816049"/>
                    <a:pt x="5691647" y="810895"/>
                  </a:cubicBezTo>
                  <a:cubicBezTo>
                    <a:pt x="5889541" y="793480"/>
                    <a:pt x="6084866" y="736012"/>
                    <a:pt x="6241808" y="689819"/>
                  </a:cubicBezTo>
                  <a:cubicBezTo>
                    <a:pt x="6465542" y="623978"/>
                    <a:pt x="6687095" y="536535"/>
                    <a:pt x="6901348" y="451960"/>
                  </a:cubicBezTo>
                  <a:cubicBezTo>
                    <a:pt x="7025977" y="402777"/>
                    <a:pt x="7154845" y="351905"/>
                    <a:pt x="7283608" y="305448"/>
                  </a:cubicBezTo>
                  <a:cubicBezTo>
                    <a:pt x="7311049" y="295545"/>
                    <a:pt x="7339493" y="285008"/>
                    <a:pt x="7367022" y="274805"/>
                  </a:cubicBezTo>
                  <a:cubicBezTo>
                    <a:pt x="7531142" y="213977"/>
                    <a:pt x="7700856" y="151091"/>
                    <a:pt x="7875318" y="137212"/>
                  </a:cubicBezTo>
                  <a:cubicBezTo>
                    <a:pt x="7949567" y="131302"/>
                    <a:pt x="8022217" y="131847"/>
                    <a:pt x="8092473" y="132357"/>
                  </a:cubicBezTo>
                  <a:cubicBezTo>
                    <a:pt x="8126423" y="132604"/>
                    <a:pt x="8161533" y="132867"/>
                    <a:pt x="8195870" y="132357"/>
                  </a:cubicBezTo>
                  <a:cubicBezTo>
                    <a:pt x="8302539" y="130809"/>
                    <a:pt x="8470247" y="151232"/>
                    <a:pt x="8644482" y="186993"/>
                  </a:cubicBezTo>
                  <a:cubicBezTo>
                    <a:pt x="8796077" y="218111"/>
                    <a:pt x="9026900" y="276002"/>
                    <a:pt x="9265762" y="375142"/>
                  </a:cubicBezTo>
                  <a:cubicBezTo>
                    <a:pt x="9501176" y="472840"/>
                    <a:pt x="9693370" y="589166"/>
                    <a:pt x="9837050" y="720866"/>
                  </a:cubicBezTo>
                  <a:cubicBezTo>
                    <a:pt x="10008100" y="877686"/>
                    <a:pt x="10108366" y="1055280"/>
                    <a:pt x="10135051" y="1248741"/>
                  </a:cubicBezTo>
                  <a:lnTo>
                    <a:pt x="10129967" y="1249497"/>
                  </a:ln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任意多边形: 形状 1385"/>
            <p:cNvSpPr/>
            <p:nvPr>
              <p:custDataLst>
                <p:tags r:id="rId6"/>
              </p:custDataLst>
            </p:nvPr>
          </p:nvSpPr>
          <p:spPr>
            <a:xfrm>
              <a:off x="1977475" y="3499389"/>
              <a:ext cx="10214067" cy="1176955"/>
            </a:xfrm>
            <a:custGeom>
              <a:avLst/>
              <a:gdLst>
                <a:gd name="connsiteX0" fmla="*/ 10208984 w 10214067"/>
                <a:gd name="connsiteY0" fmla="*/ 1176955 h 1176955"/>
                <a:gd name="connsiteX1" fmla="*/ 9370109 w 10214067"/>
                <a:gd name="connsiteY1" fmla="*/ 327842 h 1176955"/>
                <a:gd name="connsiteX2" fmla="*/ 8336982 w 10214067"/>
                <a:gd name="connsiteY2" fmla="*/ 76104 h 1176955"/>
                <a:gd name="connsiteX3" fmla="*/ 8216574 w 10214067"/>
                <a:gd name="connsiteY3" fmla="*/ 68259 h 1176955"/>
                <a:gd name="connsiteX4" fmla="*/ 8014512 w 10214067"/>
                <a:gd name="connsiteY4" fmla="*/ 59780 h 1176955"/>
                <a:gd name="connsiteX5" fmla="*/ 7503771 w 10214067"/>
                <a:gd name="connsiteY5" fmla="*/ 207716 h 1176955"/>
                <a:gd name="connsiteX6" fmla="*/ 7412845 w 10214067"/>
                <a:gd name="connsiteY6" fmla="*/ 245976 h 1176955"/>
                <a:gd name="connsiteX7" fmla="*/ 6999643 w 10214067"/>
                <a:gd name="connsiteY7" fmla="*/ 428249 h 1176955"/>
                <a:gd name="connsiteX8" fmla="*/ 6370008 w 10214067"/>
                <a:gd name="connsiteY8" fmla="*/ 692389 h 1176955"/>
                <a:gd name="connsiteX9" fmla="*/ 6346489 w 10214067"/>
                <a:gd name="connsiteY9" fmla="*/ 700533 h 1176955"/>
                <a:gd name="connsiteX10" fmla="*/ 5811087 w 10214067"/>
                <a:gd name="connsiteY10" fmla="*/ 840835 h 1176955"/>
                <a:gd name="connsiteX11" fmla="*/ 5635234 w 10214067"/>
                <a:gd name="connsiteY11" fmla="*/ 846534 h 1176955"/>
                <a:gd name="connsiteX12" fmla="*/ 5291972 w 10214067"/>
                <a:gd name="connsiteY12" fmla="*/ 799251 h 1176955"/>
                <a:gd name="connsiteX13" fmla="*/ 4769674 w 10214067"/>
                <a:gd name="connsiteY13" fmla="*/ 668026 h 1176955"/>
                <a:gd name="connsiteX14" fmla="*/ 4243418 w 10214067"/>
                <a:gd name="connsiteY14" fmla="*/ 487476 h 1176955"/>
                <a:gd name="connsiteX15" fmla="*/ 3928090 w 10214067"/>
                <a:gd name="connsiteY15" fmla="*/ 361036 h 1176955"/>
                <a:gd name="connsiteX16" fmla="*/ 3764040 w 10214067"/>
                <a:gd name="connsiteY16" fmla="*/ 294174 h 1176955"/>
                <a:gd name="connsiteX17" fmla="*/ 3441764 w 10214067"/>
                <a:gd name="connsiteY17" fmla="*/ 182967 h 1176955"/>
                <a:gd name="connsiteX18" fmla="*/ 1102610 w 10214067"/>
                <a:gd name="connsiteY18" fmla="*/ 168208 h 1176955"/>
                <a:gd name="connsiteX19" fmla="*/ 582229 w 10214067"/>
                <a:gd name="connsiteY19" fmla="*/ 406947 h 1176955"/>
                <a:gd name="connsiteX20" fmla="*/ 4503 w 10214067"/>
                <a:gd name="connsiteY20" fmla="*/ 1160051 h 1176955"/>
                <a:gd name="connsiteX21" fmla="*/ 0 w 10214067"/>
                <a:gd name="connsiteY21" fmla="*/ 1157693 h 1176955"/>
                <a:gd name="connsiteX22" fmla="*/ 579133 w 10214067"/>
                <a:gd name="connsiteY22" fmla="*/ 402919 h 1176955"/>
                <a:gd name="connsiteX23" fmla="*/ 1101590 w 10214067"/>
                <a:gd name="connsiteY23" fmla="*/ 163247 h 1176955"/>
                <a:gd name="connsiteX24" fmla="*/ 2378170 w 10214067"/>
                <a:gd name="connsiteY24" fmla="*/ 359 h 1176955"/>
                <a:gd name="connsiteX25" fmla="*/ 3443048 w 10214067"/>
                <a:gd name="connsiteY25" fmla="*/ 178059 h 1176955"/>
                <a:gd name="connsiteX26" fmla="*/ 3765940 w 10214067"/>
                <a:gd name="connsiteY26" fmla="*/ 289460 h 1176955"/>
                <a:gd name="connsiteX27" fmla="*/ 3930025 w 10214067"/>
                <a:gd name="connsiteY27" fmla="*/ 356339 h 1176955"/>
                <a:gd name="connsiteX28" fmla="*/ 4245247 w 10214067"/>
                <a:gd name="connsiteY28" fmla="*/ 482744 h 1176955"/>
                <a:gd name="connsiteX29" fmla="*/ 4771151 w 10214067"/>
                <a:gd name="connsiteY29" fmla="*/ 663171 h 1176955"/>
                <a:gd name="connsiteX30" fmla="*/ 5292957 w 10214067"/>
                <a:gd name="connsiteY30" fmla="*/ 794273 h 1176955"/>
                <a:gd name="connsiteX31" fmla="*/ 5635497 w 10214067"/>
                <a:gd name="connsiteY31" fmla="*/ 841486 h 1176955"/>
                <a:gd name="connsiteX32" fmla="*/ 5810576 w 10214067"/>
                <a:gd name="connsiteY32" fmla="*/ 835822 h 1176955"/>
                <a:gd name="connsiteX33" fmla="*/ 6344854 w 10214067"/>
                <a:gd name="connsiteY33" fmla="*/ 695766 h 1176955"/>
                <a:gd name="connsiteX34" fmla="*/ 6368372 w 10214067"/>
                <a:gd name="connsiteY34" fmla="*/ 687604 h 1176955"/>
                <a:gd name="connsiteX35" fmla="*/ 6997550 w 10214067"/>
                <a:gd name="connsiteY35" fmla="*/ 423640 h 1176955"/>
                <a:gd name="connsiteX36" fmla="*/ 7410946 w 10214067"/>
                <a:gd name="connsiteY36" fmla="*/ 241279 h 1176955"/>
                <a:gd name="connsiteX37" fmla="*/ 7501801 w 10214067"/>
                <a:gd name="connsiteY37" fmla="*/ 203037 h 1176955"/>
                <a:gd name="connsiteX38" fmla="*/ 8014389 w 10214067"/>
                <a:gd name="connsiteY38" fmla="*/ 54696 h 1176955"/>
                <a:gd name="connsiteX39" fmla="*/ 8217014 w 10214067"/>
                <a:gd name="connsiteY39" fmla="*/ 63175 h 1176955"/>
                <a:gd name="connsiteX40" fmla="*/ 8337192 w 10214067"/>
                <a:gd name="connsiteY40" fmla="*/ 71003 h 1176955"/>
                <a:gd name="connsiteX41" fmla="*/ 8771609 w 10214067"/>
                <a:gd name="connsiteY41" fmla="*/ 134680 h 1176955"/>
                <a:gd name="connsiteX42" fmla="*/ 9372131 w 10214067"/>
                <a:gd name="connsiteY42" fmla="*/ 323145 h 1176955"/>
                <a:gd name="connsiteX43" fmla="*/ 9924545 w 10214067"/>
                <a:gd name="connsiteY43" fmla="*/ 661728 h 1176955"/>
                <a:gd name="connsiteX44" fmla="*/ 10214068 w 10214067"/>
                <a:gd name="connsiteY44" fmla="*/ 1176234 h 1176955"/>
                <a:gd name="connsiteX45" fmla="*/ 10208984 w 10214067"/>
                <a:gd name="connsiteY45" fmla="*/ 1176955 h 1176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0214067" h="1176955">
                  <a:moveTo>
                    <a:pt x="10208984" y="1176955"/>
                  </a:moveTo>
                  <a:cubicBezTo>
                    <a:pt x="10147857" y="742908"/>
                    <a:pt x="9719052" y="475638"/>
                    <a:pt x="9370109" y="327842"/>
                  </a:cubicBezTo>
                  <a:cubicBezTo>
                    <a:pt x="8965385" y="156440"/>
                    <a:pt x="8521629" y="82454"/>
                    <a:pt x="8336982" y="76104"/>
                  </a:cubicBezTo>
                  <a:cubicBezTo>
                    <a:pt x="8297034" y="74732"/>
                    <a:pt x="8256136" y="71443"/>
                    <a:pt x="8216574" y="68259"/>
                  </a:cubicBezTo>
                  <a:cubicBezTo>
                    <a:pt x="8151560" y="63034"/>
                    <a:pt x="8084328" y="57616"/>
                    <a:pt x="8014512" y="59780"/>
                  </a:cubicBezTo>
                  <a:cubicBezTo>
                    <a:pt x="7837850" y="65268"/>
                    <a:pt x="7660362" y="140943"/>
                    <a:pt x="7503771" y="207716"/>
                  </a:cubicBezTo>
                  <a:cubicBezTo>
                    <a:pt x="7472283" y="221156"/>
                    <a:pt x="7442520" y="233838"/>
                    <a:pt x="7412845" y="245976"/>
                  </a:cubicBezTo>
                  <a:cubicBezTo>
                    <a:pt x="7272895" y="303251"/>
                    <a:pt x="7133982" y="366805"/>
                    <a:pt x="6999643" y="428249"/>
                  </a:cubicBezTo>
                  <a:cubicBezTo>
                    <a:pt x="6795734" y="521532"/>
                    <a:pt x="6584876" y="617980"/>
                    <a:pt x="6370008" y="692389"/>
                  </a:cubicBezTo>
                  <a:lnTo>
                    <a:pt x="6346489" y="700533"/>
                  </a:lnTo>
                  <a:cubicBezTo>
                    <a:pt x="6175861" y="759725"/>
                    <a:pt x="5999428" y="820940"/>
                    <a:pt x="5811087" y="840835"/>
                  </a:cubicBezTo>
                  <a:cubicBezTo>
                    <a:pt x="5750944" y="847273"/>
                    <a:pt x="5691787" y="849191"/>
                    <a:pt x="5635234" y="846534"/>
                  </a:cubicBezTo>
                  <a:cubicBezTo>
                    <a:pt x="5516145" y="840923"/>
                    <a:pt x="5409318" y="821802"/>
                    <a:pt x="5291972" y="799251"/>
                  </a:cubicBezTo>
                  <a:cubicBezTo>
                    <a:pt x="5130350" y="768186"/>
                    <a:pt x="4969273" y="727710"/>
                    <a:pt x="4769674" y="668026"/>
                  </a:cubicBezTo>
                  <a:cubicBezTo>
                    <a:pt x="4601157" y="617629"/>
                    <a:pt x="4429016" y="558577"/>
                    <a:pt x="4243418" y="487476"/>
                  </a:cubicBezTo>
                  <a:cubicBezTo>
                    <a:pt x="4135711" y="446209"/>
                    <a:pt x="4030150" y="402901"/>
                    <a:pt x="3928090" y="361036"/>
                  </a:cubicBezTo>
                  <a:cubicBezTo>
                    <a:pt x="3874228" y="338942"/>
                    <a:pt x="3818536" y="316092"/>
                    <a:pt x="3764040" y="294174"/>
                  </a:cubicBezTo>
                  <a:cubicBezTo>
                    <a:pt x="3674329" y="258096"/>
                    <a:pt x="3556630" y="212853"/>
                    <a:pt x="3441764" y="182967"/>
                  </a:cubicBezTo>
                  <a:cubicBezTo>
                    <a:pt x="2591631" y="-38147"/>
                    <a:pt x="2227630" y="-62949"/>
                    <a:pt x="1102610" y="168208"/>
                  </a:cubicBezTo>
                  <a:cubicBezTo>
                    <a:pt x="910257" y="207734"/>
                    <a:pt x="740051" y="285818"/>
                    <a:pt x="582229" y="406947"/>
                  </a:cubicBezTo>
                  <a:cubicBezTo>
                    <a:pt x="298863" y="624419"/>
                    <a:pt x="147250" y="887274"/>
                    <a:pt x="4503" y="1160051"/>
                  </a:cubicBezTo>
                  <a:lnTo>
                    <a:pt x="0" y="1157693"/>
                  </a:lnTo>
                  <a:cubicBezTo>
                    <a:pt x="143029" y="884389"/>
                    <a:pt x="294958" y="621024"/>
                    <a:pt x="579133" y="402919"/>
                  </a:cubicBezTo>
                  <a:cubicBezTo>
                    <a:pt x="737571" y="281315"/>
                    <a:pt x="908463" y="202914"/>
                    <a:pt x="1101590" y="163247"/>
                  </a:cubicBezTo>
                  <a:cubicBezTo>
                    <a:pt x="1696114" y="41081"/>
                    <a:pt x="2054012" y="-4584"/>
                    <a:pt x="2378170" y="359"/>
                  </a:cubicBezTo>
                  <a:cubicBezTo>
                    <a:pt x="2717263" y="5531"/>
                    <a:pt x="3025396" y="69437"/>
                    <a:pt x="3443048" y="178059"/>
                  </a:cubicBezTo>
                  <a:cubicBezTo>
                    <a:pt x="3558196" y="208015"/>
                    <a:pt x="3676088" y="253329"/>
                    <a:pt x="3765940" y="289460"/>
                  </a:cubicBezTo>
                  <a:cubicBezTo>
                    <a:pt x="3820453" y="311378"/>
                    <a:pt x="3876162" y="334245"/>
                    <a:pt x="3930025" y="356339"/>
                  </a:cubicBezTo>
                  <a:cubicBezTo>
                    <a:pt x="4032068" y="398204"/>
                    <a:pt x="4137593" y="441512"/>
                    <a:pt x="4245247" y="482744"/>
                  </a:cubicBezTo>
                  <a:cubicBezTo>
                    <a:pt x="4430739" y="553793"/>
                    <a:pt x="4602757" y="612809"/>
                    <a:pt x="4771151" y="663171"/>
                  </a:cubicBezTo>
                  <a:cubicBezTo>
                    <a:pt x="4970575" y="722803"/>
                    <a:pt x="5131494" y="763243"/>
                    <a:pt x="5292957" y="794273"/>
                  </a:cubicBezTo>
                  <a:cubicBezTo>
                    <a:pt x="5410110" y="816789"/>
                    <a:pt x="5516744" y="835892"/>
                    <a:pt x="5635497" y="841486"/>
                  </a:cubicBezTo>
                  <a:cubicBezTo>
                    <a:pt x="5691787" y="844142"/>
                    <a:pt x="5750680" y="842225"/>
                    <a:pt x="5810576" y="835822"/>
                  </a:cubicBezTo>
                  <a:cubicBezTo>
                    <a:pt x="5998337" y="815980"/>
                    <a:pt x="6174489" y="754870"/>
                    <a:pt x="6344854" y="695766"/>
                  </a:cubicBezTo>
                  <a:lnTo>
                    <a:pt x="6368372" y="687604"/>
                  </a:lnTo>
                  <a:cubicBezTo>
                    <a:pt x="6582994" y="613266"/>
                    <a:pt x="6793746" y="516870"/>
                    <a:pt x="6997550" y="423640"/>
                  </a:cubicBezTo>
                  <a:cubicBezTo>
                    <a:pt x="7131942" y="362161"/>
                    <a:pt x="7270907" y="298607"/>
                    <a:pt x="7410946" y="241279"/>
                  </a:cubicBezTo>
                  <a:cubicBezTo>
                    <a:pt x="7440585" y="229142"/>
                    <a:pt x="7470331" y="216459"/>
                    <a:pt x="7501801" y="203037"/>
                  </a:cubicBezTo>
                  <a:cubicBezTo>
                    <a:pt x="7658813" y="136088"/>
                    <a:pt x="7836760" y="60202"/>
                    <a:pt x="8014389" y="54696"/>
                  </a:cubicBezTo>
                  <a:cubicBezTo>
                    <a:pt x="8084469" y="52533"/>
                    <a:pt x="8151859" y="57933"/>
                    <a:pt x="8217014" y="63175"/>
                  </a:cubicBezTo>
                  <a:cubicBezTo>
                    <a:pt x="8258335" y="66499"/>
                    <a:pt x="8297368" y="69631"/>
                    <a:pt x="8337192" y="71003"/>
                  </a:cubicBezTo>
                  <a:cubicBezTo>
                    <a:pt x="8445110" y="74714"/>
                    <a:pt x="8607506" y="98532"/>
                    <a:pt x="8771609" y="134680"/>
                  </a:cubicBezTo>
                  <a:cubicBezTo>
                    <a:pt x="8919492" y="167258"/>
                    <a:pt x="9143718" y="226415"/>
                    <a:pt x="9372131" y="323145"/>
                  </a:cubicBezTo>
                  <a:cubicBezTo>
                    <a:pt x="9599999" y="419647"/>
                    <a:pt x="9785861" y="533563"/>
                    <a:pt x="9924545" y="661728"/>
                  </a:cubicBezTo>
                  <a:cubicBezTo>
                    <a:pt x="10090124" y="814748"/>
                    <a:pt x="10187523" y="987857"/>
                    <a:pt x="10214068" y="1176234"/>
                  </a:cubicBezTo>
                  <a:lnTo>
                    <a:pt x="10208984" y="1176955"/>
                  </a:ln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任意多边形: 形状 1386"/>
            <p:cNvSpPr/>
            <p:nvPr>
              <p:custDataLst>
                <p:tags r:id="rId7"/>
              </p:custDataLst>
            </p:nvPr>
          </p:nvSpPr>
          <p:spPr>
            <a:xfrm>
              <a:off x="1898476" y="3493868"/>
              <a:ext cx="10293013" cy="1159010"/>
            </a:xfrm>
            <a:custGeom>
              <a:avLst/>
              <a:gdLst>
                <a:gd name="connsiteX0" fmla="*/ 4187 w 10293013"/>
                <a:gd name="connsiteY0" fmla="*/ 1159010 h 1159010"/>
                <a:gd name="connsiteX1" fmla="*/ 0 w 10293013"/>
                <a:gd name="connsiteY1" fmla="*/ 1156249 h 1159010"/>
                <a:gd name="connsiteX2" fmla="*/ 632380 w 10293013"/>
                <a:gd name="connsiteY2" fmla="*/ 476445 h 1159010"/>
                <a:gd name="connsiteX3" fmla="*/ 1178232 w 10293013"/>
                <a:gd name="connsiteY3" fmla="*/ 243265 h 1159010"/>
                <a:gd name="connsiteX4" fmla="*/ 1392784 w 10293013"/>
                <a:gd name="connsiteY4" fmla="*/ 199834 h 1159010"/>
                <a:gd name="connsiteX5" fmla="*/ 2555641 w 10293013"/>
                <a:gd name="connsiteY5" fmla="*/ 7833 h 1159010"/>
                <a:gd name="connsiteX6" fmla="*/ 3537228 w 10293013"/>
                <a:gd name="connsiteY6" fmla="*/ 115980 h 1159010"/>
                <a:gd name="connsiteX7" fmla="*/ 3869988 w 10293013"/>
                <a:gd name="connsiteY7" fmla="*/ 233537 h 1159010"/>
                <a:gd name="connsiteX8" fmla="*/ 4128287 w 10293013"/>
                <a:gd name="connsiteY8" fmla="*/ 350444 h 1159010"/>
                <a:gd name="connsiteX9" fmla="*/ 4352972 w 10293013"/>
                <a:gd name="connsiteY9" fmla="*/ 452627 h 1159010"/>
                <a:gd name="connsiteX10" fmla="*/ 4877803 w 10293013"/>
                <a:gd name="connsiteY10" fmla="*/ 666317 h 1159010"/>
                <a:gd name="connsiteX11" fmla="*/ 5399925 w 10293013"/>
                <a:gd name="connsiteY11" fmla="*/ 830665 h 1159010"/>
                <a:gd name="connsiteX12" fmla="*/ 5748499 w 10293013"/>
                <a:gd name="connsiteY12" fmla="*/ 894167 h 1159010"/>
                <a:gd name="connsiteX13" fmla="*/ 5929470 w 10293013"/>
                <a:gd name="connsiteY13" fmla="*/ 888644 h 1159010"/>
                <a:gd name="connsiteX14" fmla="*/ 6450009 w 10293013"/>
                <a:gd name="connsiteY14" fmla="*/ 731261 h 1159010"/>
                <a:gd name="connsiteX15" fmla="*/ 6494900 w 10293013"/>
                <a:gd name="connsiteY15" fmla="*/ 713284 h 1159010"/>
                <a:gd name="connsiteX16" fmla="*/ 7103128 w 10293013"/>
                <a:gd name="connsiteY16" fmla="*/ 422196 h 1159010"/>
                <a:gd name="connsiteX17" fmla="*/ 7538248 w 10293013"/>
                <a:gd name="connsiteY17" fmla="*/ 205005 h 1159010"/>
                <a:gd name="connsiteX18" fmla="*/ 7631232 w 10293013"/>
                <a:gd name="connsiteY18" fmla="*/ 160923 h 1159010"/>
                <a:gd name="connsiteX19" fmla="*/ 8153407 w 10293013"/>
                <a:gd name="connsiteY19" fmla="*/ 58 h 1159010"/>
                <a:gd name="connsiteX20" fmla="*/ 8351916 w 10293013"/>
                <a:gd name="connsiteY20" fmla="*/ 20973 h 1159010"/>
                <a:gd name="connsiteX21" fmla="*/ 8478462 w 10293013"/>
                <a:gd name="connsiteY21" fmla="*/ 37561 h 1159010"/>
                <a:gd name="connsiteX22" fmla="*/ 9478220 w 10293013"/>
                <a:gd name="connsiteY22" fmla="*/ 298763 h 1159010"/>
                <a:gd name="connsiteX23" fmla="*/ 10011899 w 10293013"/>
                <a:gd name="connsiteY23" fmla="*/ 630380 h 1159010"/>
                <a:gd name="connsiteX24" fmla="*/ 10293014 w 10293013"/>
                <a:gd name="connsiteY24" fmla="*/ 1131604 h 1159010"/>
                <a:gd name="connsiteX25" fmla="*/ 10288035 w 10293013"/>
                <a:gd name="connsiteY25" fmla="*/ 1132326 h 1159010"/>
                <a:gd name="connsiteX26" fmla="*/ 9476232 w 10293013"/>
                <a:gd name="connsiteY26" fmla="*/ 303371 h 1159010"/>
                <a:gd name="connsiteX27" fmla="*/ 8478040 w 10293013"/>
                <a:gd name="connsiteY27" fmla="*/ 42557 h 1159010"/>
                <a:gd name="connsiteX28" fmla="*/ 8351142 w 10293013"/>
                <a:gd name="connsiteY28" fmla="*/ 25934 h 1159010"/>
                <a:gd name="connsiteX29" fmla="*/ 8153337 w 10293013"/>
                <a:gd name="connsiteY29" fmla="*/ 5071 h 1159010"/>
                <a:gd name="connsiteX30" fmla="*/ 7633413 w 10293013"/>
                <a:gd name="connsiteY30" fmla="*/ 165444 h 1159010"/>
                <a:gd name="connsiteX31" fmla="*/ 7540342 w 10293013"/>
                <a:gd name="connsiteY31" fmla="*/ 209561 h 1159010"/>
                <a:gd name="connsiteX32" fmla="*/ 7105451 w 10293013"/>
                <a:gd name="connsiteY32" fmla="*/ 426628 h 1159010"/>
                <a:gd name="connsiteX33" fmla="*/ 6496765 w 10293013"/>
                <a:gd name="connsiteY33" fmla="*/ 717928 h 1159010"/>
                <a:gd name="connsiteX34" fmla="*/ 6451892 w 10293013"/>
                <a:gd name="connsiteY34" fmla="*/ 735888 h 1159010"/>
                <a:gd name="connsiteX35" fmla="*/ 5930104 w 10293013"/>
                <a:gd name="connsiteY35" fmla="*/ 893587 h 1159010"/>
                <a:gd name="connsiteX36" fmla="*/ 5748182 w 10293013"/>
                <a:gd name="connsiteY36" fmla="*/ 899128 h 1159010"/>
                <a:gd name="connsiteX37" fmla="*/ 5398746 w 10293013"/>
                <a:gd name="connsiteY37" fmla="*/ 835485 h 1159010"/>
                <a:gd name="connsiteX38" fmla="*/ 4876114 w 10293013"/>
                <a:gd name="connsiteY38" fmla="*/ 670978 h 1159010"/>
                <a:gd name="connsiteX39" fmla="*/ 4350966 w 10293013"/>
                <a:gd name="connsiteY39" fmla="*/ 457166 h 1159010"/>
                <a:gd name="connsiteX40" fmla="*/ 4126212 w 10293013"/>
                <a:gd name="connsiteY40" fmla="*/ 354947 h 1159010"/>
                <a:gd name="connsiteX41" fmla="*/ 3868018 w 10293013"/>
                <a:gd name="connsiteY41" fmla="*/ 238093 h 1159010"/>
                <a:gd name="connsiteX42" fmla="*/ 3536102 w 10293013"/>
                <a:gd name="connsiteY42" fmla="*/ 120817 h 1159010"/>
                <a:gd name="connsiteX43" fmla="*/ 2716559 w 10293013"/>
                <a:gd name="connsiteY43" fmla="*/ 8484 h 1159010"/>
                <a:gd name="connsiteX44" fmla="*/ 1393804 w 10293013"/>
                <a:gd name="connsiteY44" fmla="*/ 204706 h 1159010"/>
                <a:gd name="connsiteX45" fmla="*/ 1179252 w 10293013"/>
                <a:gd name="connsiteY45" fmla="*/ 248137 h 1159010"/>
                <a:gd name="connsiteX46" fmla="*/ 635247 w 10293013"/>
                <a:gd name="connsiteY46" fmla="*/ 480526 h 1159010"/>
                <a:gd name="connsiteX47" fmla="*/ 4187 w 10293013"/>
                <a:gd name="connsiteY47" fmla="*/ 1159010 h 115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0293013" h="1159010">
                  <a:moveTo>
                    <a:pt x="4187" y="1159010"/>
                  </a:moveTo>
                  <a:lnTo>
                    <a:pt x="0" y="1156249"/>
                  </a:lnTo>
                  <a:cubicBezTo>
                    <a:pt x="149520" y="929718"/>
                    <a:pt x="321520" y="690610"/>
                    <a:pt x="632380" y="476445"/>
                  </a:cubicBezTo>
                  <a:cubicBezTo>
                    <a:pt x="802410" y="359292"/>
                    <a:pt x="980954" y="283019"/>
                    <a:pt x="1178232" y="243265"/>
                  </a:cubicBezTo>
                  <a:cubicBezTo>
                    <a:pt x="1253150" y="228172"/>
                    <a:pt x="1324128" y="213765"/>
                    <a:pt x="1392784" y="199834"/>
                  </a:cubicBezTo>
                  <a:cubicBezTo>
                    <a:pt x="1908802" y="95152"/>
                    <a:pt x="2249706" y="26004"/>
                    <a:pt x="2555641" y="7833"/>
                  </a:cubicBezTo>
                  <a:cubicBezTo>
                    <a:pt x="2856844" y="-10057"/>
                    <a:pt x="3132048" y="20269"/>
                    <a:pt x="3537228" y="115980"/>
                  </a:cubicBezTo>
                  <a:cubicBezTo>
                    <a:pt x="3632692" y="138531"/>
                    <a:pt x="3735315" y="174785"/>
                    <a:pt x="3869988" y="233537"/>
                  </a:cubicBezTo>
                  <a:cubicBezTo>
                    <a:pt x="3956235" y="271163"/>
                    <a:pt x="4043695" y="311463"/>
                    <a:pt x="4128287" y="350444"/>
                  </a:cubicBezTo>
                  <a:cubicBezTo>
                    <a:pt x="4201412" y="384130"/>
                    <a:pt x="4277016" y="418977"/>
                    <a:pt x="4352972" y="452627"/>
                  </a:cubicBezTo>
                  <a:cubicBezTo>
                    <a:pt x="4546679" y="538469"/>
                    <a:pt x="4713455" y="606368"/>
                    <a:pt x="4877803" y="666317"/>
                  </a:cubicBezTo>
                  <a:cubicBezTo>
                    <a:pt x="5024737" y="719898"/>
                    <a:pt x="5201662" y="781324"/>
                    <a:pt x="5399925" y="830665"/>
                  </a:cubicBezTo>
                  <a:cubicBezTo>
                    <a:pt x="5502812" y="856260"/>
                    <a:pt x="5619420" y="885284"/>
                    <a:pt x="5748499" y="894167"/>
                  </a:cubicBezTo>
                  <a:cubicBezTo>
                    <a:pt x="5806741" y="898178"/>
                    <a:pt x="5867640" y="896313"/>
                    <a:pt x="5929470" y="888644"/>
                  </a:cubicBezTo>
                  <a:cubicBezTo>
                    <a:pt x="6114154" y="866058"/>
                    <a:pt x="6292574" y="794447"/>
                    <a:pt x="6450009" y="731261"/>
                  </a:cubicBezTo>
                  <a:cubicBezTo>
                    <a:pt x="6465102" y="725193"/>
                    <a:pt x="6480072" y="719194"/>
                    <a:pt x="6494900" y="713284"/>
                  </a:cubicBezTo>
                  <a:cubicBezTo>
                    <a:pt x="6703578" y="630151"/>
                    <a:pt x="6906695" y="524432"/>
                    <a:pt x="7103128" y="422196"/>
                  </a:cubicBezTo>
                  <a:cubicBezTo>
                    <a:pt x="7244152" y="348808"/>
                    <a:pt x="7389960" y="272905"/>
                    <a:pt x="7538248" y="205005"/>
                  </a:cubicBezTo>
                  <a:cubicBezTo>
                    <a:pt x="7568363" y="191214"/>
                    <a:pt x="7598901" y="176508"/>
                    <a:pt x="7631232" y="160923"/>
                  </a:cubicBezTo>
                  <a:cubicBezTo>
                    <a:pt x="7790356" y="84264"/>
                    <a:pt x="7970711" y="-2563"/>
                    <a:pt x="8153407" y="58"/>
                  </a:cubicBezTo>
                  <a:cubicBezTo>
                    <a:pt x="8222907" y="1078"/>
                    <a:pt x="8288485" y="11193"/>
                    <a:pt x="8351916" y="20973"/>
                  </a:cubicBezTo>
                  <a:cubicBezTo>
                    <a:pt x="8395435" y="27693"/>
                    <a:pt x="8436561" y="34025"/>
                    <a:pt x="8478462" y="37561"/>
                  </a:cubicBezTo>
                  <a:cubicBezTo>
                    <a:pt x="8648686" y="51915"/>
                    <a:pt x="9076681" y="125003"/>
                    <a:pt x="9478220" y="298763"/>
                  </a:cubicBezTo>
                  <a:cubicBezTo>
                    <a:pt x="9698576" y="394121"/>
                    <a:pt x="9878141" y="505698"/>
                    <a:pt x="10011899" y="630380"/>
                  </a:cubicBezTo>
                  <a:cubicBezTo>
                    <a:pt x="10172062" y="779670"/>
                    <a:pt x="10266628" y="948311"/>
                    <a:pt x="10293014" y="1131604"/>
                  </a:cubicBezTo>
                  <a:lnTo>
                    <a:pt x="10288035" y="1132326"/>
                  </a:lnTo>
                  <a:cubicBezTo>
                    <a:pt x="10227454" y="711349"/>
                    <a:pt x="9813144" y="449179"/>
                    <a:pt x="9476232" y="303371"/>
                  </a:cubicBezTo>
                  <a:cubicBezTo>
                    <a:pt x="9075292" y="129858"/>
                    <a:pt x="8647982" y="56893"/>
                    <a:pt x="8478040" y="42557"/>
                  </a:cubicBezTo>
                  <a:cubicBezTo>
                    <a:pt x="8435946" y="39003"/>
                    <a:pt x="8394748" y="32653"/>
                    <a:pt x="8351142" y="25934"/>
                  </a:cubicBezTo>
                  <a:cubicBezTo>
                    <a:pt x="8287886" y="16188"/>
                    <a:pt x="8222485" y="6091"/>
                    <a:pt x="8153337" y="5071"/>
                  </a:cubicBezTo>
                  <a:cubicBezTo>
                    <a:pt x="7971820" y="2433"/>
                    <a:pt x="7792044" y="89013"/>
                    <a:pt x="7633413" y="165444"/>
                  </a:cubicBezTo>
                  <a:cubicBezTo>
                    <a:pt x="7601064" y="181029"/>
                    <a:pt x="7570492" y="195753"/>
                    <a:pt x="7540342" y="209561"/>
                  </a:cubicBezTo>
                  <a:cubicBezTo>
                    <a:pt x="7392177" y="277408"/>
                    <a:pt x="7246421" y="353276"/>
                    <a:pt x="7105451" y="426628"/>
                  </a:cubicBezTo>
                  <a:cubicBezTo>
                    <a:pt x="6908912" y="528917"/>
                    <a:pt x="6705671" y="634689"/>
                    <a:pt x="6496765" y="717928"/>
                  </a:cubicBezTo>
                  <a:cubicBezTo>
                    <a:pt x="6481954" y="723838"/>
                    <a:pt x="6466985" y="729837"/>
                    <a:pt x="6451892" y="735888"/>
                  </a:cubicBezTo>
                  <a:cubicBezTo>
                    <a:pt x="6294175" y="799178"/>
                    <a:pt x="6115420" y="870913"/>
                    <a:pt x="5930104" y="893587"/>
                  </a:cubicBezTo>
                  <a:cubicBezTo>
                    <a:pt x="5867957" y="901291"/>
                    <a:pt x="5806741" y="903156"/>
                    <a:pt x="5748182" y="899128"/>
                  </a:cubicBezTo>
                  <a:cubicBezTo>
                    <a:pt x="5618681" y="890209"/>
                    <a:pt x="5501827" y="861132"/>
                    <a:pt x="5398746" y="835485"/>
                  </a:cubicBezTo>
                  <a:cubicBezTo>
                    <a:pt x="5200255" y="786109"/>
                    <a:pt x="5023171" y="724612"/>
                    <a:pt x="4876114" y="670978"/>
                  </a:cubicBezTo>
                  <a:cubicBezTo>
                    <a:pt x="4711643" y="610995"/>
                    <a:pt x="4544779" y="543060"/>
                    <a:pt x="4350966" y="457166"/>
                  </a:cubicBezTo>
                  <a:cubicBezTo>
                    <a:pt x="4274975" y="423497"/>
                    <a:pt x="4199354" y="388650"/>
                    <a:pt x="4126212" y="354947"/>
                  </a:cubicBezTo>
                  <a:cubicBezTo>
                    <a:pt x="4041654" y="315984"/>
                    <a:pt x="3954212" y="275684"/>
                    <a:pt x="3868018" y="238093"/>
                  </a:cubicBezTo>
                  <a:cubicBezTo>
                    <a:pt x="3733626" y="179464"/>
                    <a:pt x="3631267" y="143298"/>
                    <a:pt x="3536102" y="120817"/>
                  </a:cubicBezTo>
                  <a:cubicBezTo>
                    <a:pt x="3208865" y="43506"/>
                    <a:pt x="2963302" y="8484"/>
                    <a:pt x="2716559" y="8484"/>
                  </a:cubicBezTo>
                  <a:cubicBezTo>
                    <a:pt x="2361090" y="8484"/>
                    <a:pt x="2003052" y="81115"/>
                    <a:pt x="1393804" y="204706"/>
                  </a:cubicBezTo>
                  <a:cubicBezTo>
                    <a:pt x="1325148" y="218638"/>
                    <a:pt x="1254170" y="233027"/>
                    <a:pt x="1179252" y="248137"/>
                  </a:cubicBezTo>
                  <a:cubicBezTo>
                    <a:pt x="982660" y="287751"/>
                    <a:pt x="804714" y="363777"/>
                    <a:pt x="635247" y="480526"/>
                  </a:cubicBezTo>
                  <a:cubicBezTo>
                    <a:pt x="325126" y="694233"/>
                    <a:pt x="153442" y="932884"/>
                    <a:pt x="4187" y="1159010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任意多边形: 形状 1387"/>
            <p:cNvSpPr/>
            <p:nvPr>
              <p:custDataLst>
                <p:tags r:id="rId8"/>
              </p:custDataLst>
            </p:nvPr>
          </p:nvSpPr>
          <p:spPr>
            <a:xfrm>
              <a:off x="1819529" y="3433015"/>
              <a:ext cx="10371889" cy="1213284"/>
            </a:xfrm>
            <a:custGeom>
              <a:avLst/>
              <a:gdLst>
                <a:gd name="connsiteX0" fmla="*/ 3800 w 10371889"/>
                <a:gd name="connsiteY0" fmla="*/ 1213284 h 1213284"/>
                <a:gd name="connsiteX1" fmla="*/ 0 w 10371889"/>
                <a:gd name="connsiteY1" fmla="*/ 1210100 h 1213284"/>
                <a:gd name="connsiteX2" fmla="*/ 280288 w 10371889"/>
                <a:gd name="connsiteY2" fmla="*/ 911184 h 1213284"/>
                <a:gd name="connsiteX3" fmla="*/ 685574 w 10371889"/>
                <a:gd name="connsiteY3" fmla="*/ 605285 h 1213284"/>
                <a:gd name="connsiteX4" fmla="*/ 1254838 w 10371889"/>
                <a:gd name="connsiteY4" fmla="*/ 378596 h 1213284"/>
                <a:gd name="connsiteX5" fmla="*/ 2103705 w 10371889"/>
                <a:gd name="connsiteY5" fmla="*/ 190746 h 1213284"/>
                <a:gd name="connsiteX6" fmla="*/ 3631373 w 10371889"/>
                <a:gd name="connsiteY6" fmla="*/ 109249 h 1213284"/>
                <a:gd name="connsiteX7" fmla="*/ 3973984 w 10371889"/>
                <a:gd name="connsiteY7" fmla="*/ 232946 h 1213284"/>
                <a:gd name="connsiteX8" fmla="*/ 4297069 w 10371889"/>
                <a:gd name="connsiteY8" fmla="*/ 394287 h 1213284"/>
                <a:gd name="connsiteX9" fmla="*/ 4460626 w 10371889"/>
                <a:gd name="connsiteY9" fmla="*/ 477842 h 1213284"/>
                <a:gd name="connsiteX10" fmla="*/ 4984401 w 10371889"/>
                <a:gd name="connsiteY10" fmla="*/ 724795 h 1213284"/>
                <a:gd name="connsiteX11" fmla="*/ 5506841 w 10371889"/>
                <a:gd name="connsiteY11" fmla="*/ 922372 h 1213284"/>
                <a:gd name="connsiteX12" fmla="*/ 5861448 w 10371889"/>
                <a:gd name="connsiteY12" fmla="*/ 1002163 h 1213284"/>
                <a:gd name="connsiteX13" fmla="*/ 6048330 w 10371889"/>
                <a:gd name="connsiteY13" fmla="*/ 996797 h 1213284"/>
                <a:gd name="connsiteX14" fmla="*/ 6564876 w 10371889"/>
                <a:gd name="connsiteY14" fmla="*/ 819995 h 1213284"/>
                <a:gd name="connsiteX15" fmla="*/ 6621376 w 10371889"/>
                <a:gd name="connsiteY15" fmla="*/ 794330 h 1213284"/>
                <a:gd name="connsiteX16" fmla="*/ 7214336 w 10371889"/>
                <a:gd name="connsiteY16" fmla="*/ 475502 h 1213284"/>
                <a:gd name="connsiteX17" fmla="*/ 7665480 w 10371889"/>
                <a:gd name="connsiteY17" fmla="*/ 224116 h 1213284"/>
                <a:gd name="connsiteX18" fmla="*/ 7758341 w 10371889"/>
                <a:gd name="connsiteY18" fmla="*/ 175196 h 1213284"/>
                <a:gd name="connsiteX19" fmla="*/ 8292337 w 10371889"/>
                <a:gd name="connsiteY19" fmla="*/ 839 h 1213284"/>
                <a:gd name="connsiteX20" fmla="*/ 8490547 w 10371889"/>
                <a:gd name="connsiteY20" fmla="*/ 34068 h 1213284"/>
                <a:gd name="connsiteX21" fmla="*/ 8619661 w 10371889"/>
                <a:gd name="connsiteY21" fmla="*/ 59521 h 1213284"/>
                <a:gd name="connsiteX22" fmla="*/ 9584062 w 10371889"/>
                <a:gd name="connsiteY22" fmla="*/ 329465 h 1213284"/>
                <a:gd name="connsiteX23" fmla="*/ 10099113 w 10371889"/>
                <a:gd name="connsiteY23" fmla="*/ 654327 h 1213284"/>
                <a:gd name="connsiteX24" fmla="*/ 10371890 w 10371889"/>
                <a:gd name="connsiteY24" fmla="*/ 1142394 h 1213284"/>
                <a:gd name="connsiteX25" fmla="*/ 10366982 w 10371889"/>
                <a:gd name="connsiteY25" fmla="*/ 1143115 h 1213284"/>
                <a:gd name="connsiteX26" fmla="*/ 9582057 w 10371889"/>
                <a:gd name="connsiteY26" fmla="*/ 334004 h 1213284"/>
                <a:gd name="connsiteX27" fmla="*/ 8618993 w 10371889"/>
                <a:gd name="connsiteY27" fmla="*/ 64446 h 1213284"/>
                <a:gd name="connsiteX28" fmla="*/ 8489439 w 10371889"/>
                <a:gd name="connsiteY28" fmla="*/ 38923 h 1213284"/>
                <a:gd name="connsiteX29" fmla="*/ 8292056 w 10371889"/>
                <a:gd name="connsiteY29" fmla="*/ 5817 h 1213284"/>
                <a:gd name="connsiteX30" fmla="*/ 7760699 w 10371889"/>
                <a:gd name="connsiteY30" fmla="*/ 179594 h 1213284"/>
                <a:gd name="connsiteX31" fmla="*/ 7667732 w 10371889"/>
                <a:gd name="connsiteY31" fmla="*/ 228566 h 1213284"/>
                <a:gd name="connsiteX32" fmla="*/ 7216851 w 10371889"/>
                <a:gd name="connsiteY32" fmla="*/ 479812 h 1213284"/>
                <a:gd name="connsiteX33" fmla="*/ 6623417 w 10371889"/>
                <a:gd name="connsiteY33" fmla="*/ 798886 h 1213284"/>
                <a:gd name="connsiteX34" fmla="*/ 6566934 w 10371889"/>
                <a:gd name="connsiteY34" fmla="*/ 824551 h 1213284"/>
                <a:gd name="connsiteX35" fmla="*/ 6048999 w 10371889"/>
                <a:gd name="connsiteY35" fmla="*/ 1001758 h 1213284"/>
                <a:gd name="connsiteX36" fmla="*/ 5860990 w 10371889"/>
                <a:gd name="connsiteY36" fmla="*/ 1007159 h 1213284"/>
                <a:gd name="connsiteX37" fmla="*/ 5505381 w 10371889"/>
                <a:gd name="connsiteY37" fmla="*/ 927174 h 1213284"/>
                <a:gd name="connsiteX38" fmla="*/ 4982414 w 10371889"/>
                <a:gd name="connsiteY38" fmla="*/ 729404 h 1213284"/>
                <a:gd name="connsiteX39" fmla="*/ 4458374 w 10371889"/>
                <a:gd name="connsiteY39" fmla="*/ 482327 h 1213284"/>
                <a:gd name="connsiteX40" fmla="*/ 4294782 w 10371889"/>
                <a:gd name="connsiteY40" fmla="*/ 398754 h 1213284"/>
                <a:gd name="connsiteX41" fmla="*/ 3971855 w 10371889"/>
                <a:gd name="connsiteY41" fmla="*/ 237502 h 1213284"/>
                <a:gd name="connsiteX42" fmla="*/ 3630317 w 10371889"/>
                <a:gd name="connsiteY42" fmla="*/ 114157 h 1213284"/>
                <a:gd name="connsiteX43" fmla="*/ 2104831 w 10371889"/>
                <a:gd name="connsiteY43" fmla="*/ 195637 h 1213284"/>
                <a:gd name="connsiteX44" fmla="*/ 1255788 w 10371889"/>
                <a:gd name="connsiteY44" fmla="*/ 383539 h 1213284"/>
                <a:gd name="connsiteX45" fmla="*/ 688177 w 10371889"/>
                <a:gd name="connsiteY45" fmla="*/ 609577 h 1213284"/>
                <a:gd name="connsiteX46" fmla="*/ 3800 w 10371889"/>
                <a:gd name="connsiteY46" fmla="*/ 1213284 h 1213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10371889" h="1213284">
                  <a:moveTo>
                    <a:pt x="3800" y="1213284"/>
                  </a:moveTo>
                  <a:lnTo>
                    <a:pt x="0" y="1210100"/>
                  </a:lnTo>
                  <a:cubicBezTo>
                    <a:pt x="73335" y="1122499"/>
                    <a:pt x="163997" y="1018487"/>
                    <a:pt x="280288" y="911184"/>
                  </a:cubicBezTo>
                  <a:cubicBezTo>
                    <a:pt x="401680" y="799185"/>
                    <a:pt x="534242" y="699130"/>
                    <a:pt x="685574" y="605285"/>
                  </a:cubicBezTo>
                  <a:cubicBezTo>
                    <a:pt x="867301" y="492600"/>
                    <a:pt x="1053497" y="418456"/>
                    <a:pt x="1254838" y="378596"/>
                  </a:cubicBezTo>
                  <a:cubicBezTo>
                    <a:pt x="1604890" y="309289"/>
                    <a:pt x="1881466" y="243553"/>
                    <a:pt x="2103705" y="190746"/>
                  </a:cubicBezTo>
                  <a:cubicBezTo>
                    <a:pt x="2724141" y="43285"/>
                    <a:pt x="3007313" y="-24034"/>
                    <a:pt x="3631373" y="109249"/>
                  </a:cubicBezTo>
                  <a:cubicBezTo>
                    <a:pt x="3730143" y="130340"/>
                    <a:pt x="3839011" y="169655"/>
                    <a:pt x="3973984" y="232946"/>
                  </a:cubicBezTo>
                  <a:cubicBezTo>
                    <a:pt x="4082798" y="283976"/>
                    <a:pt x="4191719" y="340055"/>
                    <a:pt x="4297069" y="394287"/>
                  </a:cubicBezTo>
                  <a:cubicBezTo>
                    <a:pt x="4350456" y="421763"/>
                    <a:pt x="4405673" y="450189"/>
                    <a:pt x="4460626" y="477842"/>
                  </a:cubicBezTo>
                  <a:cubicBezTo>
                    <a:pt x="4664412" y="580377"/>
                    <a:pt x="4825946" y="656544"/>
                    <a:pt x="4984401" y="724795"/>
                  </a:cubicBezTo>
                  <a:cubicBezTo>
                    <a:pt x="5142593" y="792941"/>
                    <a:pt x="5315385" y="864024"/>
                    <a:pt x="5506841" y="922372"/>
                  </a:cubicBezTo>
                  <a:cubicBezTo>
                    <a:pt x="5611557" y="954281"/>
                    <a:pt x="5730241" y="990448"/>
                    <a:pt x="5861448" y="1002163"/>
                  </a:cubicBezTo>
                  <a:cubicBezTo>
                    <a:pt x="5921678" y="1007545"/>
                    <a:pt x="5984547" y="1005734"/>
                    <a:pt x="6048330" y="996797"/>
                  </a:cubicBezTo>
                  <a:cubicBezTo>
                    <a:pt x="6233330" y="971238"/>
                    <a:pt x="6409481" y="890885"/>
                    <a:pt x="6564876" y="819995"/>
                  </a:cubicBezTo>
                  <a:cubicBezTo>
                    <a:pt x="6584384" y="811094"/>
                    <a:pt x="6602819" y="802686"/>
                    <a:pt x="6621376" y="794330"/>
                  </a:cubicBezTo>
                  <a:cubicBezTo>
                    <a:pt x="6825972" y="702174"/>
                    <a:pt x="7023409" y="586938"/>
                    <a:pt x="7214336" y="475502"/>
                  </a:cubicBezTo>
                  <a:cubicBezTo>
                    <a:pt x="7360091" y="390434"/>
                    <a:pt x="7510807" y="302464"/>
                    <a:pt x="7665480" y="224116"/>
                  </a:cubicBezTo>
                  <a:cubicBezTo>
                    <a:pt x="7695332" y="208988"/>
                    <a:pt x="7725939" y="192576"/>
                    <a:pt x="7758341" y="175196"/>
                  </a:cubicBezTo>
                  <a:cubicBezTo>
                    <a:pt x="7920244" y="88352"/>
                    <a:pt x="8103766" y="-10120"/>
                    <a:pt x="8292337" y="839"/>
                  </a:cubicBezTo>
                  <a:cubicBezTo>
                    <a:pt x="8362576" y="4902"/>
                    <a:pt x="8427625" y="19731"/>
                    <a:pt x="8490547" y="34068"/>
                  </a:cubicBezTo>
                  <a:cubicBezTo>
                    <a:pt x="8534928" y="44182"/>
                    <a:pt x="8576846" y="53734"/>
                    <a:pt x="8619661" y="59521"/>
                  </a:cubicBezTo>
                  <a:cubicBezTo>
                    <a:pt x="8704975" y="71060"/>
                    <a:pt x="9152373" y="138256"/>
                    <a:pt x="9584062" y="329465"/>
                  </a:cubicBezTo>
                  <a:cubicBezTo>
                    <a:pt x="9796943" y="423751"/>
                    <a:pt x="9970228" y="533058"/>
                    <a:pt x="10099113" y="654327"/>
                  </a:cubicBezTo>
                  <a:cubicBezTo>
                    <a:pt x="10253892" y="799960"/>
                    <a:pt x="10345662" y="964185"/>
                    <a:pt x="10371890" y="1142394"/>
                  </a:cubicBezTo>
                  <a:lnTo>
                    <a:pt x="10366982" y="1143115"/>
                  </a:lnTo>
                  <a:cubicBezTo>
                    <a:pt x="10318784" y="815562"/>
                    <a:pt x="10054697" y="543349"/>
                    <a:pt x="9582057" y="334004"/>
                  </a:cubicBezTo>
                  <a:cubicBezTo>
                    <a:pt x="9150984" y="143076"/>
                    <a:pt x="8704184" y="75968"/>
                    <a:pt x="8618993" y="64446"/>
                  </a:cubicBezTo>
                  <a:cubicBezTo>
                    <a:pt x="8575966" y="58624"/>
                    <a:pt x="8533942" y="49055"/>
                    <a:pt x="8489439" y="38923"/>
                  </a:cubicBezTo>
                  <a:cubicBezTo>
                    <a:pt x="8426729" y="24639"/>
                    <a:pt x="8361872" y="9863"/>
                    <a:pt x="8292056" y="5817"/>
                  </a:cubicBezTo>
                  <a:cubicBezTo>
                    <a:pt x="8104892" y="-5019"/>
                    <a:pt x="7922021" y="93049"/>
                    <a:pt x="7760699" y="179594"/>
                  </a:cubicBezTo>
                  <a:cubicBezTo>
                    <a:pt x="7728261" y="196991"/>
                    <a:pt x="7697636" y="213421"/>
                    <a:pt x="7667732" y="228566"/>
                  </a:cubicBezTo>
                  <a:cubicBezTo>
                    <a:pt x="7513199" y="306844"/>
                    <a:pt x="7362537" y="394779"/>
                    <a:pt x="7216851" y="479812"/>
                  </a:cubicBezTo>
                  <a:cubicBezTo>
                    <a:pt x="7025801" y="591318"/>
                    <a:pt x="6828259" y="706606"/>
                    <a:pt x="6623417" y="798886"/>
                  </a:cubicBezTo>
                  <a:cubicBezTo>
                    <a:pt x="6604860" y="807242"/>
                    <a:pt x="6586442" y="815650"/>
                    <a:pt x="6566934" y="824551"/>
                  </a:cubicBezTo>
                  <a:cubicBezTo>
                    <a:pt x="6411223" y="895582"/>
                    <a:pt x="6234720" y="976111"/>
                    <a:pt x="6048999" y="1001758"/>
                  </a:cubicBezTo>
                  <a:cubicBezTo>
                    <a:pt x="5984846" y="1010747"/>
                    <a:pt x="5921590" y="1012559"/>
                    <a:pt x="5860990" y="1007159"/>
                  </a:cubicBezTo>
                  <a:cubicBezTo>
                    <a:pt x="5729273" y="995408"/>
                    <a:pt x="5610325" y="959154"/>
                    <a:pt x="5505381" y="927174"/>
                  </a:cubicBezTo>
                  <a:cubicBezTo>
                    <a:pt x="5313679" y="868756"/>
                    <a:pt x="5140746" y="797602"/>
                    <a:pt x="4982414" y="729404"/>
                  </a:cubicBezTo>
                  <a:cubicBezTo>
                    <a:pt x="4823870" y="661117"/>
                    <a:pt x="4662249" y="584915"/>
                    <a:pt x="4458374" y="482327"/>
                  </a:cubicBezTo>
                  <a:cubicBezTo>
                    <a:pt x="4403404" y="454657"/>
                    <a:pt x="4348169" y="426231"/>
                    <a:pt x="4294782" y="398754"/>
                  </a:cubicBezTo>
                  <a:cubicBezTo>
                    <a:pt x="4189485" y="344541"/>
                    <a:pt x="4080582" y="288497"/>
                    <a:pt x="3971855" y="237502"/>
                  </a:cubicBezTo>
                  <a:cubicBezTo>
                    <a:pt x="3837235" y="174370"/>
                    <a:pt x="3728701" y="135178"/>
                    <a:pt x="3630317" y="114157"/>
                  </a:cubicBezTo>
                  <a:cubicBezTo>
                    <a:pt x="3007348" y="-18880"/>
                    <a:pt x="2724528" y="48333"/>
                    <a:pt x="2104831" y="195637"/>
                  </a:cubicBezTo>
                  <a:cubicBezTo>
                    <a:pt x="1882557" y="248461"/>
                    <a:pt x="1605928" y="314214"/>
                    <a:pt x="1255788" y="383539"/>
                  </a:cubicBezTo>
                  <a:cubicBezTo>
                    <a:pt x="1055063" y="423276"/>
                    <a:pt x="869395" y="497209"/>
                    <a:pt x="688177" y="609577"/>
                  </a:cubicBezTo>
                  <a:cubicBezTo>
                    <a:pt x="344898" y="822370"/>
                    <a:pt x="154920" y="1032770"/>
                    <a:pt x="3800" y="1213284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任意多边形: 形状 1388"/>
            <p:cNvSpPr/>
            <p:nvPr>
              <p:custDataLst>
                <p:tags r:id="rId9"/>
              </p:custDataLst>
            </p:nvPr>
          </p:nvSpPr>
          <p:spPr>
            <a:xfrm>
              <a:off x="1740618" y="3371535"/>
              <a:ext cx="10450800" cy="1268185"/>
            </a:xfrm>
            <a:custGeom>
              <a:avLst/>
              <a:gdLst>
                <a:gd name="connsiteX0" fmla="*/ 3342 w 10450800"/>
                <a:gd name="connsiteY0" fmla="*/ 1268186 h 1268185"/>
                <a:gd name="connsiteX1" fmla="*/ 0 w 10450800"/>
                <a:gd name="connsiteY1" fmla="*/ 1264597 h 1268185"/>
                <a:gd name="connsiteX2" fmla="*/ 738732 w 10450800"/>
                <a:gd name="connsiteY2" fmla="*/ 734770 h 1268185"/>
                <a:gd name="connsiteX3" fmla="*/ 1331393 w 10450800"/>
                <a:gd name="connsiteY3" fmla="*/ 514554 h 1268185"/>
                <a:gd name="connsiteX4" fmla="*/ 2479791 w 10450800"/>
                <a:gd name="connsiteY4" fmla="*/ 220669 h 1268185"/>
                <a:gd name="connsiteX5" fmla="*/ 3073981 w 10450800"/>
                <a:gd name="connsiteY5" fmla="*/ 71202 h 1268185"/>
                <a:gd name="connsiteX6" fmla="*/ 3725464 w 10450800"/>
                <a:gd name="connsiteY6" fmla="*/ 103129 h 1268185"/>
                <a:gd name="connsiteX7" fmla="*/ 4077926 w 10450800"/>
                <a:gd name="connsiteY7" fmla="*/ 232983 h 1268185"/>
                <a:gd name="connsiteX8" fmla="*/ 4448084 w 10450800"/>
                <a:gd name="connsiteY8" fmla="*/ 435414 h 1268185"/>
                <a:gd name="connsiteX9" fmla="*/ 4568227 w 10450800"/>
                <a:gd name="connsiteY9" fmla="*/ 503683 h 1268185"/>
                <a:gd name="connsiteX10" fmla="*/ 5090947 w 10450800"/>
                <a:gd name="connsiteY10" fmla="*/ 783918 h 1268185"/>
                <a:gd name="connsiteX11" fmla="*/ 5613721 w 10450800"/>
                <a:gd name="connsiteY11" fmla="*/ 1014741 h 1268185"/>
                <a:gd name="connsiteX12" fmla="*/ 5974379 w 10450800"/>
                <a:gd name="connsiteY12" fmla="*/ 1110821 h 1268185"/>
                <a:gd name="connsiteX13" fmla="*/ 6167171 w 10450800"/>
                <a:gd name="connsiteY13" fmla="*/ 1105597 h 1268185"/>
                <a:gd name="connsiteX14" fmla="*/ 6684861 w 10450800"/>
                <a:gd name="connsiteY14" fmla="*/ 908002 h 1268185"/>
                <a:gd name="connsiteX15" fmla="*/ 6747870 w 10450800"/>
                <a:gd name="connsiteY15" fmla="*/ 875970 h 1268185"/>
                <a:gd name="connsiteX16" fmla="*/ 7329308 w 10450800"/>
                <a:gd name="connsiteY16" fmla="*/ 528961 h 1268185"/>
                <a:gd name="connsiteX17" fmla="*/ 7792748 w 10450800"/>
                <a:gd name="connsiteY17" fmla="*/ 243801 h 1268185"/>
                <a:gd name="connsiteX18" fmla="*/ 7884342 w 10450800"/>
                <a:gd name="connsiteY18" fmla="*/ 190748 h 1268185"/>
                <a:gd name="connsiteX19" fmla="*/ 8144928 w 10450800"/>
                <a:gd name="connsiteY19" fmla="*/ 53629 h 1268185"/>
                <a:gd name="connsiteX20" fmla="*/ 8431302 w 10450800"/>
                <a:gd name="connsiteY20" fmla="*/ 2177 h 1268185"/>
                <a:gd name="connsiteX21" fmla="*/ 8630954 w 10450800"/>
                <a:gd name="connsiteY21" fmla="*/ 47825 h 1268185"/>
                <a:gd name="connsiteX22" fmla="*/ 8760896 w 10450800"/>
                <a:gd name="connsiteY22" fmla="*/ 82021 h 1268185"/>
                <a:gd name="connsiteX23" fmla="*/ 9151406 w 10450800"/>
                <a:gd name="connsiteY23" fmla="*/ 170677 h 1268185"/>
                <a:gd name="connsiteX24" fmla="*/ 9689799 w 10450800"/>
                <a:gd name="connsiteY24" fmla="*/ 360321 h 1268185"/>
                <a:gd name="connsiteX25" fmla="*/ 10186310 w 10450800"/>
                <a:gd name="connsiteY25" fmla="*/ 678639 h 1268185"/>
                <a:gd name="connsiteX26" fmla="*/ 10450801 w 10450800"/>
                <a:gd name="connsiteY26" fmla="*/ 1153689 h 1268185"/>
                <a:gd name="connsiteX27" fmla="*/ 10445963 w 10450800"/>
                <a:gd name="connsiteY27" fmla="*/ 1154410 h 1268185"/>
                <a:gd name="connsiteX28" fmla="*/ 9687776 w 10450800"/>
                <a:gd name="connsiteY28" fmla="*/ 364771 h 1268185"/>
                <a:gd name="connsiteX29" fmla="*/ 8759999 w 10450800"/>
                <a:gd name="connsiteY29" fmla="*/ 86823 h 1268185"/>
                <a:gd name="connsiteX30" fmla="*/ 8629547 w 10450800"/>
                <a:gd name="connsiteY30" fmla="*/ 52486 h 1268185"/>
                <a:gd name="connsiteX31" fmla="*/ 8430827 w 10450800"/>
                <a:gd name="connsiteY31" fmla="*/ 7014 h 1268185"/>
                <a:gd name="connsiteX32" fmla="*/ 7886858 w 10450800"/>
                <a:gd name="connsiteY32" fmla="*/ 194934 h 1268185"/>
                <a:gd name="connsiteX33" fmla="*/ 7795158 w 10450800"/>
                <a:gd name="connsiteY33" fmla="*/ 248058 h 1268185"/>
                <a:gd name="connsiteX34" fmla="*/ 7332017 w 10450800"/>
                <a:gd name="connsiteY34" fmla="*/ 533042 h 1268185"/>
                <a:gd name="connsiteX35" fmla="*/ 6750104 w 10450800"/>
                <a:gd name="connsiteY35" fmla="*/ 880314 h 1268185"/>
                <a:gd name="connsiteX36" fmla="*/ 6687130 w 10450800"/>
                <a:gd name="connsiteY36" fmla="*/ 912329 h 1268185"/>
                <a:gd name="connsiteX37" fmla="*/ 6167945 w 10450800"/>
                <a:gd name="connsiteY37" fmla="*/ 1110399 h 1268185"/>
                <a:gd name="connsiteX38" fmla="*/ 5973869 w 10450800"/>
                <a:gd name="connsiteY38" fmla="*/ 1115641 h 1268185"/>
                <a:gd name="connsiteX39" fmla="*/ 5612084 w 10450800"/>
                <a:gd name="connsiteY39" fmla="*/ 1019297 h 1268185"/>
                <a:gd name="connsiteX40" fmla="*/ 5088801 w 10450800"/>
                <a:gd name="connsiteY40" fmla="*/ 788245 h 1268185"/>
                <a:gd name="connsiteX41" fmla="*/ 4565870 w 10450800"/>
                <a:gd name="connsiteY41" fmla="*/ 507905 h 1268185"/>
                <a:gd name="connsiteX42" fmla="*/ 4445692 w 10450800"/>
                <a:gd name="connsiteY42" fmla="*/ 439619 h 1268185"/>
                <a:gd name="connsiteX43" fmla="*/ 4075780 w 10450800"/>
                <a:gd name="connsiteY43" fmla="*/ 237310 h 1268185"/>
                <a:gd name="connsiteX44" fmla="*/ 3724585 w 10450800"/>
                <a:gd name="connsiteY44" fmla="*/ 107896 h 1268185"/>
                <a:gd name="connsiteX45" fmla="*/ 2481268 w 10450800"/>
                <a:gd name="connsiteY45" fmla="*/ 225313 h 1268185"/>
                <a:gd name="connsiteX46" fmla="*/ 1332377 w 10450800"/>
                <a:gd name="connsiteY46" fmla="*/ 519339 h 1268185"/>
                <a:gd name="connsiteX47" fmla="*/ 741160 w 10450800"/>
                <a:gd name="connsiteY47" fmla="*/ 739027 h 1268185"/>
                <a:gd name="connsiteX48" fmla="*/ 3342 w 10450800"/>
                <a:gd name="connsiteY48" fmla="*/ 1268186 h 1268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10450800" h="1268185">
                  <a:moveTo>
                    <a:pt x="3342" y="1268186"/>
                  </a:moveTo>
                  <a:lnTo>
                    <a:pt x="0" y="1264597"/>
                  </a:lnTo>
                  <a:cubicBezTo>
                    <a:pt x="155923" y="1119669"/>
                    <a:pt x="365619" y="943394"/>
                    <a:pt x="738732" y="734770"/>
                  </a:cubicBezTo>
                  <a:cubicBezTo>
                    <a:pt x="932281" y="626553"/>
                    <a:pt x="1126146" y="554520"/>
                    <a:pt x="1331393" y="514554"/>
                  </a:cubicBezTo>
                  <a:cubicBezTo>
                    <a:pt x="1855942" y="412406"/>
                    <a:pt x="2201843" y="306089"/>
                    <a:pt x="2479791" y="220669"/>
                  </a:cubicBezTo>
                  <a:cubicBezTo>
                    <a:pt x="2706673" y="150923"/>
                    <a:pt x="2885886" y="95847"/>
                    <a:pt x="3073981" y="71202"/>
                  </a:cubicBezTo>
                  <a:cubicBezTo>
                    <a:pt x="3273352" y="45080"/>
                    <a:pt x="3474289" y="54914"/>
                    <a:pt x="3725464" y="103129"/>
                  </a:cubicBezTo>
                  <a:cubicBezTo>
                    <a:pt x="3828439" y="122901"/>
                    <a:pt x="3940438" y="164151"/>
                    <a:pt x="4077926" y="232983"/>
                  </a:cubicBezTo>
                  <a:cubicBezTo>
                    <a:pt x="4203892" y="296045"/>
                    <a:pt x="4328028" y="366899"/>
                    <a:pt x="4448084" y="435414"/>
                  </a:cubicBezTo>
                  <a:cubicBezTo>
                    <a:pt x="4487381" y="457842"/>
                    <a:pt x="4528015" y="481044"/>
                    <a:pt x="4568227" y="503683"/>
                  </a:cubicBezTo>
                  <a:cubicBezTo>
                    <a:pt x="4728529" y="593958"/>
                    <a:pt x="4902817" y="690389"/>
                    <a:pt x="5090947" y="783918"/>
                  </a:cubicBezTo>
                  <a:cubicBezTo>
                    <a:pt x="5241346" y="858678"/>
                    <a:pt x="5418166" y="944344"/>
                    <a:pt x="5613721" y="1014741"/>
                  </a:cubicBezTo>
                  <a:cubicBezTo>
                    <a:pt x="5719880" y="1052965"/>
                    <a:pt x="5840199" y="1096273"/>
                    <a:pt x="5974379" y="1110821"/>
                  </a:cubicBezTo>
                  <a:cubicBezTo>
                    <a:pt x="6036597" y="1117558"/>
                    <a:pt x="6101453" y="1115816"/>
                    <a:pt x="6167171" y="1105597"/>
                  </a:cubicBezTo>
                  <a:cubicBezTo>
                    <a:pt x="6354335" y="1076941"/>
                    <a:pt x="6529941" y="987195"/>
                    <a:pt x="6684861" y="908002"/>
                  </a:cubicBezTo>
                  <a:cubicBezTo>
                    <a:pt x="6706674" y="896850"/>
                    <a:pt x="6727272" y="886330"/>
                    <a:pt x="6747870" y="875970"/>
                  </a:cubicBezTo>
                  <a:cubicBezTo>
                    <a:pt x="6949616" y="774578"/>
                    <a:pt x="7142654" y="649720"/>
                    <a:pt x="7329308" y="528961"/>
                  </a:cubicBezTo>
                  <a:cubicBezTo>
                    <a:pt x="7478564" y="432407"/>
                    <a:pt x="7632903" y="332563"/>
                    <a:pt x="7792748" y="243801"/>
                  </a:cubicBezTo>
                  <a:cubicBezTo>
                    <a:pt x="7821984" y="227565"/>
                    <a:pt x="7852274" y="209675"/>
                    <a:pt x="7884342" y="190748"/>
                  </a:cubicBezTo>
                  <a:cubicBezTo>
                    <a:pt x="7963288" y="144133"/>
                    <a:pt x="8052771" y="91291"/>
                    <a:pt x="8144928" y="53629"/>
                  </a:cubicBezTo>
                  <a:cubicBezTo>
                    <a:pt x="8250718" y="10409"/>
                    <a:pt x="8344388" y="-6425"/>
                    <a:pt x="8431302" y="2177"/>
                  </a:cubicBezTo>
                  <a:cubicBezTo>
                    <a:pt x="8502948" y="9266"/>
                    <a:pt x="8568016" y="28862"/>
                    <a:pt x="8630954" y="47825"/>
                  </a:cubicBezTo>
                  <a:cubicBezTo>
                    <a:pt x="8675564" y="61264"/>
                    <a:pt x="8717711" y="73964"/>
                    <a:pt x="8760896" y="82021"/>
                  </a:cubicBezTo>
                  <a:cubicBezTo>
                    <a:pt x="8898612" y="107755"/>
                    <a:pt x="9026355" y="136762"/>
                    <a:pt x="9151406" y="170677"/>
                  </a:cubicBezTo>
                  <a:cubicBezTo>
                    <a:pt x="9350407" y="224662"/>
                    <a:pt x="9531554" y="288463"/>
                    <a:pt x="9689799" y="360321"/>
                  </a:cubicBezTo>
                  <a:cubicBezTo>
                    <a:pt x="9895222" y="453603"/>
                    <a:pt x="10062261" y="560694"/>
                    <a:pt x="10186310" y="678639"/>
                  </a:cubicBezTo>
                  <a:cubicBezTo>
                    <a:pt x="10335741" y="820718"/>
                    <a:pt x="10424732" y="980545"/>
                    <a:pt x="10450801" y="1153689"/>
                  </a:cubicBezTo>
                  <a:lnTo>
                    <a:pt x="10445963" y="1154410"/>
                  </a:lnTo>
                  <a:cubicBezTo>
                    <a:pt x="10398205" y="837218"/>
                    <a:pt x="10143124" y="571548"/>
                    <a:pt x="9687776" y="364771"/>
                  </a:cubicBezTo>
                  <a:cubicBezTo>
                    <a:pt x="9509267" y="283714"/>
                    <a:pt x="9203385" y="169674"/>
                    <a:pt x="8759999" y="86823"/>
                  </a:cubicBezTo>
                  <a:cubicBezTo>
                    <a:pt x="8716550" y="78696"/>
                    <a:pt x="8674297" y="65978"/>
                    <a:pt x="8629547" y="52486"/>
                  </a:cubicBezTo>
                  <a:cubicBezTo>
                    <a:pt x="8566837" y="33594"/>
                    <a:pt x="8501998" y="14051"/>
                    <a:pt x="8430827" y="7014"/>
                  </a:cubicBezTo>
                  <a:cubicBezTo>
                    <a:pt x="8237490" y="-12106"/>
                    <a:pt x="8051205" y="97887"/>
                    <a:pt x="7886858" y="194934"/>
                  </a:cubicBezTo>
                  <a:cubicBezTo>
                    <a:pt x="7854772" y="213879"/>
                    <a:pt x="7824446" y="231786"/>
                    <a:pt x="7795158" y="248058"/>
                  </a:cubicBezTo>
                  <a:cubicBezTo>
                    <a:pt x="7635471" y="336732"/>
                    <a:pt x="7481203" y="436540"/>
                    <a:pt x="7332017" y="533042"/>
                  </a:cubicBezTo>
                  <a:cubicBezTo>
                    <a:pt x="7145240" y="653871"/>
                    <a:pt x="6952097" y="778817"/>
                    <a:pt x="6750104" y="880314"/>
                  </a:cubicBezTo>
                  <a:cubicBezTo>
                    <a:pt x="6729523" y="890658"/>
                    <a:pt x="6708925" y="901177"/>
                    <a:pt x="6687130" y="912329"/>
                  </a:cubicBezTo>
                  <a:cubicBezTo>
                    <a:pt x="6531876" y="991680"/>
                    <a:pt x="6355900" y="1081620"/>
                    <a:pt x="6167945" y="1110399"/>
                  </a:cubicBezTo>
                  <a:cubicBezTo>
                    <a:pt x="6101805" y="1120671"/>
                    <a:pt x="6036527" y="1122430"/>
                    <a:pt x="5973869" y="1115641"/>
                  </a:cubicBezTo>
                  <a:cubicBezTo>
                    <a:pt x="5839108" y="1101023"/>
                    <a:pt x="5718507" y="1057610"/>
                    <a:pt x="5612084" y="1019297"/>
                  </a:cubicBezTo>
                  <a:cubicBezTo>
                    <a:pt x="5416285" y="948812"/>
                    <a:pt x="5239306" y="863076"/>
                    <a:pt x="5088801" y="788245"/>
                  </a:cubicBezTo>
                  <a:cubicBezTo>
                    <a:pt x="4900565" y="694664"/>
                    <a:pt x="4726225" y="598197"/>
                    <a:pt x="4565870" y="507905"/>
                  </a:cubicBezTo>
                  <a:cubicBezTo>
                    <a:pt x="4525640" y="485248"/>
                    <a:pt x="4485006" y="462047"/>
                    <a:pt x="4445692" y="439619"/>
                  </a:cubicBezTo>
                  <a:cubicBezTo>
                    <a:pt x="4325706" y="371139"/>
                    <a:pt x="4201623" y="300319"/>
                    <a:pt x="4075780" y="237310"/>
                  </a:cubicBezTo>
                  <a:cubicBezTo>
                    <a:pt x="3938714" y="168689"/>
                    <a:pt x="3827120" y="127562"/>
                    <a:pt x="3724585" y="107896"/>
                  </a:cubicBezTo>
                  <a:cubicBezTo>
                    <a:pt x="3194336" y="6135"/>
                    <a:pt x="2941067" y="83973"/>
                    <a:pt x="2481268" y="225313"/>
                  </a:cubicBezTo>
                  <a:cubicBezTo>
                    <a:pt x="2203215" y="310786"/>
                    <a:pt x="1857191" y="417138"/>
                    <a:pt x="1332377" y="519339"/>
                  </a:cubicBezTo>
                  <a:cubicBezTo>
                    <a:pt x="1127641" y="559199"/>
                    <a:pt x="934251" y="631056"/>
                    <a:pt x="741160" y="739027"/>
                  </a:cubicBezTo>
                  <a:cubicBezTo>
                    <a:pt x="368469" y="947405"/>
                    <a:pt x="159053" y="1123451"/>
                    <a:pt x="3342" y="1268186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任意多边形: 形状 1389"/>
            <p:cNvSpPr/>
            <p:nvPr>
              <p:custDataLst>
                <p:tags r:id="rId10"/>
              </p:custDataLst>
            </p:nvPr>
          </p:nvSpPr>
          <p:spPr>
            <a:xfrm>
              <a:off x="1661742" y="3309756"/>
              <a:ext cx="10529606" cy="1323368"/>
            </a:xfrm>
            <a:custGeom>
              <a:avLst/>
              <a:gdLst>
                <a:gd name="connsiteX0" fmla="*/ 2797 w 10529606"/>
                <a:gd name="connsiteY0" fmla="*/ 1323368 h 1323368"/>
                <a:gd name="connsiteX1" fmla="*/ 0 w 10529606"/>
                <a:gd name="connsiteY1" fmla="*/ 1319411 h 1323368"/>
                <a:gd name="connsiteX2" fmla="*/ 791838 w 10529606"/>
                <a:gd name="connsiteY2" fmla="*/ 864572 h 1323368"/>
                <a:gd name="connsiteX3" fmla="*/ 1407911 w 10529606"/>
                <a:gd name="connsiteY3" fmla="*/ 650829 h 1323368"/>
                <a:gd name="connsiteX4" fmla="*/ 2733886 w 10529606"/>
                <a:gd name="connsiteY4" fmla="*/ 257751 h 1323368"/>
                <a:gd name="connsiteX5" fmla="*/ 3237538 w 10529606"/>
                <a:gd name="connsiteY5" fmla="*/ 91380 h 1323368"/>
                <a:gd name="connsiteX6" fmla="*/ 3819539 w 10529606"/>
                <a:gd name="connsiteY6" fmla="*/ 97308 h 1323368"/>
                <a:gd name="connsiteX7" fmla="*/ 4181833 w 10529606"/>
                <a:gd name="connsiteY7" fmla="*/ 233300 h 1323368"/>
                <a:gd name="connsiteX8" fmla="*/ 4587612 w 10529606"/>
                <a:gd name="connsiteY8" fmla="*/ 474590 h 1323368"/>
                <a:gd name="connsiteX9" fmla="*/ 4675793 w 10529606"/>
                <a:gd name="connsiteY9" fmla="*/ 529824 h 1323368"/>
                <a:gd name="connsiteX10" fmla="*/ 5197441 w 10529606"/>
                <a:gd name="connsiteY10" fmla="*/ 843323 h 1323368"/>
                <a:gd name="connsiteX11" fmla="*/ 5720530 w 10529606"/>
                <a:gd name="connsiteY11" fmla="*/ 1107392 h 1323368"/>
                <a:gd name="connsiteX12" fmla="*/ 6087222 w 10529606"/>
                <a:gd name="connsiteY12" fmla="*/ 1219760 h 1323368"/>
                <a:gd name="connsiteX13" fmla="*/ 6285943 w 10529606"/>
                <a:gd name="connsiteY13" fmla="*/ 1214694 h 1323368"/>
                <a:gd name="connsiteX14" fmla="*/ 6807837 w 10529606"/>
                <a:gd name="connsiteY14" fmla="*/ 995305 h 1323368"/>
                <a:gd name="connsiteX15" fmla="*/ 6874293 w 10529606"/>
                <a:gd name="connsiteY15" fmla="*/ 957943 h 1323368"/>
                <a:gd name="connsiteX16" fmla="*/ 7446795 w 10529606"/>
                <a:gd name="connsiteY16" fmla="*/ 582437 h 1323368"/>
                <a:gd name="connsiteX17" fmla="*/ 7919928 w 10529606"/>
                <a:gd name="connsiteY17" fmla="*/ 263820 h 1323368"/>
                <a:gd name="connsiteX18" fmla="*/ 8009586 w 10529606"/>
                <a:gd name="connsiteY18" fmla="*/ 207214 h 1323368"/>
                <a:gd name="connsiteX19" fmla="*/ 8570144 w 10529606"/>
                <a:gd name="connsiteY19" fmla="*/ 3849 h 1323368"/>
                <a:gd name="connsiteX20" fmla="*/ 8772136 w 10529606"/>
                <a:gd name="connsiteY20" fmla="*/ 62109 h 1323368"/>
                <a:gd name="connsiteX21" fmla="*/ 8902007 w 10529606"/>
                <a:gd name="connsiteY21" fmla="*/ 104889 h 1323368"/>
                <a:gd name="connsiteX22" fmla="*/ 8941129 w 10529606"/>
                <a:gd name="connsiteY22" fmla="*/ 114177 h 1323368"/>
                <a:gd name="connsiteX23" fmla="*/ 9833901 w 10529606"/>
                <a:gd name="connsiteY23" fmla="*/ 409575 h 1323368"/>
                <a:gd name="connsiteX24" fmla="*/ 10529606 w 10529606"/>
                <a:gd name="connsiteY24" fmla="*/ 1165370 h 1323368"/>
                <a:gd name="connsiteX25" fmla="*/ 10524822 w 10529606"/>
                <a:gd name="connsiteY25" fmla="*/ 1166109 h 1323368"/>
                <a:gd name="connsiteX26" fmla="*/ 9831790 w 10529606"/>
                <a:gd name="connsiteY26" fmla="*/ 413920 h 1323368"/>
                <a:gd name="connsiteX27" fmla="*/ 8940021 w 10529606"/>
                <a:gd name="connsiteY27" fmla="*/ 118892 h 1323368"/>
                <a:gd name="connsiteX28" fmla="*/ 8900882 w 10529606"/>
                <a:gd name="connsiteY28" fmla="*/ 109604 h 1323368"/>
                <a:gd name="connsiteX29" fmla="*/ 8770447 w 10529606"/>
                <a:gd name="connsiteY29" fmla="*/ 66648 h 1323368"/>
                <a:gd name="connsiteX30" fmla="*/ 8569493 w 10529606"/>
                <a:gd name="connsiteY30" fmla="*/ 8652 h 1323368"/>
                <a:gd name="connsiteX31" fmla="*/ 8012225 w 10529606"/>
                <a:gd name="connsiteY31" fmla="*/ 211295 h 1323368"/>
                <a:gd name="connsiteX32" fmla="*/ 7922444 w 10529606"/>
                <a:gd name="connsiteY32" fmla="*/ 267971 h 1323368"/>
                <a:gd name="connsiteX33" fmla="*/ 7449609 w 10529606"/>
                <a:gd name="connsiteY33" fmla="*/ 586395 h 1323368"/>
                <a:gd name="connsiteX34" fmla="*/ 6876651 w 10529606"/>
                <a:gd name="connsiteY34" fmla="*/ 962182 h 1323368"/>
                <a:gd name="connsiteX35" fmla="*/ 6810229 w 10529606"/>
                <a:gd name="connsiteY35" fmla="*/ 999509 h 1323368"/>
                <a:gd name="connsiteX36" fmla="*/ 6286752 w 10529606"/>
                <a:gd name="connsiteY36" fmla="*/ 1219461 h 1323368"/>
                <a:gd name="connsiteX37" fmla="*/ 6086625 w 10529606"/>
                <a:gd name="connsiteY37" fmla="*/ 1224563 h 1323368"/>
                <a:gd name="connsiteX38" fmla="*/ 5718684 w 10529606"/>
                <a:gd name="connsiteY38" fmla="*/ 1111860 h 1323368"/>
                <a:gd name="connsiteX39" fmla="*/ 5195066 w 10529606"/>
                <a:gd name="connsiteY39" fmla="*/ 847544 h 1323368"/>
                <a:gd name="connsiteX40" fmla="*/ 4673225 w 10529606"/>
                <a:gd name="connsiteY40" fmla="*/ 533940 h 1323368"/>
                <a:gd name="connsiteX41" fmla="*/ 4585026 w 10529606"/>
                <a:gd name="connsiteY41" fmla="*/ 478706 h 1323368"/>
                <a:gd name="connsiteX42" fmla="*/ 4179546 w 10529606"/>
                <a:gd name="connsiteY42" fmla="*/ 237593 h 1323368"/>
                <a:gd name="connsiteX43" fmla="*/ 3818712 w 10529606"/>
                <a:gd name="connsiteY43" fmla="*/ 102093 h 1323368"/>
                <a:gd name="connsiteX44" fmla="*/ 2735663 w 10529606"/>
                <a:gd name="connsiteY44" fmla="*/ 262272 h 1323368"/>
                <a:gd name="connsiteX45" fmla="*/ 1408808 w 10529606"/>
                <a:gd name="connsiteY45" fmla="*/ 655597 h 1323368"/>
                <a:gd name="connsiteX46" fmla="*/ 794002 w 10529606"/>
                <a:gd name="connsiteY46" fmla="*/ 868899 h 1323368"/>
                <a:gd name="connsiteX47" fmla="*/ 2797 w 10529606"/>
                <a:gd name="connsiteY47" fmla="*/ 1323368 h 1323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0529606" h="1323368">
                  <a:moveTo>
                    <a:pt x="2797" y="1323368"/>
                  </a:moveTo>
                  <a:lnTo>
                    <a:pt x="0" y="1319411"/>
                  </a:lnTo>
                  <a:cubicBezTo>
                    <a:pt x="193865" y="1182380"/>
                    <a:pt x="423281" y="1050610"/>
                    <a:pt x="791838" y="864572"/>
                  </a:cubicBezTo>
                  <a:cubicBezTo>
                    <a:pt x="997383" y="760823"/>
                    <a:pt x="1198901" y="690901"/>
                    <a:pt x="1407911" y="650829"/>
                  </a:cubicBezTo>
                  <a:cubicBezTo>
                    <a:pt x="2059570" y="525884"/>
                    <a:pt x="2433457" y="377209"/>
                    <a:pt x="2733886" y="257751"/>
                  </a:cubicBezTo>
                  <a:cubicBezTo>
                    <a:pt x="2922949" y="182569"/>
                    <a:pt x="3072275" y="123201"/>
                    <a:pt x="3237538" y="91380"/>
                  </a:cubicBezTo>
                  <a:cubicBezTo>
                    <a:pt x="3415783" y="57078"/>
                    <a:pt x="3595277" y="58890"/>
                    <a:pt x="3819539" y="97308"/>
                  </a:cubicBezTo>
                  <a:cubicBezTo>
                    <a:pt x="3926507" y="115620"/>
                    <a:pt x="4041619" y="158840"/>
                    <a:pt x="4181833" y="233300"/>
                  </a:cubicBezTo>
                  <a:cubicBezTo>
                    <a:pt x="4321520" y="307480"/>
                    <a:pt x="4456791" y="392442"/>
                    <a:pt x="4587612" y="474590"/>
                  </a:cubicBezTo>
                  <a:cubicBezTo>
                    <a:pt x="4616478" y="492726"/>
                    <a:pt x="4646347" y="511477"/>
                    <a:pt x="4675793" y="529824"/>
                  </a:cubicBezTo>
                  <a:cubicBezTo>
                    <a:pt x="4848181" y="637232"/>
                    <a:pt x="5017806" y="742036"/>
                    <a:pt x="5197441" y="843323"/>
                  </a:cubicBezTo>
                  <a:cubicBezTo>
                    <a:pt x="5357356" y="933492"/>
                    <a:pt x="5529462" y="1028146"/>
                    <a:pt x="5720530" y="1107392"/>
                  </a:cubicBezTo>
                  <a:cubicBezTo>
                    <a:pt x="5827868" y="1151896"/>
                    <a:pt x="5949506" y="1202346"/>
                    <a:pt x="6087222" y="1219760"/>
                  </a:cubicBezTo>
                  <a:cubicBezTo>
                    <a:pt x="6151446" y="1227887"/>
                    <a:pt x="6218290" y="1226181"/>
                    <a:pt x="6285943" y="1214694"/>
                  </a:cubicBezTo>
                  <a:cubicBezTo>
                    <a:pt x="6476396" y="1182820"/>
                    <a:pt x="6652476" y="1083187"/>
                    <a:pt x="6807837" y="995305"/>
                  </a:cubicBezTo>
                  <a:cubicBezTo>
                    <a:pt x="6830898" y="982253"/>
                    <a:pt x="6852657" y="969939"/>
                    <a:pt x="6874293" y="957943"/>
                  </a:cubicBezTo>
                  <a:cubicBezTo>
                    <a:pt x="7074034" y="847175"/>
                    <a:pt x="7263537" y="712590"/>
                    <a:pt x="7446795" y="582437"/>
                  </a:cubicBezTo>
                  <a:cubicBezTo>
                    <a:pt x="7598707" y="474555"/>
                    <a:pt x="7755790" y="362995"/>
                    <a:pt x="7919928" y="263820"/>
                  </a:cubicBezTo>
                  <a:cubicBezTo>
                    <a:pt x="7948372" y="246634"/>
                    <a:pt x="7978099" y="227496"/>
                    <a:pt x="8009586" y="207214"/>
                  </a:cubicBezTo>
                  <a:cubicBezTo>
                    <a:pt x="8169502" y="104239"/>
                    <a:pt x="8368539" y="-23926"/>
                    <a:pt x="8570144" y="3849"/>
                  </a:cubicBezTo>
                  <a:cubicBezTo>
                    <a:pt x="8643550" y="13964"/>
                    <a:pt x="8708915" y="38433"/>
                    <a:pt x="8772136" y="62109"/>
                  </a:cubicBezTo>
                  <a:cubicBezTo>
                    <a:pt x="8816640" y="78768"/>
                    <a:pt x="8858681" y="94511"/>
                    <a:pt x="8902007" y="104889"/>
                  </a:cubicBezTo>
                  <a:cubicBezTo>
                    <a:pt x="8913916" y="107739"/>
                    <a:pt x="8927003" y="110835"/>
                    <a:pt x="8941129" y="114177"/>
                  </a:cubicBezTo>
                  <a:cubicBezTo>
                    <a:pt x="9121537" y="156834"/>
                    <a:pt x="9496954" y="245579"/>
                    <a:pt x="9833901" y="409575"/>
                  </a:cubicBezTo>
                  <a:cubicBezTo>
                    <a:pt x="10249389" y="611778"/>
                    <a:pt x="10483466" y="866067"/>
                    <a:pt x="10529606" y="1165370"/>
                  </a:cubicBezTo>
                  <a:lnTo>
                    <a:pt x="10524822" y="1166109"/>
                  </a:lnTo>
                  <a:cubicBezTo>
                    <a:pt x="10478928" y="868460"/>
                    <a:pt x="10245766" y="615385"/>
                    <a:pt x="9831790" y="413920"/>
                  </a:cubicBezTo>
                  <a:cubicBezTo>
                    <a:pt x="9495318" y="250170"/>
                    <a:pt x="9120253" y="161496"/>
                    <a:pt x="8940021" y="118892"/>
                  </a:cubicBezTo>
                  <a:cubicBezTo>
                    <a:pt x="8925878" y="115549"/>
                    <a:pt x="8912790" y="112453"/>
                    <a:pt x="8900882" y="109604"/>
                  </a:cubicBezTo>
                  <a:cubicBezTo>
                    <a:pt x="8857275" y="99155"/>
                    <a:pt x="8815093" y="83376"/>
                    <a:pt x="8770447" y="66648"/>
                  </a:cubicBezTo>
                  <a:cubicBezTo>
                    <a:pt x="8707473" y="43076"/>
                    <a:pt x="8642353" y="18696"/>
                    <a:pt x="8569493" y="8652"/>
                  </a:cubicBezTo>
                  <a:cubicBezTo>
                    <a:pt x="8369648" y="-18878"/>
                    <a:pt x="8171472" y="108742"/>
                    <a:pt x="8012225" y="211295"/>
                  </a:cubicBezTo>
                  <a:cubicBezTo>
                    <a:pt x="7980721" y="231594"/>
                    <a:pt x="7950958" y="250750"/>
                    <a:pt x="7922444" y="267971"/>
                  </a:cubicBezTo>
                  <a:cubicBezTo>
                    <a:pt x="7758446" y="367041"/>
                    <a:pt x="7601451" y="478548"/>
                    <a:pt x="7449609" y="586395"/>
                  </a:cubicBezTo>
                  <a:cubicBezTo>
                    <a:pt x="7266228" y="716618"/>
                    <a:pt x="7076620" y="851291"/>
                    <a:pt x="6876651" y="962182"/>
                  </a:cubicBezTo>
                  <a:cubicBezTo>
                    <a:pt x="6855049" y="974161"/>
                    <a:pt x="6833272" y="986474"/>
                    <a:pt x="6810229" y="999509"/>
                  </a:cubicBezTo>
                  <a:cubicBezTo>
                    <a:pt x="6654517" y="1087602"/>
                    <a:pt x="6478049" y="1187446"/>
                    <a:pt x="6286752" y="1219461"/>
                  </a:cubicBezTo>
                  <a:cubicBezTo>
                    <a:pt x="6218641" y="1231018"/>
                    <a:pt x="6151305" y="1232742"/>
                    <a:pt x="6086625" y="1224563"/>
                  </a:cubicBezTo>
                  <a:cubicBezTo>
                    <a:pt x="5948257" y="1207060"/>
                    <a:pt x="5826285" y="1156487"/>
                    <a:pt x="5718684" y="1111860"/>
                  </a:cubicBezTo>
                  <a:cubicBezTo>
                    <a:pt x="5527368" y="1032526"/>
                    <a:pt x="5355104" y="937784"/>
                    <a:pt x="5195066" y="847544"/>
                  </a:cubicBezTo>
                  <a:cubicBezTo>
                    <a:pt x="5015343" y="746205"/>
                    <a:pt x="4845665" y="641383"/>
                    <a:pt x="4673225" y="533940"/>
                  </a:cubicBezTo>
                  <a:cubicBezTo>
                    <a:pt x="4643779" y="515593"/>
                    <a:pt x="4613910" y="496842"/>
                    <a:pt x="4585026" y="478706"/>
                  </a:cubicBezTo>
                  <a:cubicBezTo>
                    <a:pt x="4454275" y="396593"/>
                    <a:pt x="4319075" y="311702"/>
                    <a:pt x="4179546" y="237593"/>
                  </a:cubicBezTo>
                  <a:cubicBezTo>
                    <a:pt x="4039807" y="163378"/>
                    <a:pt x="3925152" y="120316"/>
                    <a:pt x="3818712" y="102093"/>
                  </a:cubicBezTo>
                  <a:cubicBezTo>
                    <a:pt x="3343240" y="20666"/>
                    <a:pt x="3101528" y="116781"/>
                    <a:pt x="2735663" y="262272"/>
                  </a:cubicBezTo>
                  <a:cubicBezTo>
                    <a:pt x="2435040" y="381800"/>
                    <a:pt x="2060925" y="530580"/>
                    <a:pt x="1408808" y="655597"/>
                  </a:cubicBezTo>
                  <a:cubicBezTo>
                    <a:pt x="1200237" y="695580"/>
                    <a:pt x="999143" y="765362"/>
                    <a:pt x="794002" y="868899"/>
                  </a:cubicBezTo>
                  <a:cubicBezTo>
                    <a:pt x="425691" y="1054814"/>
                    <a:pt x="196451" y="1186479"/>
                    <a:pt x="2797" y="1323368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任意多边形: 形状 1390"/>
            <p:cNvSpPr/>
            <p:nvPr>
              <p:custDataLst>
                <p:tags r:id="rId11"/>
              </p:custDataLst>
            </p:nvPr>
          </p:nvSpPr>
          <p:spPr>
            <a:xfrm>
              <a:off x="1582901" y="3247659"/>
              <a:ext cx="10608447" cy="1378815"/>
            </a:xfrm>
            <a:custGeom>
              <a:avLst/>
              <a:gdLst>
                <a:gd name="connsiteX0" fmla="*/ 2199 w 10608447"/>
                <a:gd name="connsiteY0" fmla="*/ 1378816 h 1378815"/>
                <a:gd name="connsiteX1" fmla="*/ 0 w 10608447"/>
                <a:gd name="connsiteY1" fmla="*/ 1374576 h 1378815"/>
                <a:gd name="connsiteX2" fmla="*/ 428277 w 10608447"/>
                <a:gd name="connsiteY2" fmla="*/ 1178776 h 1378815"/>
                <a:gd name="connsiteX3" fmla="*/ 844891 w 10608447"/>
                <a:gd name="connsiteY3" fmla="*/ 994673 h 1378815"/>
                <a:gd name="connsiteX4" fmla="*/ 1484395 w 10608447"/>
                <a:gd name="connsiteY4" fmla="*/ 787387 h 1378815"/>
                <a:gd name="connsiteX5" fmla="*/ 2933574 w 10608447"/>
                <a:gd name="connsiteY5" fmla="*/ 295854 h 1378815"/>
                <a:gd name="connsiteX6" fmla="*/ 3378772 w 10608447"/>
                <a:gd name="connsiteY6" fmla="*/ 108181 h 1378815"/>
                <a:gd name="connsiteX7" fmla="*/ 3619675 w 10608447"/>
                <a:gd name="connsiteY7" fmla="*/ 72789 h 1378815"/>
                <a:gd name="connsiteX8" fmla="*/ 3913577 w 10608447"/>
                <a:gd name="connsiteY8" fmla="*/ 91804 h 1378815"/>
                <a:gd name="connsiteX9" fmla="*/ 4285705 w 10608447"/>
                <a:gd name="connsiteY9" fmla="*/ 233936 h 1378815"/>
                <a:gd name="connsiteX10" fmla="*/ 4719330 w 10608447"/>
                <a:gd name="connsiteY10" fmla="*/ 512446 h 1378815"/>
                <a:gd name="connsiteX11" fmla="*/ 4783307 w 10608447"/>
                <a:gd name="connsiteY11" fmla="*/ 556265 h 1378815"/>
                <a:gd name="connsiteX12" fmla="*/ 4813017 w 10608447"/>
                <a:gd name="connsiteY12" fmla="*/ 576564 h 1378815"/>
                <a:gd name="connsiteX13" fmla="*/ 5303899 w 10608447"/>
                <a:gd name="connsiteY13" fmla="*/ 903044 h 1378815"/>
                <a:gd name="connsiteX14" fmla="*/ 5827323 w 10608447"/>
                <a:gd name="connsiteY14" fmla="*/ 1200342 h 1378815"/>
                <a:gd name="connsiteX15" fmla="*/ 6200083 w 10608447"/>
                <a:gd name="connsiteY15" fmla="*/ 1328999 h 1378815"/>
                <a:gd name="connsiteX16" fmla="*/ 6404732 w 10608447"/>
                <a:gd name="connsiteY16" fmla="*/ 1324091 h 1378815"/>
                <a:gd name="connsiteX17" fmla="*/ 6932782 w 10608447"/>
                <a:gd name="connsiteY17" fmla="*/ 1082063 h 1378815"/>
                <a:gd name="connsiteX18" fmla="*/ 7000734 w 10608447"/>
                <a:gd name="connsiteY18" fmla="*/ 1040215 h 1378815"/>
                <a:gd name="connsiteX19" fmla="*/ 7566182 w 10608447"/>
                <a:gd name="connsiteY19" fmla="*/ 635950 h 1378815"/>
                <a:gd name="connsiteX20" fmla="*/ 8047160 w 10608447"/>
                <a:gd name="connsiteY20" fmla="*/ 284139 h 1378815"/>
                <a:gd name="connsiteX21" fmla="*/ 8134462 w 10608447"/>
                <a:gd name="connsiteY21" fmla="*/ 224507 h 1378815"/>
                <a:gd name="connsiteX22" fmla="*/ 8709021 w 10608447"/>
                <a:gd name="connsiteY22" fmla="*/ 5839 h 1378815"/>
                <a:gd name="connsiteX23" fmla="*/ 8913881 w 10608447"/>
                <a:gd name="connsiteY23" fmla="*/ 76922 h 1378815"/>
                <a:gd name="connsiteX24" fmla="*/ 9043153 w 10608447"/>
                <a:gd name="connsiteY24" fmla="*/ 128076 h 1378815"/>
                <a:gd name="connsiteX25" fmla="*/ 9139075 w 10608447"/>
                <a:gd name="connsiteY25" fmla="*/ 154919 h 1378815"/>
                <a:gd name="connsiteX26" fmla="*/ 9985953 w 10608447"/>
                <a:gd name="connsiteY26" fmla="*/ 464847 h 1378815"/>
                <a:gd name="connsiteX27" fmla="*/ 10392048 w 10608447"/>
                <a:gd name="connsiteY27" fmla="*/ 759980 h 1378815"/>
                <a:gd name="connsiteX28" fmla="*/ 10608447 w 10608447"/>
                <a:gd name="connsiteY28" fmla="*/ 1177369 h 1378815"/>
                <a:gd name="connsiteX29" fmla="*/ 10603733 w 10608447"/>
                <a:gd name="connsiteY29" fmla="*/ 1178107 h 1378815"/>
                <a:gd name="connsiteX30" fmla="*/ 9983702 w 10608447"/>
                <a:gd name="connsiteY30" fmla="*/ 469068 h 1378815"/>
                <a:gd name="connsiteX31" fmla="*/ 9137791 w 10608447"/>
                <a:gd name="connsiteY31" fmla="*/ 159527 h 1378815"/>
                <a:gd name="connsiteX32" fmla="*/ 9041799 w 10608447"/>
                <a:gd name="connsiteY32" fmla="*/ 132667 h 1378815"/>
                <a:gd name="connsiteX33" fmla="*/ 8911928 w 10608447"/>
                <a:gd name="connsiteY33" fmla="*/ 81302 h 1378815"/>
                <a:gd name="connsiteX34" fmla="*/ 8708194 w 10608447"/>
                <a:gd name="connsiteY34" fmla="*/ 10571 h 1378815"/>
                <a:gd name="connsiteX35" fmla="*/ 8137188 w 10608447"/>
                <a:gd name="connsiteY35" fmla="*/ 228447 h 1378815"/>
                <a:gd name="connsiteX36" fmla="*/ 8049763 w 10608447"/>
                <a:gd name="connsiteY36" fmla="*/ 288167 h 1378815"/>
                <a:gd name="connsiteX37" fmla="*/ 7569102 w 10608447"/>
                <a:gd name="connsiteY37" fmla="*/ 639767 h 1378815"/>
                <a:gd name="connsiteX38" fmla="*/ 7003215 w 10608447"/>
                <a:gd name="connsiteY38" fmla="*/ 1044331 h 1378815"/>
                <a:gd name="connsiteX39" fmla="*/ 6935298 w 10608447"/>
                <a:gd name="connsiteY39" fmla="*/ 1086144 h 1378815"/>
                <a:gd name="connsiteX40" fmla="*/ 6405593 w 10608447"/>
                <a:gd name="connsiteY40" fmla="*/ 1328823 h 1378815"/>
                <a:gd name="connsiteX41" fmla="*/ 6199415 w 10608447"/>
                <a:gd name="connsiteY41" fmla="*/ 1333766 h 1378815"/>
                <a:gd name="connsiteX42" fmla="*/ 5825317 w 10608447"/>
                <a:gd name="connsiteY42" fmla="*/ 1204705 h 1378815"/>
                <a:gd name="connsiteX43" fmla="*/ 5301383 w 10608447"/>
                <a:gd name="connsiteY43" fmla="*/ 907108 h 1378815"/>
                <a:gd name="connsiteX44" fmla="*/ 4810343 w 10608447"/>
                <a:gd name="connsiteY44" fmla="*/ 580522 h 1378815"/>
                <a:gd name="connsiteX45" fmla="*/ 4780633 w 10608447"/>
                <a:gd name="connsiteY45" fmla="*/ 560240 h 1378815"/>
                <a:gd name="connsiteX46" fmla="*/ 4716638 w 10608447"/>
                <a:gd name="connsiteY46" fmla="*/ 516404 h 1378815"/>
                <a:gd name="connsiteX47" fmla="*/ 4283383 w 10608447"/>
                <a:gd name="connsiteY47" fmla="*/ 238122 h 1378815"/>
                <a:gd name="connsiteX48" fmla="*/ 3912874 w 10608447"/>
                <a:gd name="connsiteY48" fmla="*/ 96536 h 1378815"/>
                <a:gd name="connsiteX49" fmla="*/ 2935737 w 10608447"/>
                <a:gd name="connsiteY49" fmla="*/ 300129 h 1378815"/>
                <a:gd name="connsiteX50" fmla="*/ 2380879 w 10608447"/>
                <a:gd name="connsiteY50" fmla="*/ 549351 h 1378815"/>
                <a:gd name="connsiteX51" fmla="*/ 1485292 w 10608447"/>
                <a:gd name="connsiteY51" fmla="*/ 792101 h 1378815"/>
                <a:gd name="connsiteX52" fmla="*/ 846896 w 10608447"/>
                <a:gd name="connsiteY52" fmla="*/ 999036 h 1378815"/>
                <a:gd name="connsiteX53" fmla="*/ 430194 w 10608447"/>
                <a:gd name="connsiteY53" fmla="*/ 1183174 h 1378815"/>
                <a:gd name="connsiteX54" fmla="*/ 2199 w 10608447"/>
                <a:gd name="connsiteY54" fmla="*/ 1378816 h 1378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0608447" h="1378815">
                  <a:moveTo>
                    <a:pt x="2199" y="1378816"/>
                  </a:moveTo>
                  <a:lnTo>
                    <a:pt x="0" y="1374576"/>
                  </a:lnTo>
                  <a:cubicBezTo>
                    <a:pt x="123063" y="1310951"/>
                    <a:pt x="257754" y="1252621"/>
                    <a:pt x="428277" y="1178776"/>
                  </a:cubicBezTo>
                  <a:cubicBezTo>
                    <a:pt x="548473" y="1126726"/>
                    <a:pt x="684694" y="1067745"/>
                    <a:pt x="844891" y="994673"/>
                  </a:cubicBezTo>
                  <a:cubicBezTo>
                    <a:pt x="1062662" y="895357"/>
                    <a:pt x="1271849" y="827563"/>
                    <a:pt x="1484395" y="787387"/>
                  </a:cubicBezTo>
                  <a:cubicBezTo>
                    <a:pt x="2239398" y="644710"/>
                    <a:pt x="2624297" y="451266"/>
                    <a:pt x="2933574" y="295854"/>
                  </a:cubicBezTo>
                  <a:cubicBezTo>
                    <a:pt x="3092152" y="216152"/>
                    <a:pt x="3229112" y="147337"/>
                    <a:pt x="3378772" y="108181"/>
                  </a:cubicBezTo>
                  <a:cubicBezTo>
                    <a:pt x="3457543" y="87565"/>
                    <a:pt x="3536349" y="75990"/>
                    <a:pt x="3619675" y="72789"/>
                  </a:cubicBezTo>
                  <a:cubicBezTo>
                    <a:pt x="3709932" y="69306"/>
                    <a:pt x="3806064" y="75533"/>
                    <a:pt x="3913577" y="91804"/>
                  </a:cubicBezTo>
                  <a:cubicBezTo>
                    <a:pt x="4024380" y="108585"/>
                    <a:pt x="4142624" y="153740"/>
                    <a:pt x="4285705" y="233936"/>
                  </a:cubicBezTo>
                  <a:cubicBezTo>
                    <a:pt x="4436756" y="318616"/>
                    <a:pt x="4580417" y="417159"/>
                    <a:pt x="4719330" y="512446"/>
                  </a:cubicBezTo>
                  <a:cubicBezTo>
                    <a:pt x="4740650" y="527082"/>
                    <a:pt x="4761969" y="541700"/>
                    <a:pt x="4783307" y="556265"/>
                  </a:cubicBezTo>
                  <a:lnTo>
                    <a:pt x="4813017" y="576564"/>
                  </a:lnTo>
                  <a:cubicBezTo>
                    <a:pt x="4970980" y="684464"/>
                    <a:pt x="5134326" y="796059"/>
                    <a:pt x="5303899" y="903044"/>
                  </a:cubicBezTo>
                  <a:cubicBezTo>
                    <a:pt x="5472662" y="1009537"/>
                    <a:pt x="5639685" y="1112389"/>
                    <a:pt x="5827323" y="1200342"/>
                  </a:cubicBezTo>
                  <a:cubicBezTo>
                    <a:pt x="5935662" y="1251126"/>
                    <a:pt x="6058462" y="1308700"/>
                    <a:pt x="6200083" y="1328999"/>
                  </a:cubicBezTo>
                  <a:cubicBezTo>
                    <a:pt x="6266294" y="1338498"/>
                    <a:pt x="6335161" y="1336844"/>
                    <a:pt x="6404732" y="1324091"/>
                  </a:cubicBezTo>
                  <a:cubicBezTo>
                    <a:pt x="6599230" y="1288910"/>
                    <a:pt x="6776438" y="1179005"/>
                    <a:pt x="6932782" y="1082063"/>
                  </a:cubicBezTo>
                  <a:cubicBezTo>
                    <a:pt x="6956407" y="1067410"/>
                    <a:pt x="6978711" y="1053584"/>
                    <a:pt x="7000734" y="1040215"/>
                  </a:cubicBezTo>
                  <a:cubicBezTo>
                    <a:pt x="7199032" y="919914"/>
                    <a:pt x="7385668" y="775566"/>
                    <a:pt x="7566182" y="635950"/>
                  </a:cubicBezTo>
                  <a:cubicBezTo>
                    <a:pt x="7720152" y="516862"/>
                    <a:pt x="7879346" y="393728"/>
                    <a:pt x="8047160" y="284139"/>
                  </a:cubicBezTo>
                  <a:cubicBezTo>
                    <a:pt x="8074690" y="266161"/>
                    <a:pt x="8103714" y="245932"/>
                    <a:pt x="8134462" y="224507"/>
                  </a:cubicBezTo>
                  <a:cubicBezTo>
                    <a:pt x="8297544" y="110855"/>
                    <a:pt x="8500503" y="-30591"/>
                    <a:pt x="8709021" y="5839"/>
                  </a:cubicBezTo>
                  <a:cubicBezTo>
                    <a:pt x="8784414" y="19014"/>
                    <a:pt x="8850238" y="48443"/>
                    <a:pt x="8913881" y="76922"/>
                  </a:cubicBezTo>
                  <a:cubicBezTo>
                    <a:pt x="8958086" y="96694"/>
                    <a:pt x="8999846" y="115375"/>
                    <a:pt x="9043153" y="128076"/>
                  </a:cubicBezTo>
                  <a:cubicBezTo>
                    <a:pt x="9069574" y="135815"/>
                    <a:pt x="9101783" y="144681"/>
                    <a:pt x="9139075" y="154919"/>
                  </a:cubicBezTo>
                  <a:cubicBezTo>
                    <a:pt x="9342069" y="210698"/>
                    <a:pt x="9681813" y="304069"/>
                    <a:pt x="9985953" y="464847"/>
                  </a:cubicBezTo>
                  <a:cubicBezTo>
                    <a:pt x="10154400" y="553907"/>
                    <a:pt x="10291044" y="653188"/>
                    <a:pt x="10392048" y="759980"/>
                  </a:cubicBezTo>
                  <a:cubicBezTo>
                    <a:pt x="10511910" y="886668"/>
                    <a:pt x="10584718" y="1027093"/>
                    <a:pt x="10608447" y="1177369"/>
                  </a:cubicBezTo>
                  <a:lnTo>
                    <a:pt x="10603733" y="1178107"/>
                  </a:lnTo>
                  <a:cubicBezTo>
                    <a:pt x="10560108" y="902059"/>
                    <a:pt x="10351502" y="663514"/>
                    <a:pt x="9983702" y="469068"/>
                  </a:cubicBezTo>
                  <a:cubicBezTo>
                    <a:pt x="9680019" y="308519"/>
                    <a:pt x="9340592" y="215254"/>
                    <a:pt x="9137791" y="159527"/>
                  </a:cubicBezTo>
                  <a:cubicBezTo>
                    <a:pt x="9100481" y="149272"/>
                    <a:pt x="9068255" y="140424"/>
                    <a:pt x="9041799" y="132667"/>
                  </a:cubicBezTo>
                  <a:cubicBezTo>
                    <a:pt x="8998174" y="119879"/>
                    <a:pt x="8956274" y="101145"/>
                    <a:pt x="8911928" y="81302"/>
                  </a:cubicBezTo>
                  <a:cubicBezTo>
                    <a:pt x="8848549" y="52946"/>
                    <a:pt x="8783007" y="23641"/>
                    <a:pt x="8708194" y="10571"/>
                  </a:cubicBezTo>
                  <a:cubicBezTo>
                    <a:pt x="8501629" y="-25507"/>
                    <a:pt x="8299549" y="115305"/>
                    <a:pt x="8137188" y="228447"/>
                  </a:cubicBezTo>
                  <a:cubicBezTo>
                    <a:pt x="8106422" y="249890"/>
                    <a:pt x="8077345" y="270154"/>
                    <a:pt x="8049763" y="288167"/>
                  </a:cubicBezTo>
                  <a:cubicBezTo>
                    <a:pt x="7882126" y="397668"/>
                    <a:pt x="7722984" y="520732"/>
                    <a:pt x="7569102" y="639767"/>
                  </a:cubicBezTo>
                  <a:cubicBezTo>
                    <a:pt x="7388500" y="779453"/>
                    <a:pt x="7201759" y="923889"/>
                    <a:pt x="7003215" y="1044331"/>
                  </a:cubicBezTo>
                  <a:cubicBezTo>
                    <a:pt x="6981209" y="1057683"/>
                    <a:pt x="6958921" y="1071509"/>
                    <a:pt x="6935298" y="1086144"/>
                  </a:cubicBezTo>
                  <a:cubicBezTo>
                    <a:pt x="6778583" y="1183332"/>
                    <a:pt x="6600972" y="1293466"/>
                    <a:pt x="6405593" y="1328823"/>
                  </a:cubicBezTo>
                  <a:cubicBezTo>
                    <a:pt x="6335513" y="1341664"/>
                    <a:pt x="6266136" y="1343336"/>
                    <a:pt x="6199415" y="1333766"/>
                  </a:cubicBezTo>
                  <a:cubicBezTo>
                    <a:pt x="6057108" y="1313361"/>
                    <a:pt x="5933957" y="1255629"/>
                    <a:pt x="5825317" y="1204705"/>
                  </a:cubicBezTo>
                  <a:cubicBezTo>
                    <a:pt x="5637432" y="1116629"/>
                    <a:pt x="5470270" y="1013689"/>
                    <a:pt x="5301383" y="907108"/>
                  </a:cubicBezTo>
                  <a:cubicBezTo>
                    <a:pt x="5131740" y="800069"/>
                    <a:pt x="4968359" y="688457"/>
                    <a:pt x="4810343" y="580522"/>
                  </a:cubicBezTo>
                  <a:lnTo>
                    <a:pt x="4780633" y="560240"/>
                  </a:lnTo>
                  <a:cubicBezTo>
                    <a:pt x="4759295" y="545675"/>
                    <a:pt x="4737976" y="531040"/>
                    <a:pt x="4716638" y="516404"/>
                  </a:cubicBezTo>
                  <a:cubicBezTo>
                    <a:pt x="4577796" y="421169"/>
                    <a:pt x="4434240" y="322697"/>
                    <a:pt x="4283383" y="238122"/>
                  </a:cubicBezTo>
                  <a:cubicBezTo>
                    <a:pt x="4140830" y="158208"/>
                    <a:pt x="4023096" y="113229"/>
                    <a:pt x="3912874" y="96536"/>
                  </a:cubicBezTo>
                  <a:cubicBezTo>
                    <a:pt x="3473304" y="29991"/>
                    <a:pt x="3259438" y="137451"/>
                    <a:pt x="2935737" y="300129"/>
                  </a:cubicBezTo>
                  <a:cubicBezTo>
                    <a:pt x="2783703" y="376542"/>
                    <a:pt x="2611385" y="463140"/>
                    <a:pt x="2380879" y="549351"/>
                  </a:cubicBezTo>
                  <a:cubicBezTo>
                    <a:pt x="2113644" y="649301"/>
                    <a:pt x="1820691" y="728705"/>
                    <a:pt x="1485292" y="792101"/>
                  </a:cubicBezTo>
                  <a:cubicBezTo>
                    <a:pt x="1273133" y="832190"/>
                    <a:pt x="1064315" y="899878"/>
                    <a:pt x="846896" y="999036"/>
                  </a:cubicBezTo>
                  <a:cubicBezTo>
                    <a:pt x="686647" y="1072107"/>
                    <a:pt x="550408" y="1131106"/>
                    <a:pt x="430194" y="1183174"/>
                  </a:cubicBezTo>
                  <a:cubicBezTo>
                    <a:pt x="259760" y="1256966"/>
                    <a:pt x="125121" y="1315261"/>
                    <a:pt x="2199" y="1378816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任意多边形: 形状 1391"/>
            <p:cNvSpPr/>
            <p:nvPr>
              <p:custDataLst>
                <p:tags r:id="rId12"/>
              </p:custDataLst>
            </p:nvPr>
          </p:nvSpPr>
          <p:spPr>
            <a:xfrm>
              <a:off x="1504096" y="3185348"/>
              <a:ext cx="10687217" cy="1450308"/>
            </a:xfrm>
            <a:custGeom>
              <a:avLst/>
              <a:gdLst>
                <a:gd name="connsiteX0" fmla="*/ 6403483 w 10687217"/>
                <a:gd name="connsiteY0" fmla="*/ 1450309 h 1450308"/>
                <a:gd name="connsiteX1" fmla="*/ 6312153 w 10687217"/>
                <a:gd name="connsiteY1" fmla="*/ 1443132 h 1450308"/>
                <a:gd name="connsiteX2" fmla="*/ 5931898 w 10687217"/>
                <a:gd name="connsiteY2" fmla="*/ 1297711 h 1450308"/>
                <a:gd name="connsiteX3" fmla="*/ 5407630 w 10687217"/>
                <a:gd name="connsiteY3" fmla="*/ 966850 h 1450308"/>
                <a:gd name="connsiteX4" fmla="*/ 4977031 w 10687217"/>
                <a:gd name="connsiteY4" fmla="*/ 652982 h 1450308"/>
                <a:gd name="connsiteX5" fmla="*/ 4887988 w 10687217"/>
                <a:gd name="connsiteY5" fmla="*/ 586719 h 1450308"/>
                <a:gd name="connsiteX6" fmla="*/ 4842780 w 10687217"/>
                <a:gd name="connsiteY6" fmla="*/ 553086 h 1450308"/>
                <a:gd name="connsiteX7" fmla="*/ 4387150 w 10687217"/>
                <a:gd name="connsiteY7" fmla="*/ 238848 h 1450308"/>
                <a:gd name="connsiteX8" fmla="*/ 4006983 w 10687217"/>
                <a:gd name="connsiteY8" fmla="*/ 91176 h 1450308"/>
                <a:gd name="connsiteX9" fmla="*/ 3107404 w 10687217"/>
                <a:gd name="connsiteY9" fmla="*/ 337408 h 1450308"/>
                <a:gd name="connsiteX10" fmla="*/ 2538666 w 10687217"/>
                <a:gd name="connsiteY10" fmla="*/ 644152 h 1450308"/>
                <a:gd name="connsiteX11" fmla="*/ 1561741 w 10687217"/>
                <a:gd name="connsiteY11" fmla="*/ 928820 h 1450308"/>
                <a:gd name="connsiteX12" fmla="*/ 899756 w 10687217"/>
                <a:gd name="connsiteY12" fmla="*/ 1129369 h 1450308"/>
                <a:gd name="connsiteX13" fmla="*/ 247745 w 10687217"/>
                <a:gd name="connsiteY13" fmla="*/ 1356058 h 1450308"/>
                <a:gd name="connsiteX14" fmla="*/ 1566 w 10687217"/>
                <a:gd name="connsiteY14" fmla="*/ 1434424 h 1450308"/>
                <a:gd name="connsiteX15" fmla="*/ 0 w 10687217"/>
                <a:gd name="connsiteY15" fmla="*/ 1429974 h 1450308"/>
                <a:gd name="connsiteX16" fmla="*/ 246373 w 10687217"/>
                <a:gd name="connsiteY16" fmla="*/ 1351538 h 1450308"/>
                <a:gd name="connsiteX17" fmla="*/ 897944 w 10687217"/>
                <a:gd name="connsiteY17" fmla="*/ 1124989 h 1450308"/>
                <a:gd name="connsiteX18" fmla="*/ 1560861 w 10687217"/>
                <a:gd name="connsiteY18" fmla="*/ 924158 h 1450308"/>
                <a:gd name="connsiteX19" fmla="*/ 3104905 w 10687217"/>
                <a:gd name="connsiteY19" fmla="*/ 333380 h 1450308"/>
                <a:gd name="connsiteX20" fmla="*/ 3507623 w 10687217"/>
                <a:gd name="connsiteY20" fmla="*/ 122786 h 1450308"/>
                <a:gd name="connsiteX21" fmla="*/ 4007582 w 10687217"/>
                <a:gd name="connsiteY21" fmla="*/ 86479 h 1450308"/>
                <a:gd name="connsiteX22" fmla="*/ 4389525 w 10687217"/>
                <a:gd name="connsiteY22" fmla="*/ 234767 h 1450308"/>
                <a:gd name="connsiteX23" fmla="*/ 4845577 w 10687217"/>
                <a:gd name="connsiteY23" fmla="*/ 549269 h 1450308"/>
                <a:gd name="connsiteX24" fmla="*/ 4890785 w 10687217"/>
                <a:gd name="connsiteY24" fmla="*/ 582902 h 1450308"/>
                <a:gd name="connsiteX25" fmla="*/ 4979828 w 10687217"/>
                <a:gd name="connsiteY25" fmla="*/ 649165 h 1450308"/>
                <a:gd name="connsiteX26" fmla="*/ 5410304 w 10687217"/>
                <a:gd name="connsiteY26" fmla="*/ 962945 h 1450308"/>
                <a:gd name="connsiteX27" fmla="*/ 5934062 w 10687217"/>
                <a:gd name="connsiteY27" fmla="*/ 1293489 h 1450308"/>
                <a:gd name="connsiteX28" fmla="*/ 6312874 w 10687217"/>
                <a:gd name="connsiteY28" fmla="*/ 1438435 h 1450308"/>
                <a:gd name="connsiteX29" fmla="*/ 6523468 w 10687217"/>
                <a:gd name="connsiteY29" fmla="*/ 1433668 h 1450308"/>
                <a:gd name="connsiteX30" fmla="*/ 7058959 w 10687217"/>
                <a:gd name="connsiteY30" fmla="*/ 1168262 h 1450308"/>
                <a:gd name="connsiteX31" fmla="*/ 7127123 w 10687217"/>
                <a:gd name="connsiteY31" fmla="*/ 1122650 h 1450308"/>
                <a:gd name="connsiteX32" fmla="*/ 7686871 w 10687217"/>
                <a:gd name="connsiteY32" fmla="*/ 689430 h 1450308"/>
                <a:gd name="connsiteX33" fmla="*/ 8174287 w 10687217"/>
                <a:gd name="connsiteY33" fmla="*/ 304619 h 1450308"/>
                <a:gd name="connsiteX34" fmla="*/ 8258968 w 10687217"/>
                <a:gd name="connsiteY34" fmla="*/ 242419 h 1450308"/>
                <a:gd name="connsiteX35" fmla="*/ 8533714 w 10687217"/>
                <a:gd name="connsiteY35" fmla="*/ 62345 h 1450308"/>
                <a:gd name="connsiteX36" fmla="*/ 8847793 w 10687217"/>
                <a:gd name="connsiteY36" fmla="*/ 7973 h 1450308"/>
                <a:gd name="connsiteX37" fmla="*/ 9055889 w 10687217"/>
                <a:gd name="connsiteY37" fmla="*/ 92090 h 1450308"/>
                <a:gd name="connsiteX38" fmla="*/ 9184212 w 10687217"/>
                <a:gd name="connsiteY38" fmla="*/ 151371 h 1450308"/>
                <a:gd name="connsiteX39" fmla="*/ 9322280 w 10687217"/>
                <a:gd name="connsiteY39" fmla="*/ 195365 h 1450308"/>
                <a:gd name="connsiteX40" fmla="*/ 10120891 w 10687217"/>
                <a:gd name="connsiteY40" fmla="*/ 513155 h 1450308"/>
                <a:gd name="connsiteX41" fmla="*/ 10489869 w 10687217"/>
                <a:gd name="connsiteY41" fmla="*/ 796979 h 1450308"/>
                <a:gd name="connsiteX42" fmla="*/ 10687217 w 10687217"/>
                <a:gd name="connsiteY42" fmla="*/ 1189441 h 1450308"/>
                <a:gd name="connsiteX43" fmla="*/ 10682574 w 10687217"/>
                <a:gd name="connsiteY43" fmla="*/ 1190197 h 1450308"/>
                <a:gd name="connsiteX44" fmla="*/ 10118586 w 10687217"/>
                <a:gd name="connsiteY44" fmla="*/ 517254 h 1450308"/>
                <a:gd name="connsiteX45" fmla="*/ 9320908 w 10687217"/>
                <a:gd name="connsiteY45" fmla="*/ 199868 h 1450308"/>
                <a:gd name="connsiteX46" fmla="*/ 9182681 w 10687217"/>
                <a:gd name="connsiteY46" fmla="*/ 155821 h 1450308"/>
                <a:gd name="connsiteX47" fmla="*/ 9053726 w 10687217"/>
                <a:gd name="connsiteY47" fmla="*/ 96259 h 1450308"/>
                <a:gd name="connsiteX48" fmla="*/ 8846843 w 10687217"/>
                <a:gd name="connsiteY48" fmla="*/ 12564 h 1450308"/>
                <a:gd name="connsiteX49" fmla="*/ 8261817 w 10687217"/>
                <a:gd name="connsiteY49" fmla="*/ 246166 h 1450308"/>
                <a:gd name="connsiteX50" fmla="*/ 8177013 w 10687217"/>
                <a:gd name="connsiteY50" fmla="*/ 308454 h 1450308"/>
                <a:gd name="connsiteX51" fmla="*/ 7689914 w 10687217"/>
                <a:gd name="connsiteY51" fmla="*/ 693018 h 1450308"/>
                <a:gd name="connsiteX52" fmla="*/ 7129726 w 10687217"/>
                <a:gd name="connsiteY52" fmla="*/ 1126555 h 1450308"/>
                <a:gd name="connsiteX53" fmla="*/ 7061598 w 10687217"/>
                <a:gd name="connsiteY53" fmla="*/ 1172149 h 1450308"/>
                <a:gd name="connsiteX54" fmla="*/ 6524382 w 10687217"/>
                <a:gd name="connsiteY54" fmla="*/ 1438259 h 1450308"/>
                <a:gd name="connsiteX55" fmla="*/ 6403483 w 10687217"/>
                <a:gd name="connsiteY55" fmla="*/ 1450309 h 14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0687217" h="1450308">
                  <a:moveTo>
                    <a:pt x="6403483" y="1450309"/>
                  </a:moveTo>
                  <a:cubicBezTo>
                    <a:pt x="6372647" y="1450309"/>
                    <a:pt x="6342145" y="1447917"/>
                    <a:pt x="6312153" y="1443132"/>
                  </a:cubicBezTo>
                  <a:cubicBezTo>
                    <a:pt x="6165624" y="1419772"/>
                    <a:pt x="6041452" y="1354933"/>
                    <a:pt x="5931898" y="1297711"/>
                  </a:cubicBezTo>
                  <a:cubicBezTo>
                    <a:pt x="5746529" y="1200910"/>
                    <a:pt x="5584802" y="1090600"/>
                    <a:pt x="5407630" y="966850"/>
                  </a:cubicBezTo>
                  <a:cubicBezTo>
                    <a:pt x="5259728" y="863541"/>
                    <a:pt x="5116014" y="756503"/>
                    <a:pt x="4977031" y="652982"/>
                  </a:cubicBezTo>
                  <a:cubicBezTo>
                    <a:pt x="4947338" y="630871"/>
                    <a:pt x="4917681" y="608777"/>
                    <a:pt x="4887988" y="586719"/>
                  </a:cubicBezTo>
                  <a:cubicBezTo>
                    <a:pt x="4872913" y="575531"/>
                    <a:pt x="4857855" y="564309"/>
                    <a:pt x="4842780" y="553086"/>
                  </a:cubicBezTo>
                  <a:cubicBezTo>
                    <a:pt x="4697728" y="445097"/>
                    <a:pt x="4547734" y="333433"/>
                    <a:pt x="4387150" y="238848"/>
                  </a:cubicBezTo>
                  <a:cubicBezTo>
                    <a:pt x="4241676" y="153182"/>
                    <a:pt x="4120882" y="106251"/>
                    <a:pt x="4006983" y="91176"/>
                  </a:cubicBezTo>
                  <a:cubicBezTo>
                    <a:pt x="3592920" y="36381"/>
                    <a:pt x="3389274" y="162646"/>
                    <a:pt x="3107404" y="337408"/>
                  </a:cubicBezTo>
                  <a:cubicBezTo>
                    <a:pt x="2954682" y="432098"/>
                    <a:pt x="2781592" y="539400"/>
                    <a:pt x="2538666" y="644152"/>
                  </a:cubicBezTo>
                  <a:cubicBezTo>
                    <a:pt x="2256760" y="765703"/>
                    <a:pt x="1937193" y="858827"/>
                    <a:pt x="1561741" y="928820"/>
                  </a:cubicBezTo>
                  <a:cubicBezTo>
                    <a:pt x="1346327" y="968979"/>
                    <a:pt x="1129787" y="1034574"/>
                    <a:pt x="899756" y="1129369"/>
                  </a:cubicBezTo>
                  <a:cubicBezTo>
                    <a:pt x="631430" y="1239943"/>
                    <a:pt x="427591" y="1301633"/>
                    <a:pt x="247745" y="1356058"/>
                  </a:cubicBezTo>
                  <a:cubicBezTo>
                    <a:pt x="160267" y="1382532"/>
                    <a:pt x="77645" y="1407546"/>
                    <a:pt x="1566" y="1434424"/>
                  </a:cubicBezTo>
                  <a:lnTo>
                    <a:pt x="0" y="1429974"/>
                  </a:lnTo>
                  <a:cubicBezTo>
                    <a:pt x="76167" y="1403061"/>
                    <a:pt x="158843" y="1378029"/>
                    <a:pt x="246373" y="1351538"/>
                  </a:cubicBezTo>
                  <a:cubicBezTo>
                    <a:pt x="426113" y="1297130"/>
                    <a:pt x="629829" y="1235476"/>
                    <a:pt x="897944" y="1124989"/>
                  </a:cubicBezTo>
                  <a:cubicBezTo>
                    <a:pt x="1128275" y="1030071"/>
                    <a:pt x="1345131" y="964388"/>
                    <a:pt x="1560861" y="924158"/>
                  </a:cubicBezTo>
                  <a:cubicBezTo>
                    <a:pt x="2406192" y="766565"/>
                    <a:pt x="2810035" y="516181"/>
                    <a:pt x="3104905" y="333380"/>
                  </a:cubicBezTo>
                  <a:cubicBezTo>
                    <a:pt x="3246984" y="245287"/>
                    <a:pt x="3369696" y="169208"/>
                    <a:pt x="3507623" y="122786"/>
                  </a:cubicBezTo>
                  <a:cubicBezTo>
                    <a:pt x="3656686" y="72618"/>
                    <a:pt x="3815563" y="61078"/>
                    <a:pt x="4007582" y="86479"/>
                  </a:cubicBezTo>
                  <a:cubicBezTo>
                    <a:pt x="4122131" y="101642"/>
                    <a:pt x="4243506" y="148750"/>
                    <a:pt x="4389525" y="234767"/>
                  </a:cubicBezTo>
                  <a:cubicBezTo>
                    <a:pt x="4550320" y="329475"/>
                    <a:pt x="4700420" y="441210"/>
                    <a:pt x="4845577" y="549269"/>
                  </a:cubicBezTo>
                  <a:cubicBezTo>
                    <a:pt x="4860652" y="560491"/>
                    <a:pt x="4875727" y="571714"/>
                    <a:pt x="4890785" y="582902"/>
                  </a:cubicBezTo>
                  <a:cubicBezTo>
                    <a:pt x="4920478" y="604943"/>
                    <a:pt x="4950135" y="627036"/>
                    <a:pt x="4979828" y="649165"/>
                  </a:cubicBezTo>
                  <a:cubicBezTo>
                    <a:pt x="5118776" y="752668"/>
                    <a:pt x="5262473" y="859689"/>
                    <a:pt x="5410304" y="962945"/>
                  </a:cubicBezTo>
                  <a:cubicBezTo>
                    <a:pt x="5587335" y="1086589"/>
                    <a:pt x="5748939" y="1196829"/>
                    <a:pt x="5934062" y="1293489"/>
                  </a:cubicBezTo>
                  <a:cubicBezTo>
                    <a:pt x="6043299" y="1350535"/>
                    <a:pt x="6167119" y="1415198"/>
                    <a:pt x="6312874" y="1438435"/>
                  </a:cubicBezTo>
                  <a:cubicBezTo>
                    <a:pt x="6381108" y="1449306"/>
                    <a:pt x="6451945" y="1447705"/>
                    <a:pt x="6523468" y="1433668"/>
                  </a:cubicBezTo>
                  <a:cubicBezTo>
                    <a:pt x="6722522" y="1395075"/>
                    <a:pt x="6909070" y="1269320"/>
                    <a:pt x="7058959" y="1168262"/>
                  </a:cubicBezTo>
                  <a:cubicBezTo>
                    <a:pt x="7082689" y="1152255"/>
                    <a:pt x="7105116" y="1137144"/>
                    <a:pt x="7127123" y="1122650"/>
                  </a:cubicBezTo>
                  <a:cubicBezTo>
                    <a:pt x="7324400" y="992691"/>
                    <a:pt x="7508678" y="838527"/>
                    <a:pt x="7686871" y="689430"/>
                  </a:cubicBezTo>
                  <a:cubicBezTo>
                    <a:pt x="7842442" y="559278"/>
                    <a:pt x="8003325" y="424675"/>
                    <a:pt x="8174287" y="304619"/>
                  </a:cubicBezTo>
                  <a:cubicBezTo>
                    <a:pt x="8200849" y="285974"/>
                    <a:pt x="8229081" y="264812"/>
                    <a:pt x="8258968" y="242419"/>
                  </a:cubicBezTo>
                  <a:cubicBezTo>
                    <a:pt x="8341028" y="180940"/>
                    <a:pt x="8434046" y="111247"/>
                    <a:pt x="8533714" y="62345"/>
                  </a:cubicBezTo>
                  <a:cubicBezTo>
                    <a:pt x="8649231" y="5668"/>
                    <a:pt x="8751978" y="-12116"/>
                    <a:pt x="8847793" y="7973"/>
                  </a:cubicBezTo>
                  <a:cubicBezTo>
                    <a:pt x="8925349" y="24244"/>
                    <a:pt x="8991719" y="58739"/>
                    <a:pt x="9055889" y="92090"/>
                  </a:cubicBezTo>
                  <a:cubicBezTo>
                    <a:pt x="9099654" y="114853"/>
                    <a:pt x="9141009" y="136331"/>
                    <a:pt x="9184212" y="151371"/>
                  </a:cubicBezTo>
                  <a:cubicBezTo>
                    <a:pt x="9219974" y="163825"/>
                    <a:pt x="9267380" y="178443"/>
                    <a:pt x="9322280" y="195365"/>
                  </a:cubicBezTo>
                  <a:cubicBezTo>
                    <a:pt x="9529655" y="259306"/>
                    <a:pt x="9843066" y="355949"/>
                    <a:pt x="10120891" y="513155"/>
                  </a:cubicBezTo>
                  <a:cubicBezTo>
                    <a:pt x="10273964" y="599771"/>
                    <a:pt x="10398117" y="695270"/>
                    <a:pt x="10489869" y="796979"/>
                  </a:cubicBezTo>
                  <a:cubicBezTo>
                    <a:pt x="10598051" y="916893"/>
                    <a:pt x="10664438" y="1048946"/>
                    <a:pt x="10687217" y="1189441"/>
                  </a:cubicBezTo>
                  <a:lnTo>
                    <a:pt x="10682574" y="1190197"/>
                  </a:lnTo>
                  <a:cubicBezTo>
                    <a:pt x="10640673" y="931722"/>
                    <a:pt x="10450924" y="705297"/>
                    <a:pt x="10118586" y="517254"/>
                  </a:cubicBezTo>
                  <a:cubicBezTo>
                    <a:pt x="9841201" y="360294"/>
                    <a:pt x="9528107" y="263757"/>
                    <a:pt x="9320908" y="199868"/>
                  </a:cubicBezTo>
                  <a:cubicBezTo>
                    <a:pt x="9265973" y="182928"/>
                    <a:pt x="9218513" y="168293"/>
                    <a:pt x="9182681" y="155821"/>
                  </a:cubicBezTo>
                  <a:cubicBezTo>
                    <a:pt x="9139145" y="140676"/>
                    <a:pt x="9097649" y="119092"/>
                    <a:pt x="9053726" y="96259"/>
                  </a:cubicBezTo>
                  <a:cubicBezTo>
                    <a:pt x="8989836" y="63048"/>
                    <a:pt x="8923766" y="28694"/>
                    <a:pt x="8846843" y="12564"/>
                  </a:cubicBezTo>
                  <a:cubicBezTo>
                    <a:pt x="8633400" y="-32204"/>
                    <a:pt x="8427362" y="122153"/>
                    <a:pt x="8261817" y="246166"/>
                  </a:cubicBezTo>
                  <a:cubicBezTo>
                    <a:pt x="8231896" y="268594"/>
                    <a:pt x="8203628" y="289755"/>
                    <a:pt x="8177013" y="308454"/>
                  </a:cubicBezTo>
                  <a:cubicBezTo>
                    <a:pt x="8006210" y="428404"/>
                    <a:pt x="7845414" y="562936"/>
                    <a:pt x="7689914" y="693018"/>
                  </a:cubicBezTo>
                  <a:cubicBezTo>
                    <a:pt x="7511616" y="842186"/>
                    <a:pt x="7327232" y="996438"/>
                    <a:pt x="7129726" y="1126555"/>
                  </a:cubicBezTo>
                  <a:cubicBezTo>
                    <a:pt x="7107738" y="1141050"/>
                    <a:pt x="7085327" y="1156142"/>
                    <a:pt x="7061598" y="1172149"/>
                  </a:cubicBezTo>
                  <a:cubicBezTo>
                    <a:pt x="6911357" y="1273436"/>
                    <a:pt x="6724369" y="1399490"/>
                    <a:pt x="6524382" y="1438259"/>
                  </a:cubicBezTo>
                  <a:cubicBezTo>
                    <a:pt x="6483749" y="1446316"/>
                    <a:pt x="6443325" y="1450309"/>
                    <a:pt x="6403483" y="1450309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任意多边形: 形状 1392"/>
            <p:cNvSpPr/>
            <p:nvPr>
              <p:custDataLst>
                <p:tags r:id="rId13"/>
              </p:custDataLst>
            </p:nvPr>
          </p:nvSpPr>
          <p:spPr>
            <a:xfrm>
              <a:off x="1425255" y="3123031"/>
              <a:ext cx="10766041" cy="1560771"/>
            </a:xfrm>
            <a:custGeom>
              <a:avLst/>
              <a:gdLst>
                <a:gd name="connsiteX0" fmla="*/ 6520653 w 10766041"/>
                <a:gd name="connsiteY0" fmla="*/ 1560771 h 1560771"/>
                <a:gd name="connsiteX1" fmla="*/ 6424908 w 10766041"/>
                <a:gd name="connsiteY1" fmla="*/ 1552539 h 1560771"/>
                <a:gd name="connsiteX2" fmla="*/ 6038515 w 10766041"/>
                <a:gd name="connsiteY2" fmla="*/ 1390759 h 1560771"/>
                <a:gd name="connsiteX3" fmla="*/ 5513930 w 10766041"/>
                <a:gd name="connsiteY3" fmla="*/ 1026634 h 1560771"/>
                <a:gd name="connsiteX4" fmla="*/ 5132760 w 10766041"/>
                <a:gd name="connsiteY4" fmla="*/ 724007 h 1560771"/>
                <a:gd name="connsiteX5" fmla="*/ 4995396 w 10766041"/>
                <a:gd name="connsiteY5" fmla="*/ 613257 h 1560771"/>
                <a:gd name="connsiteX6" fmla="*/ 4965052 w 10766041"/>
                <a:gd name="connsiteY6" fmla="*/ 588894 h 1560771"/>
                <a:gd name="connsiteX7" fmla="*/ 4490970 w 10766041"/>
                <a:gd name="connsiteY7" fmla="*/ 239634 h 1560771"/>
                <a:gd name="connsiteX8" fmla="*/ 4101128 w 10766041"/>
                <a:gd name="connsiteY8" fmla="*/ 85875 h 1560771"/>
                <a:gd name="connsiteX9" fmla="*/ 3262517 w 10766041"/>
                <a:gd name="connsiteY9" fmla="*/ 373533 h 1560771"/>
                <a:gd name="connsiteX10" fmla="*/ 2686673 w 10766041"/>
                <a:gd name="connsiteY10" fmla="*/ 739434 h 1560771"/>
                <a:gd name="connsiteX11" fmla="*/ 1638224 w 10766041"/>
                <a:gd name="connsiteY11" fmla="*/ 1065580 h 1560771"/>
                <a:gd name="connsiteX12" fmla="*/ 952651 w 10766041"/>
                <a:gd name="connsiteY12" fmla="*/ 1259744 h 1560771"/>
                <a:gd name="connsiteX13" fmla="*/ 189995 w 10766041"/>
                <a:gd name="connsiteY13" fmla="*/ 1455087 h 1560771"/>
                <a:gd name="connsiteX14" fmla="*/ 967 w 10766041"/>
                <a:gd name="connsiteY14" fmla="*/ 1490039 h 1560771"/>
                <a:gd name="connsiteX15" fmla="*/ 0 w 10766041"/>
                <a:gd name="connsiteY15" fmla="*/ 1485484 h 1560771"/>
                <a:gd name="connsiteX16" fmla="*/ 189186 w 10766041"/>
                <a:gd name="connsiteY16" fmla="*/ 1450496 h 1560771"/>
                <a:gd name="connsiteX17" fmla="*/ 951015 w 10766041"/>
                <a:gd name="connsiteY17" fmla="*/ 1255364 h 1560771"/>
                <a:gd name="connsiteX18" fmla="*/ 1637362 w 10766041"/>
                <a:gd name="connsiteY18" fmla="*/ 1060989 h 1560771"/>
                <a:gd name="connsiteX19" fmla="*/ 3259702 w 10766041"/>
                <a:gd name="connsiteY19" fmla="*/ 369804 h 1560771"/>
                <a:gd name="connsiteX20" fmla="*/ 4101638 w 10766041"/>
                <a:gd name="connsiteY20" fmla="*/ 81249 h 1560771"/>
                <a:gd name="connsiteX21" fmla="*/ 4493397 w 10766041"/>
                <a:gd name="connsiteY21" fmla="*/ 235659 h 1560771"/>
                <a:gd name="connsiteX22" fmla="*/ 4967954 w 10766041"/>
                <a:gd name="connsiteY22" fmla="*/ 585253 h 1560771"/>
                <a:gd name="connsiteX23" fmla="*/ 4998298 w 10766041"/>
                <a:gd name="connsiteY23" fmla="*/ 609616 h 1560771"/>
                <a:gd name="connsiteX24" fmla="*/ 5135663 w 10766041"/>
                <a:gd name="connsiteY24" fmla="*/ 720383 h 1560771"/>
                <a:gd name="connsiteX25" fmla="*/ 5516744 w 10766041"/>
                <a:gd name="connsiteY25" fmla="*/ 1022940 h 1560771"/>
                <a:gd name="connsiteX26" fmla="*/ 6040819 w 10766041"/>
                <a:gd name="connsiteY26" fmla="*/ 1386730 h 1560771"/>
                <a:gd name="connsiteX27" fmla="*/ 6425700 w 10766041"/>
                <a:gd name="connsiteY27" fmla="*/ 1547948 h 1560771"/>
                <a:gd name="connsiteX28" fmla="*/ 6642239 w 10766041"/>
                <a:gd name="connsiteY28" fmla="*/ 1543339 h 1560771"/>
                <a:gd name="connsiteX29" fmla="*/ 7186086 w 10766041"/>
                <a:gd name="connsiteY29" fmla="*/ 1253940 h 1560771"/>
                <a:gd name="connsiteX30" fmla="*/ 7253563 w 10766041"/>
                <a:gd name="connsiteY30" fmla="*/ 1205196 h 1560771"/>
                <a:gd name="connsiteX31" fmla="*/ 7808703 w 10766041"/>
                <a:gd name="connsiteY31" fmla="*/ 742846 h 1560771"/>
                <a:gd name="connsiteX32" fmla="*/ 8301502 w 10766041"/>
                <a:gd name="connsiteY32" fmla="*/ 325212 h 1560771"/>
                <a:gd name="connsiteX33" fmla="*/ 8383368 w 10766041"/>
                <a:gd name="connsiteY33" fmla="*/ 260901 h 1560771"/>
                <a:gd name="connsiteX34" fmla="*/ 8662952 w 10766041"/>
                <a:gd name="connsiteY34" fmla="*/ 65945 h 1560771"/>
                <a:gd name="connsiteX35" fmla="*/ 8986635 w 10766041"/>
                <a:gd name="connsiteY35" fmla="*/ 10236 h 1560771"/>
                <a:gd name="connsiteX36" fmla="*/ 9198231 w 10766041"/>
                <a:gd name="connsiteY36" fmla="*/ 107652 h 1560771"/>
                <a:gd name="connsiteX37" fmla="*/ 9325323 w 10766041"/>
                <a:gd name="connsiteY37" fmla="*/ 174830 h 1560771"/>
                <a:gd name="connsiteX38" fmla="*/ 9495125 w 10766041"/>
                <a:gd name="connsiteY38" fmla="*/ 235272 h 1560771"/>
                <a:gd name="connsiteX39" fmla="*/ 10246187 w 10766041"/>
                <a:gd name="connsiteY39" fmla="*/ 557337 h 1560771"/>
                <a:gd name="connsiteX40" fmla="*/ 10584190 w 10766041"/>
                <a:gd name="connsiteY40" fmla="*/ 830781 h 1560771"/>
                <a:gd name="connsiteX41" fmla="*/ 10766041 w 10766041"/>
                <a:gd name="connsiteY41" fmla="*/ 1201696 h 1560771"/>
                <a:gd name="connsiteX42" fmla="*/ 10761450 w 10766041"/>
                <a:gd name="connsiteY42" fmla="*/ 1202470 h 1560771"/>
                <a:gd name="connsiteX43" fmla="*/ 10243795 w 10766041"/>
                <a:gd name="connsiteY43" fmla="*/ 561330 h 1560771"/>
                <a:gd name="connsiteX44" fmla="*/ 9493629 w 10766041"/>
                <a:gd name="connsiteY44" fmla="*/ 239669 h 1560771"/>
                <a:gd name="connsiteX45" fmla="*/ 9323582 w 10766041"/>
                <a:gd name="connsiteY45" fmla="*/ 179140 h 1560771"/>
                <a:gd name="connsiteX46" fmla="*/ 9195857 w 10766041"/>
                <a:gd name="connsiteY46" fmla="*/ 111645 h 1560771"/>
                <a:gd name="connsiteX47" fmla="*/ 8985527 w 10766041"/>
                <a:gd name="connsiteY47" fmla="*/ 14739 h 1560771"/>
                <a:gd name="connsiteX48" fmla="*/ 8386270 w 10766041"/>
                <a:gd name="connsiteY48" fmla="*/ 264507 h 1560771"/>
                <a:gd name="connsiteX49" fmla="*/ 8304281 w 10766041"/>
                <a:gd name="connsiteY49" fmla="*/ 328906 h 1560771"/>
                <a:gd name="connsiteX50" fmla="*/ 7811798 w 10766041"/>
                <a:gd name="connsiteY50" fmla="*/ 746277 h 1560771"/>
                <a:gd name="connsiteX51" fmla="*/ 7256255 w 10766041"/>
                <a:gd name="connsiteY51" fmla="*/ 1208960 h 1560771"/>
                <a:gd name="connsiteX52" fmla="*/ 7188830 w 10766041"/>
                <a:gd name="connsiteY52" fmla="*/ 1257669 h 1560771"/>
                <a:gd name="connsiteX53" fmla="*/ 6643206 w 10766041"/>
                <a:gd name="connsiteY53" fmla="*/ 1547860 h 1560771"/>
                <a:gd name="connsiteX54" fmla="*/ 6520653 w 10766041"/>
                <a:gd name="connsiteY54" fmla="*/ 1560771 h 156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0766041" h="1560771">
                  <a:moveTo>
                    <a:pt x="6520653" y="1560771"/>
                  </a:moveTo>
                  <a:cubicBezTo>
                    <a:pt x="6488339" y="1560771"/>
                    <a:pt x="6456360" y="1558027"/>
                    <a:pt x="6424908" y="1552539"/>
                  </a:cubicBezTo>
                  <a:cubicBezTo>
                    <a:pt x="6274016" y="1526206"/>
                    <a:pt x="6143425" y="1451112"/>
                    <a:pt x="6038515" y="1390759"/>
                  </a:cubicBezTo>
                  <a:cubicBezTo>
                    <a:pt x="5840428" y="1276842"/>
                    <a:pt x="5666967" y="1143911"/>
                    <a:pt x="5513930" y="1026634"/>
                  </a:cubicBezTo>
                  <a:cubicBezTo>
                    <a:pt x="5383601" y="926756"/>
                    <a:pt x="5256087" y="823692"/>
                    <a:pt x="5132760" y="724007"/>
                  </a:cubicBezTo>
                  <a:cubicBezTo>
                    <a:pt x="5087781" y="687647"/>
                    <a:pt x="5041254" y="650039"/>
                    <a:pt x="4995396" y="613257"/>
                  </a:cubicBezTo>
                  <a:cubicBezTo>
                    <a:pt x="4985281" y="605148"/>
                    <a:pt x="4975184" y="597021"/>
                    <a:pt x="4965052" y="588894"/>
                  </a:cubicBezTo>
                  <a:cubicBezTo>
                    <a:pt x="4815128" y="468452"/>
                    <a:pt x="4660085" y="343893"/>
                    <a:pt x="4490970" y="239634"/>
                  </a:cubicBezTo>
                  <a:cubicBezTo>
                    <a:pt x="4342523" y="148128"/>
                    <a:pt x="4218650" y="99261"/>
                    <a:pt x="4101128" y="85875"/>
                  </a:cubicBezTo>
                  <a:cubicBezTo>
                    <a:pt x="3706326" y="40896"/>
                    <a:pt x="3520165" y="180424"/>
                    <a:pt x="3262517" y="373533"/>
                  </a:cubicBezTo>
                  <a:cubicBezTo>
                    <a:pt x="3111010" y="487080"/>
                    <a:pt x="2939291" y="615772"/>
                    <a:pt x="2686673" y="739434"/>
                  </a:cubicBezTo>
                  <a:cubicBezTo>
                    <a:pt x="2393280" y="883043"/>
                    <a:pt x="2050318" y="989730"/>
                    <a:pt x="1638224" y="1065580"/>
                  </a:cubicBezTo>
                  <a:cubicBezTo>
                    <a:pt x="1420031" y="1105739"/>
                    <a:pt x="1195770" y="1169259"/>
                    <a:pt x="952651" y="1259744"/>
                  </a:cubicBezTo>
                  <a:cubicBezTo>
                    <a:pt x="634121" y="1378305"/>
                    <a:pt x="387871" y="1420874"/>
                    <a:pt x="189995" y="1455087"/>
                  </a:cubicBezTo>
                  <a:cubicBezTo>
                    <a:pt x="123503" y="1466592"/>
                    <a:pt x="60705" y="1477445"/>
                    <a:pt x="967" y="1490039"/>
                  </a:cubicBezTo>
                  <a:lnTo>
                    <a:pt x="0" y="1485484"/>
                  </a:lnTo>
                  <a:cubicBezTo>
                    <a:pt x="59825" y="1472872"/>
                    <a:pt x="122659" y="1462000"/>
                    <a:pt x="189186" y="1450496"/>
                  </a:cubicBezTo>
                  <a:cubicBezTo>
                    <a:pt x="386869" y="1416318"/>
                    <a:pt x="632890" y="1373784"/>
                    <a:pt x="951015" y="1255364"/>
                  </a:cubicBezTo>
                  <a:cubicBezTo>
                    <a:pt x="1194397" y="1164773"/>
                    <a:pt x="1418905" y="1101201"/>
                    <a:pt x="1637362" y="1060989"/>
                  </a:cubicBezTo>
                  <a:cubicBezTo>
                    <a:pt x="2565369" y="890185"/>
                    <a:pt x="2966679" y="589404"/>
                    <a:pt x="3259702" y="369804"/>
                  </a:cubicBezTo>
                  <a:cubicBezTo>
                    <a:pt x="3518213" y="176062"/>
                    <a:pt x="3705007" y="36059"/>
                    <a:pt x="4101638" y="81249"/>
                  </a:cubicBezTo>
                  <a:cubicBezTo>
                    <a:pt x="4219864" y="94723"/>
                    <a:pt x="4344335" y="143783"/>
                    <a:pt x="4493397" y="235659"/>
                  </a:cubicBezTo>
                  <a:cubicBezTo>
                    <a:pt x="4662776" y="340076"/>
                    <a:pt x="4817925" y="464705"/>
                    <a:pt x="4967954" y="585253"/>
                  </a:cubicBezTo>
                  <a:cubicBezTo>
                    <a:pt x="4978069" y="593380"/>
                    <a:pt x="4988183" y="601506"/>
                    <a:pt x="4998298" y="609616"/>
                  </a:cubicBezTo>
                  <a:cubicBezTo>
                    <a:pt x="5044157" y="646415"/>
                    <a:pt x="5090684" y="684024"/>
                    <a:pt x="5135663" y="720383"/>
                  </a:cubicBezTo>
                  <a:cubicBezTo>
                    <a:pt x="5258972" y="820051"/>
                    <a:pt x="5386468" y="923097"/>
                    <a:pt x="5516744" y="1022940"/>
                  </a:cubicBezTo>
                  <a:cubicBezTo>
                    <a:pt x="5669676" y="1140129"/>
                    <a:pt x="5842996" y="1272972"/>
                    <a:pt x="6040819" y="1386730"/>
                  </a:cubicBezTo>
                  <a:cubicBezTo>
                    <a:pt x="6145429" y="1446890"/>
                    <a:pt x="6275617" y="1521755"/>
                    <a:pt x="6425700" y="1547948"/>
                  </a:cubicBezTo>
                  <a:cubicBezTo>
                    <a:pt x="6495939" y="1560208"/>
                    <a:pt x="6568781" y="1558643"/>
                    <a:pt x="6642239" y="1543339"/>
                  </a:cubicBezTo>
                  <a:cubicBezTo>
                    <a:pt x="6846271" y="1501280"/>
                    <a:pt x="7034684" y="1364127"/>
                    <a:pt x="7186086" y="1253940"/>
                  </a:cubicBezTo>
                  <a:cubicBezTo>
                    <a:pt x="7209622" y="1236806"/>
                    <a:pt x="7231839" y="1220641"/>
                    <a:pt x="7253563" y="1205196"/>
                  </a:cubicBezTo>
                  <a:cubicBezTo>
                    <a:pt x="7450120" y="1065457"/>
                    <a:pt x="7632410" y="901460"/>
                    <a:pt x="7808703" y="742846"/>
                  </a:cubicBezTo>
                  <a:cubicBezTo>
                    <a:pt x="7965575" y="601718"/>
                    <a:pt x="8127777" y="455769"/>
                    <a:pt x="8301502" y="325212"/>
                  </a:cubicBezTo>
                  <a:cubicBezTo>
                    <a:pt x="8327043" y="306021"/>
                    <a:pt x="8354396" y="284103"/>
                    <a:pt x="8383368" y="260901"/>
                  </a:cubicBezTo>
                  <a:cubicBezTo>
                    <a:pt x="8466483" y="194321"/>
                    <a:pt x="8560680" y="118875"/>
                    <a:pt x="8662952" y="65945"/>
                  </a:cubicBezTo>
                  <a:cubicBezTo>
                    <a:pt x="8781829" y="4413"/>
                    <a:pt x="8887706" y="-13811"/>
                    <a:pt x="8986635" y="10236"/>
                  </a:cubicBezTo>
                  <a:cubicBezTo>
                    <a:pt x="9066514" y="29656"/>
                    <a:pt x="9133480" y="69305"/>
                    <a:pt x="9198231" y="107652"/>
                  </a:cubicBezTo>
                  <a:cubicBezTo>
                    <a:pt x="9241469" y="133264"/>
                    <a:pt x="9282315" y="157433"/>
                    <a:pt x="9325323" y="174830"/>
                  </a:cubicBezTo>
                  <a:cubicBezTo>
                    <a:pt x="9367453" y="191858"/>
                    <a:pt x="9426609" y="211981"/>
                    <a:pt x="9495125" y="235272"/>
                  </a:cubicBezTo>
                  <a:cubicBezTo>
                    <a:pt x="9692508" y="302397"/>
                    <a:pt x="9990791" y="403824"/>
                    <a:pt x="10246187" y="557337"/>
                  </a:cubicBezTo>
                  <a:cubicBezTo>
                    <a:pt x="10386366" y="641595"/>
                    <a:pt x="10500090" y="733594"/>
                    <a:pt x="10584190" y="830781"/>
                  </a:cubicBezTo>
                  <a:cubicBezTo>
                    <a:pt x="10682873" y="944803"/>
                    <a:pt x="10744053" y="1069591"/>
                    <a:pt x="10766041" y="1201696"/>
                  </a:cubicBezTo>
                  <a:lnTo>
                    <a:pt x="10761450" y="1202470"/>
                  </a:lnTo>
                  <a:cubicBezTo>
                    <a:pt x="10720957" y="959175"/>
                    <a:pt x="10546792" y="743462"/>
                    <a:pt x="10243795" y="561330"/>
                  </a:cubicBezTo>
                  <a:cubicBezTo>
                    <a:pt x="9988820" y="408063"/>
                    <a:pt x="9690820" y="306724"/>
                    <a:pt x="9493629" y="239669"/>
                  </a:cubicBezTo>
                  <a:cubicBezTo>
                    <a:pt x="9425062" y="216344"/>
                    <a:pt x="9365834" y="196203"/>
                    <a:pt x="9323582" y="179140"/>
                  </a:cubicBezTo>
                  <a:cubicBezTo>
                    <a:pt x="9280239" y="161620"/>
                    <a:pt x="9239253" y="137345"/>
                    <a:pt x="9195857" y="111645"/>
                  </a:cubicBezTo>
                  <a:cubicBezTo>
                    <a:pt x="9131387" y="73474"/>
                    <a:pt x="9064737" y="34001"/>
                    <a:pt x="8985527" y="14739"/>
                  </a:cubicBezTo>
                  <a:cubicBezTo>
                    <a:pt x="8765029" y="-38877"/>
                    <a:pt x="8546115" y="136483"/>
                    <a:pt x="8386270" y="264507"/>
                  </a:cubicBezTo>
                  <a:cubicBezTo>
                    <a:pt x="8357281" y="287726"/>
                    <a:pt x="8329893" y="309662"/>
                    <a:pt x="8304281" y="328906"/>
                  </a:cubicBezTo>
                  <a:cubicBezTo>
                    <a:pt x="8130715" y="459357"/>
                    <a:pt x="7968583" y="605218"/>
                    <a:pt x="7811798" y="746277"/>
                  </a:cubicBezTo>
                  <a:cubicBezTo>
                    <a:pt x="7635418" y="904961"/>
                    <a:pt x="7453022" y="1069063"/>
                    <a:pt x="7256255" y="1208960"/>
                  </a:cubicBezTo>
                  <a:cubicBezTo>
                    <a:pt x="7234565" y="1224387"/>
                    <a:pt x="7212349" y="1240553"/>
                    <a:pt x="7188830" y="1257669"/>
                  </a:cubicBezTo>
                  <a:cubicBezTo>
                    <a:pt x="7037076" y="1368137"/>
                    <a:pt x="6848206" y="1505607"/>
                    <a:pt x="6643206" y="1547860"/>
                  </a:cubicBezTo>
                  <a:cubicBezTo>
                    <a:pt x="6602045" y="1556479"/>
                    <a:pt x="6561094" y="1560771"/>
                    <a:pt x="6520653" y="156077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任意多边形: 形状 1393"/>
            <p:cNvSpPr/>
            <p:nvPr>
              <p:custDataLst>
                <p:tags r:id="rId14"/>
              </p:custDataLst>
            </p:nvPr>
          </p:nvSpPr>
          <p:spPr>
            <a:xfrm>
              <a:off x="1346397" y="3060537"/>
              <a:ext cx="10844846" cy="1671410"/>
            </a:xfrm>
            <a:custGeom>
              <a:avLst/>
              <a:gdLst>
                <a:gd name="connsiteX0" fmla="*/ 6637630 w 10844846"/>
                <a:gd name="connsiteY0" fmla="*/ 1671410 h 1671410"/>
                <a:gd name="connsiteX1" fmla="*/ 6537698 w 10844846"/>
                <a:gd name="connsiteY1" fmla="*/ 1662105 h 1671410"/>
                <a:gd name="connsiteX2" fmla="*/ 6145166 w 10844846"/>
                <a:gd name="connsiteY2" fmla="*/ 1483966 h 1671410"/>
                <a:gd name="connsiteX3" fmla="*/ 5620247 w 10844846"/>
                <a:gd name="connsiteY3" fmla="*/ 1086560 h 1671410"/>
                <a:gd name="connsiteX4" fmla="*/ 5279430 w 10844846"/>
                <a:gd name="connsiteY4" fmla="*/ 793484 h 1671410"/>
                <a:gd name="connsiteX5" fmla="*/ 5102804 w 10844846"/>
                <a:gd name="connsiteY5" fmla="*/ 639919 h 1671410"/>
                <a:gd name="connsiteX6" fmla="*/ 5084492 w 10844846"/>
                <a:gd name="connsiteY6" fmla="*/ 624123 h 1671410"/>
                <a:gd name="connsiteX7" fmla="*/ 4594789 w 10844846"/>
                <a:gd name="connsiteY7" fmla="*/ 240543 h 1671410"/>
                <a:gd name="connsiteX8" fmla="*/ 4195255 w 10844846"/>
                <a:gd name="connsiteY8" fmla="*/ 80698 h 1671410"/>
                <a:gd name="connsiteX9" fmla="*/ 3407005 w 10844846"/>
                <a:gd name="connsiteY9" fmla="*/ 408533 h 1671410"/>
                <a:gd name="connsiteX10" fmla="*/ 2828453 w 10844846"/>
                <a:gd name="connsiteY10" fmla="*/ 834928 h 1671410"/>
                <a:gd name="connsiteX11" fmla="*/ 1714673 w 10844846"/>
                <a:gd name="connsiteY11" fmla="*/ 1202482 h 1671410"/>
                <a:gd name="connsiteX12" fmla="*/ 1005528 w 10844846"/>
                <a:gd name="connsiteY12" fmla="*/ 1390261 h 1671410"/>
                <a:gd name="connsiteX13" fmla="*/ 535896 w 10844846"/>
                <a:gd name="connsiteY13" fmla="*/ 1502647 h 1671410"/>
                <a:gd name="connsiteX14" fmla="*/ 162976 w 10844846"/>
                <a:gd name="connsiteY14" fmla="*/ 1535313 h 1671410"/>
                <a:gd name="connsiteX15" fmla="*/ 387 w 10844846"/>
                <a:gd name="connsiteY15" fmla="*/ 1545761 h 1671410"/>
                <a:gd name="connsiteX16" fmla="*/ 0 w 10844846"/>
                <a:gd name="connsiteY16" fmla="*/ 1541188 h 1671410"/>
                <a:gd name="connsiteX17" fmla="*/ 162730 w 10844846"/>
                <a:gd name="connsiteY17" fmla="*/ 1530721 h 1671410"/>
                <a:gd name="connsiteX18" fmla="*/ 1004085 w 10844846"/>
                <a:gd name="connsiteY18" fmla="*/ 1385916 h 1671410"/>
                <a:gd name="connsiteX19" fmla="*/ 1713881 w 10844846"/>
                <a:gd name="connsiteY19" fmla="*/ 1197979 h 1671410"/>
                <a:gd name="connsiteX20" fmla="*/ 3403980 w 10844846"/>
                <a:gd name="connsiteY20" fmla="*/ 405120 h 1671410"/>
                <a:gd name="connsiteX21" fmla="*/ 3745535 w 10844846"/>
                <a:gd name="connsiteY21" fmla="*/ 147718 h 1671410"/>
                <a:gd name="connsiteX22" fmla="*/ 4195713 w 10844846"/>
                <a:gd name="connsiteY22" fmla="*/ 76142 h 1671410"/>
                <a:gd name="connsiteX23" fmla="*/ 4597287 w 10844846"/>
                <a:gd name="connsiteY23" fmla="*/ 236691 h 1671410"/>
                <a:gd name="connsiteX24" fmla="*/ 5087500 w 10844846"/>
                <a:gd name="connsiteY24" fmla="*/ 620657 h 1671410"/>
                <a:gd name="connsiteX25" fmla="*/ 5105811 w 10844846"/>
                <a:gd name="connsiteY25" fmla="*/ 636454 h 1671410"/>
                <a:gd name="connsiteX26" fmla="*/ 5282455 w 10844846"/>
                <a:gd name="connsiteY26" fmla="*/ 790037 h 1671410"/>
                <a:gd name="connsiteX27" fmla="*/ 5623185 w 10844846"/>
                <a:gd name="connsiteY27" fmla="*/ 1083060 h 1671410"/>
                <a:gd name="connsiteX28" fmla="*/ 6147594 w 10844846"/>
                <a:gd name="connsiteY28" fmla="*/ 1480096 h 1671410"/>
                <a:gd name="connsiteX29" fmla="*/ 6538543 w 10844846"/>
                <a:gd name="connsiteY29" fmla="*/ 1657602 h 1671410"/>
                <a:gd name="connsiteX30" fmla="*/ 6761028 w 10844846"/>
                <a:gd name="connsiteY30" fmla="*/ 1653134 h 1671410"/>
                <a:gd name="connsiteX31" fmla="*/ 7313881 w 10844846"/>
                <a:gd name="connsiteY31" fmla="*/ 1339125 h 1671410"/>
                <a:gd name="connsiteX32" fmla="*/ 7380004 w 10844846"/>
                <a:gd name="connsiteY32" fmla="*/ 1287849 h 1671410"/>
                <a:gd name="connsiteX33" fmla="*/ 7931362 w 10844846"/>
                <a:gd name="connsiteY33" fmla="*/ 796193 h 1671410"/>
                <a:gd name="connsiteX34" fmla="*/ 8428699 w 10844846"/>
                <a:gd name="connsiteY34" fmla="*/ 345911 h 1671410"/>
                <a:gd name="connsiteX35" fmla="*/ 8507609 w 10844846"/>
                <a:gd name="connsiteY35" fmla="*/ 279911 h 1671410"/>
                <a:gd name="connsiteX36" fmla="*/ 8792014 w 10844846"/>
                <a:gd name="connsiteY36" fmla="*/ 69810 h 1671410"/>
                <a:gd name="connsiteX37" fmla="*/ 9125442 w 10844846"/>
                <a:gd name="connsiteY37" fmla="*/ 12605 h 1671410"/>
                <a:gd name="connsiteX38" fmla="*/ 9340820 w 10844846"/>
                <a:gd name="connsiteY38" fmla="*/ 123619 h 1671410"/>
                <a:gd name="connsiteX39" fmla="*/ 9466417 w 10844846"/>
                <a:gd name="connsiteY39" fmla="*/ 198414 h 1671410"/>
                <a:gd name="connsiteX40" fmla="*/ 9660088 w 10844846"/>
                <a:gd name="connsiteY40" fmla="*/ 274563 h 1671410"/>
                <a:gd name="connsiteX41" fmla="*/ 10365118 w 10844846"/>
                <a:gd name="connsiteY41" fmla="*/ 598722 h 1671410"/>
                <a:gd name="connsiteX42" fmla="*/ 10676206 w 10844846"/>
                <a:gd name="connsiteY42" fmla="*/ 862457 h 1671410"/>
                <a:gd name="connsiteX43" fmla="*/ 10844846 w 10844846"/>
                <a:gd name="connsiteY43" fmla="*/ 1214074 h 1671410"/>
                <a:gd name="connsiteX44" fmla="*/ 10840326 w 10844846"/>
                <a:gd name="connsiteY44" fmla="*/ 1214848 h 1671410"/>
                <a:gd name="connsiteX45" fmla="*/ 10362672 w 10844846"/>
                <a:gd name="connsiteY45" fmla="*/ 602592 h 1671410"/>
                <a:gd name="connsiteX46" fmla="*/ 9658505 w 10844846"/>
                <a:gd name="connsiteY46" fmla="*/ 278873 h 1671410"/>
                <a:gd name="connsiteX47" fmla="*/ 9464499 w 10844846"/>
                <a:gd name="connsiteY47" fmla="*/ 202601 h 1671410"/>
                <a:gd name="connsiteX48" fmla="*/ 9338287 w 10844846"/>
                <a:gd name="connsiteY48" fmla="*/ 127471 h 1671410"/>
                <a:gd name="connsiteX49" fmla="*/ 9124228 w 10844846"/>
                <a:gd name="connsiteY49" fmla="*/ 17056 h 1671410"/>
                <a:gd name="connsiteX50" fmla="*/ 8510582 w 10844846"/>
                <a:gd name="connsiteY50" fmla="*/ 283429 h 1671410"/>
                <a:gd name="connsiteX51" fmla="*/ 8431566 w 10844846"/>
                <a:gd name="connsiteY51" fmla="*/ 349534 h 1671410"/>
                <a:gd name="connsiteX52" fmla="*/ 7934546 w 10844846"/>
                <a:gd name="connsiteY52" fmla="*/ 799553 h 1671410"/>
                <a:gd name="connsiteX53" fmla="*/ 7382783 w 10844846"/>
                <a:gd name="connsiteY53" fmla="*/ 1291543 h 1671410"/>
                <a:gd name="connsiteX54" fmla="*/ 7316713 w 10844846"/>
                <a:gd name="connsiteY54" fmla="*/ 1342784 h 1671410"/>
                <a:gd name="connsiteX55" fmla="*/ 6762013 w 10844846"/>
                <a:gd name="connsiteY55" fmla="*/ 1657654 h 1671410"/>
                <a:gd name="connsiteX56" fmla="*/ 6637630 w 10844846"/>
                <a:gd name="connsiteY56" fmla="*/ 1671410 h 167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10844846" h="1671410">
                  <a:moveTo>
                    <a:pt x="6637630" y="1671410"/>
                  </a:moveTo>
                  <a:cubicBezTo>
                    <a:pt x="6603909" y="1671410"/>
                    <a:pt x="6570540" y="1668314"/>
                    <a:pt x="6537698" y="1662105"/>
                  </a:cubicBezTo>
                  <a:cubicBezTo>
                    <a:pt x="6382304" y="1632764"/>
                    <a:pt x="6250814" y="1550265"/>
                    <a:pt x="6145166" y="1483966"/>
                  </a:cubicBezTo>
                  <a:cubicBezTo>
                    <a:pt x="5948732" y="1360727"/>
                    <a:pt x="5774217" y="1215077"/>
                    <a:pt x="5620247" y="1086560"/>
                  </a:cubicBezTo>
                  <a:cubicBezTo>
                    <a:pt x="5504149" y="989672"/>
                    <a:pt x="5389916" y="889933"/>
                    <a:pt x="5279430" y="793484"/>
                  </a:cubicBezTo>
                  <a:cubicBezTo>
                    <a:pt x="5221645" y="743035"/>
                    <a:pt x="5161890" y="690861"/>
                    <a:pt x="5102804" y="639919"/>
                  </a:cubicBezTo>
                  <a:lnTo>
                    <a:pt x="5084492" y="624123"/>
                  </a:lnTo>
                  <a:cubicBezTo>
                    <a:pt x="4930662" y="491437"/>
                    <a:pt x="4771591" y="354231"/>
                    <a:pt x="4594789" y="240543"/>
                  </a:cubicBezTo>
                  <a:cubicBezTo>
                    <a:pt x="4443299" y="143127"/>
                    <a:pt x="4316331" y="92343"/>
                    <a:pt x="4195255" y="80698"/>
                  </a:cubicBezTo>
                  <a:cubicBezTo>
                    <a:pt x="3815686" y="44215"/>
                    <a:pt x="3644266" y="197024"/>
                    <a:pt x="3407005" y="408533"/>
                  </a:cubicBezTo>
                  <a:cubicBezTo>
                    <a:pt x="3257961" y="541412"/>
                    <a:pt x="3089021" y="692005"/>
                    <a:pt x="2828453" y="834928"/>
                  </a:cubicBezTo>
                  <a:cubicBezTo>
                    <a:pt x="2525596" y="1001053"/>
                    <a:pt x="2161279" y="1121266"/>
                    <a:pt x="1714673" y="1202482"/>
                  </a:cubicBezTo>
                  <a:cubicBezTo>
                    <a:pt x="1491343" y="1243098"/>
                    <a:pt x="1266009" y="1302748"/>
                    <a:pt x="1005528" y="1390261"/>
                  </a:cubicBezTo>
                  <a:cubicBezTo>
                    <a:pt x="848462" y="1443015"/>
                    <a:pt x="694844" y="1479779"/>
                    <a:pt x="535896" y="1502647"/>
                  </a:cubicBezTo>
                  <a:cubicBezTo>
                    <a:pt x="397300" y="1522577"/>
                    <a:pt x="272812" y="1529349"/>
                    <a:pt x="162976" y="1535313"/>
                  </a:cubicBezTo>
                  <a:cubicBezTo>
                    <a:pt x="106071" y="1538409"/>
                    <a:pt x="52314" y="1541328"/>
                    <a:pt x="387" y="1545761"/>
                  </a:cubicBezTo>
                  <a:lnTo>
                    <a:pt x="0" y="1541188"/>
                  </a:lnTo>
                  <a:cubicBezTo>
                    <a:pt x="51998" y="1536737"/>
                    <a:pt x="105790" y="1533817"/>
                    <a:pt x="162730" y="1530721"/>
                  </a:cubicBezTo>
                  <a:cubicBezTo>
                    <a:pt x="380747" y="1518883"/>
                    <a:pt x="652081" y="1504142"/>
                    <a:pt x="1004085" y="1385916"/>
                  </a:cubicBezTo>
                  <a:cubicBezTo>
                    <a:pt x="1264795" y="1298350"/>
                    <a:pt x="1490323" y="1238631"/>
                    <a:pt x="1713881" y="1197979"/>
                  </a:cubicBezTo>
                  <a:cubicBezTo>
                    <a:pt x="2719743" y="1015072"/>
                    <a:pt x="3115214" y="662540"/>
                    <a:pt x="3403980" y="405120"/>
                  </a:cubicBezTo>
                  <a:cubicBezTo>
                    <a:pt x="3522540" y="299437"/>
                    <a:pt x="3624934" y="208159"/>
                    <a:pt x="3745535" y="147718"/>
                  </a:cubicBezTo>
                  <a:cubicBezTo>
                    <a:pt x="3876743" y="81982"/>
                    <a:pt x="4019789" y="59238"/>
                    <a:pt x="4195713" y="76142"/>
                  </a:cubicBezTo>
                  <a:cubicBezTo>
                    <a:pt x="4317544" y="87857"/>
                    <a:pt x="4445146" y="138870"/>
                    <a:pt x="4597287" y="236691"/>
                  </a:cubicBezTo>
                  <a:cubicBezTo>
                    <a:pt x="4774371" y="350555"/>
                    <a:pt x="4933565" y="487866"/>
                    <a:pt x="5087500" y="620657"/>
                  </a:cubicBezTo>
                  <a:lnTo>
                    <a:pt x="5105811" y="636454"/>
                  </a:lnTo>
                  <a:cubicBezTo>
                    <a:pt x="5164916" y="687413"/>
                    <a:pt x="5224671" y="739587"/>
                    <a:pt x="5282455" y="790037"/>
                  </a:cubicBezTo>
                  <a:cubicBezTo>
                    <a:pt x="5392907" y="886468"/>
                    <a:pt x="5507139" y="986189"/>
                    <a:pt x="5623185" y="1083060"/>
                  </a:cubicBezTo>
                  <a:cubicBezTo>
                    <a:pt x="5777049" y="1211471"/>
                    <a:pt x="5951424" y="1357015"/>
                    <a:pt x="6147594" y="1480096"/>
                  </a:cubicBezTo>
                  <a:cubicBezTo>
                    <a:pt x="6252926" y="1546183"/>
                    <a:pt x="6384010" y="1628419"/>
                    <a:pt x="6538543" y="1657602"/>
                  </a:cubicBezTo>
                  <a:cubicBezTo>
                    <a:pt x="6610787" y="1671235"/>
                    <a:pt x="6685635" y="1669739"/>
                    <a:pt x="6761028" y="1653134"/>
                  </a:cubicBezTo>
                  <a:cubicBezTo>
                    <a:pt x="6970356" y="1607521"/>
                    <a:pt x="7160826" y="1458706"/>
                    <a:pt x="7313881" y="1339125"/>
                  </a:cubicBezTo>
                  <a:cubicBezTo>
                    <a:pt x="7336960" y="1321095"/>
                    <a:pt x="7358772" y="1304050"/>
                    <a:pt x="7380004" y="1287849"/>
                  </a:cubicBezTo>
                  <a:cubicBezTo>
                    <a:pt x="7576050" y="1138224"/>
                    <a:pt x="7756688" y="964359"/>
                    <a:pt x="7931362" y="796193"/>
                  </a:cubicBezTo>
                  <a:cubicBezTo>
                    <a:pt x="8089272" y="644193"/>
                    <a:pt x="8252547" y="487004"/>
                    <a:pt x="8428699" y="345911"/>
                  </a:cubicBezTo>
                  <a:cubicBezTo>
                    <a:pt x="8453220" y="326280"/>
                    <a:pt x="8479641" y="303746"/>
                    <a:pt x="8507609" y="279911"/>
                  </a:cubicBezTo>
                  <a:cubicBezTo>
                    <a:pt x="8591763" y="208194"/>
                    <a:pt x="8687139" y="126891"/>
                    <a:pt x="8792014" y="69810"/>
                  </a:cubicBezTo>
                  <a:cubicBezTo>
                    <a:pt x="8914303" y="3247"/>
                    <a:pt x="9023364" y="-15469"/>
                    <a:pt x="9125442" y="12605"/>
                  </a:cubicBezTo>
                  <a:cubicBezTo>
                    <a:pt x="9207783" y="35244"/>
                    <a:pt x="9275419" y="80170"/>
                    <a:pt x="9340820" y="123619"/>
                  </a:cubicBezTo>
                  <a:cubicBezTo>
                    <a:pt x="9383442" y="151922"/>
                    <a:pt x="9423690" y="178660"/>
                    <a:pt x="9466417" y="198414"/>
                  </a:cubicBezTo>
                  <a:cubicBezTo>
                    <a:pt x="9512962" y="219927"/>
                    <a:pt x="9581142" y="245240"/>
                    <a:pt x="9660088" y="274563"/>
                  </a:cubicBezTo>
                  <a:cubicBezTo>
                    <a:pt x="9858193" y="348127"/>
                    <a:pt x="10129492" y="448886"/>
                    <a:pt x="10365118" y="598722"/>
                  </a:cubicBezTo>
                  <a:cubicBezTo>
                    <a:pt x="10494039" y="680711"/>
                    <a:pt x="10598702" y="769438"/>
                    <a:pt x="10676206" y="862457"/>
                  </a:cubicBezTo>
                  <a:cubicBezTo>
                    <a:pt x="10766780" y="971166"/>
                    <a:pt x="10823527" y="1089463"/>
                    <a:pt x="10844846" y="1214074"/>
                  </a:cubicBezTo>
                  <a:lnTo>
                    <a:pt x="10840326" y="1214848"/>
                  </a:lnTo>
                  <a:cubicBezTo>
                    <a:pt x="10801029" y="985151"/>
                    <a:pt x="10640321" y="779166"/>
                    <a:pt x="10362672" y="602592"/>
                  </a:cubicBezTo>
                  <a:cubicBezTo>
                    <a:pt x="10127469" y="453002"/>
                    <a:pt x="9856417" y="352349"/>
                    <a:pt x="9658505" y="278873"/>
                  </a:cubicBezTo>
                  <a:cubicBezTo>
                    <a:pt x="9579472" y="249515"/>
                    <a:pt x="9511203" y="224167"/>
                    <a:pt x="9464499" y="202601"/>
                  </a:cubicBezTo>
                  <a:cubicBezTo>
                    <a:pt x="9421456" y="182706"/>
                    <a:pt x="9381050" y="155880"/>
                    <a:pt x="9338287" y="127471"/>
                  </a:cubicBezTo>
                  <a:cubicBezTo>
                    <a:pt x="9273185" y="84234"/>
                    <a:pt x="9205866" y="39501"/>
                    <a:pt x="9124228" y="17056"/>
                  </a:cubicBezTo>
                  <a:cubicBezTo>
                    <a:pt x="8896554" y="-45567"/>
                    <a:pt x="8673471" y="144587"/>
                    <a:pt x="8510582" y="283429"/>
                  </a:cubicBezTo>
                  <a:cubicBezTo>
                    <a:pt x="8482578" y="307299"/>
                    <a:pt x="8456122" y="329851"/>
                    <a:pt x="8431566" y="349534"/>
                  </a:cubicBezTo>
                  <a:cubicBezTo>
                    <a:pt x="8255590" y="490505"/>
                    <a:pt x="8092385" y="647606"/>
                    <a:pt x="7934546" y="799553"/>
                  </a:cubicBezTo>
                  <a:cubicBezTo>
                    <a:pt x="7759766" y="967789"/>
                    <a:pt x="7579058" y="1141759"/>
                    <a:pt x="7382783" y="1291543"/>
                  </a:cubicBezTo>
                  <a:cubicBezTo>
                    <a:pt x="7361586" y="1307726"/>
                    <a:pt x="7339774" y="1324754"/>
                    <a:pt x="7316713" y="1342784"/>
                  </a:cubicBezTo>
                  <a:cubicBezTo>
                    <a:pt x="7163288" y="1462646"/>
                    <a:pt x="6972361" y="1611831"/>
                    <a:pt x="6762013" y="1657654"/>
                  </a:cubicBezTo>
                  <a:cubicBezTo>
                    <a:pt x="6720288" y="1666820"/>
                    <a:pt x="6678704" y="1671410"/>
                    <a:pt x="6637630" y="1671410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任意多边形: 形状 1394"/>
            <p:cNvSpPr/>
            <p:nvPr>
              <p:custDataLst>
                <p:tags r:id="rId15"/>
              </p:custDataLst>
            </p:nvPr>
          </p:nvSpPr>
          <p:spPr>
            <a:xfrm>
              <a:off x="1267380" y="2998087"/>
              <a:ext cx="10923775" cy="1782023"/>
            </a:xfrm>
            <a:custGeom>
              <a:avLst/>
              <a:gdLst>
                <a:gd name="connsiteX0" fmla="*/ 6754607 w 10923775"/>
                <a:gd name="connsiteY0" fmla="*/ 1782023 h 1782023"/>
                <a:gd name="connsiteX1" fmla="*/ 6650665 w 10923775"/>
                <a:gd name="connsiteY1" fmla="*/ 1771645 h 1782023"/>
                <a:gd name="connsiteX2" fmla="*/ 6251993 w 10923775"/>
                <a:gd name="connsiteY2" fmla="*/ 1577164 h 1782023"/>
                <a:gd name="connsiteX3" fmla="*/ 5726757 w 10923775"/>
                <a:gd name="connsiteY3" fmla="*/ 1146495 h 1782023"/>
                <a:gd name="connsiteX4" fmla="*/ 5419345 w 10923775"/>
                <a:gd name="connsiteY4" fmla="*/ 861581 h 1782023"/>
                <a:gd name="connsiteX5" fmla="*/ 5210405 w 10923775"/>
                <a:gd name="connsiteY5" fmla="*/ 666590 h 1782023"/>
                <a:gd name="connsiteX6" fmla="*/ 5201908 w 10923775"/>
                <a:gd name="connsiteY6" fmla="*/ 658762 h 1782023"/>
                <a:gd name="connsiteX7" fmla="*/ 4698784 w 10923775"/>
                <a:gd name="connsiteY7" fmla="*/ 241462 h 1782023"/>
                <a:gd name="connsiteX8" fmla="*/ 4289576 w 10923775"/>
                <a:gd name="connsiteY8" fmla="*/ 75530 h 1782023"/>
                <a:gd name="connsiteX9" fmla="*/ 3544458 w 10923775"/>
                <a:gd name="connsiteY9" fmla="*/ 442293 h 1782023"/>
                <a:gd name="connsiteX10" fmla="*/ 2966239 w 10923775"/>
                <a:gd name="connsiteY10" fmla="*/ 930307 h 1782023"/>
                <a:gd name="connsiteX11" fmla="*/ 1791315 w 10923775"/>
                <a:gd name="connsiteY11" fmla="*/ 1339375 h 1782023"/>
                <a:gd name="connsiteX12" fmla="*/ 1058599 w 10923775"/>
                <a:gd name="connsiteY12" fmla="*/ 1520751 h 1782023"/>
                <a:gd name="connsiteX13" fmla="*/ 551657 w 10923775"/>
                <a:gd name="connsiteY13" fmla="*/ 1612239 h 1782023"/>
                <a:gd name="connsiteX14" fmla="*/ 148148 w 10923775"/>
                <a:gd name="connsiteY14" fmla="*/ 1607912 h 1782023"/>
                <a:gd name="connsiteX15" fmla="*/ 0 w 10923775"/>
                <a:gd name="connsiteY15" fmla="*/ 1601403 h 1782023"/>
                <a:gd name="connsiteX16" fmla="*/ 123 w 10923775"/>
                <a:gd name="connsiteY16" fmla="*/ 1596883 h 1782023"/>
                <a:gd name="connsiteX17" fmla="*/ 148394 w 10923775"/>
                <a:gd name="connsiteY17" fmla="*/ 1603391 h 1782023"/>
                <a:gd name="connsiteX18" fmla="*/ 1057297 w 10923775"/>
                <a:gd name="connsiteY18" fmla="*/ 1516424 h 1782023"/>
                <a:gd name="connsiteX19" fmla="*/ 1790523 w 10923775"/>
                <a:gd name="connsiteY19" fmla="*/ 1334925 h 1782023"/>
                <a:gd name="connsiteX20" fmla="*/ 3541186 w 10923775"/>
                <a:gd name="connsiteY20" fmla="*/ 439161 h 1782023"/>
                <a:gd name="connsiteX21" fmla="*/ 3858801 w 10923775"/>
                <a:gd name="connsiteY21" fmla="*/ 158592 h 1782023"/>
                <a:gd name="connsiteX22" fmla="*/ 4289927 w 10923775"/>
                <a:gd name="connsiteY22" fmla="*/ 71009 h 1782023"/>
                <a:gd name="connsiteX23" fmla="*/ 4701300 w 10923775"/>
                <a:gd name="connsiteY23" fmla="*/ 237697 h 1782023"/>
                <a:gd name="connsiteX24" fmla="*/ 5204969 w 10923775"/>
                <a:gd name="connsiteY24" fmla="*/ 655437 h 1782023"/>
                <a:gd name="connsiteX25" fmla="*/ 5213466 w 10923775"/>
                <a:gd name="connsiteY25" fmla="*/ 663265 h 1782023"/>
                <a:gd name="connsiteX26" fmla="*/ 5422441 w 10923775"/>
                <a:gd name="connsiteY26" fmla="*/ 858274 h 1782023"/>
                <a:gd name="connsiteX27" fmla="*/ 5729783 w 10923775"/>
                <a:gd name="connsiteY27" fmla="*/ 1143135 h 1782023"/>
                <a:gd name="connsiteX28" fmla="*/ 6254526 w 10923775"/>
                <a:gd name="connsiteY28" fmla="*/ 1573417 h 1782023"/>
                <a:gd name="connsiteX29" fmla="*/ 6651562 w 10923775"/>
                <a:gd name="connsiteY29" fmla="*/ 1767212 h 1782023"/>
                <a:gd name="connsiteX30" fmla="*/ 6879993 w 10923775"/>
                <a:gd name="connsiteY30" fmla="*/ 1762902 h 1782023"/>
                <a:gd name="connsiteX31" fmla="*/ 7442345 w 10923775"/>
                <a:gd name="connsiteY31" fmla="*/ 1423739 h 1782023"/>
                <a:gd name="connsiteX32" fmla="*/ 7506621 w 10923775"/>
                <a:gd name="connsiteY32" fmla="*/ 1370493 h 1782023"/>
                <a:gd name="connsiteX33" fmla="*/ 8054865 w 10923775"/>
                <a:gd name="connsiteY33" fmla="*/ 849408 h 1782023"/>
                <a:gd name="connsiteX34" fmla="*/ 8556071 w 10923775"/>
                <a:gd name="connsiteY34" fmla="*/ 366618 h 1782023"/>
                <a:gd name="connsiteX35" fmla="*/ 8631922 w 10923775"/>
                <a:gd name="connsiteY35" fmla="*/ 299334 h 1782023"/>
                <a:gd name="connsiteX36" fmla="*/ 9264407 w 10923775"/>
                <a:gd name="connsiteY36" fmla="*/ 14983 h 1782023"/>
                <a:gd name="connsiteX37" fmla="*/ 9483867 w 10923775"/>
                <a:gd name="connsiteY37" fmla="*/ 139929 h 1782023"/>
                <a:gd name="connsiteX38" fmla="*/ 9607651 w 10923775"/>
                <a:gd name="connsiteY38" fmla="*/ 221971 h 1782023"/>
                <a:gd name="connsiteX39" fmla="*/ 9819002 w 10923775"/>
                <a:gd name="connsiteY39" fmla="*/ 313073 h 1782023"/>
                <a:gd name="connsiteX40" fmla="*/ 10923775 w 10923775"/>
                <a:gd name="connsiteY40" fmla="*/ 1226408 h 1782023"/>
                <a:gd name="connsiteX41" fmla="*/ 10919325 w 10923775"/>
                <a:gd name="connsiteY41" fmla="*/ 1227200 h 1782023"/>
                <a:gd name="connsiteX42" fmla="*/ 9817313 w 10923775"/>
                <a:gd name="connsiteY42" fmla="*/ 317259 h 1782023"/>
                <a:gd name="connsiteX43" fmla="*/ 9605558 w 10923775"/>
                <a:gd name="connsiteY43" fmla="*/ 225964 h 1782023"/>
                <a:gd name="connsiteX44" fmla="*/ 9481175 w 10923775"/>
                <a:gd name="connsiteY44" fmla="*/ 143553 h 1782023"/>
                <a:gd name="connsiteX45" fmla="*/ 9263071 w 10923775"/>
                <a:gd name="connsiteY45" fmla="*/ 19293 h 1782023"/>
                <a:gd name="connsiteX46" fmla="*/ 8634930 w 10923775"/>
                <a:gd name="connsiteY46" fmla="*/ 302677 h 1782023"/>
                <a:gd name="connsiteX47" fmla="*/ 8558974 w 10923775"/>
                <a:gd name="connsiteY47" fmla="*/ 370048 h 1782023"/>
                <a:gd name="connsiteX48" fmla="*/ 8058084 w 10923775"/>
                <a:gd name="connsiteY48" fmla="*/ 852557 h 1782023"/>
                <a:gd name="connsiteX49" fmla="*/ 7509453 w 10923775"/>
                <a:gd name="connsiteY49" fmla="*/ 1373993 h 1782023"/>
                <a:gd name="connsiteX50" fmla="*/ 7445212 w 10923775"/>
                <a:gd name="connsiteY50" fmla="*/ 1427204 h 1782023"/>
                <a:gd name="connsiteX51" fmla="*/ 6880978 w 10923775"/>
                <a:gd name="connsiteY51" fmla="*/ 1767300 h 1782023"/>
                <a:gd name="connsiteX52" fmla="*/ 6754607 w 10923775"/>
                <a:gd name="connsiteY52" fmla="*/ 1782023 h 178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0923775" h="1782023">
                  <a:moveTo>
                    <a:pt x="6754607" y="1782023"/>
                  </a:moveTo>
                  <a:cubicBezTo>
                    <a:pt x="6719550" y="1782023"/>
                    <a:pt x="6684844" y="1778575"/>
                    <a:pt x="6650665" y="1771645"/>
                  </a:cubicBezTo>
                  <a:cubicBezTo>
                    <a:pt x="6490679" y="1739261"/>
                    <a:pt x="6358328" y="1649373"/>
                    <a:pt x="6251993" y="1577164"/>
                  </a:cubicBezTo>
                  <a:cubicBezTo>
                    <a:pt x="6056738" y="1444549"/>
                    <a:pt x="5888995" y="1293024"/>
                    <a:pt x="5726757" y="1146495"/>
                  </a:cubicBezTo>
                  <a:cubicBezTo>
                    <a:pt x="5622340" y="1052174"/>
                    <a:pt x="5519154" y="955286"/>
                    <a:pt x="5419345" y="861581"/>
                  </a:cubicBezTo>
                  <a:cubicBezTo>
                    <a:pt x="5351076" y="797481"/>
                    <a:pt x="5280485" y="731200"/>
                    <a:pt x="5210405" y="666590"/>
                  </a:cubicBezTo>
                  <a:lnTo>
                    <a:pt x="5201908" y="658762"/>
                  </a:lnTo>
                  <a:cubicBezTo>
                    <a:pt x="5044931" y="514027"/>
                    <a:pt x="4882605" y="364384"/>
                    <a:pt x="4698784" y="241462"/>
                  </a:cubicBezTo>
                  <a:cubicBezTo>
                    <a:pt x="4544199" y="138082"/>
                    <a:pt x="4414169" y="85363"/>
                    <a:pt x="4289576" y="75530"/>
                  </a:cubicBezTo>
                  <a:cubicBezTo>
                    <a:pt x="3922461" y="46558"/>
                    <a:pt x="3763917" y="212560"/>
                    <a:pt x="3544458" y="442293"/>
                  </a:cubicBezTo>
                  <a:cubicBezTo>
                    <a:pt x="3398720" y="594855"/>
                    <a:pt x="3233545" y="767770"/>
                    <a:pt x="2966239" y="930307"/>
                  </a:cubicBezTo>
                  <a:cubicBezTo>
                    <a:pt x="2655327" y="1119353"/>
                    <a:pt x="2271009" y="1253164"/>
                    <a:pt x="1791315" y="1339375"/>
                  </a:cubicBezTo>
                  <a:cubicBezTo>
                    <a:pt x="1567070" y="1379675"/>
                    <a:pt x="1334242" y="1437319"/>
                    <a:pt x="1058599" y="1520751"/>
                  </a:cubicBezTo>
                  <a:cubicBezTo>
                    <a:pt x="889307" y="1571992"/>
                    <a:pt x="723499" y="1601914"/>
                    <a:pt x="551657" y="1612239"/>
                  </a:cubicBezTo>
                  <a:cubicBezTo>
                    <a:pt x="401838" y="1621246"/>
                    <a:pt x="267060" y="1614157"/>
                    <a:pt x="148148" y="1607912"/>
                  </a:cubicBezTo>
                  <a:cubicBezTo>
                    <a:pt x="96449" y="1605203"/>
                    <a:pt x="47600" y="1602635"/>
                    <a:pt x="0" y="1601403"/>
                  </a:cubicBezTo>
                  <a:lnTo>
                    <a:pt x="123" y="1596883"/>
                  </a:lnTo>
                  <a:cubicBezTo>
                    <a:pt x="47793" y="1598097"/>
                    <a:pt x="96660" y="1600665"/>
                    <a:pt x="148394" y="1603391"/>
                  </a:cubicBezTo>
                  <a:cubicBezTo>
                    <a:pt x="384371" y="1615793"/>
                    <a:pt x="678027" y="1631220"/>
                    <a:pt x="1057297" y="1516424"/>
                  </a:cubicBezTo>
                  <a:cubicBezTo>
                    <a:pt x="1333116" y="1432939"/>
                    <a:pt x="1566103" y="1375277"/>
                    <a:pt x="1790523" y="1334925"/>
                  </a:cubicBezTo>
                  <a:cubicBezTo>
                    <a:pt x="2871074" y="1140690"/>
                    <a:pt x="3258383" y="735228"/>
                    <a:pt x="3541186" y="439161"/>
                  </a:cubicBezTo>
                  <a:cubicBezTo>
                    <a:pt x="3650582" y="324630"/>
                    <a:pt x="3745060" y="225736"/>
                    <a:pt x="3858801" y="158592"/>
                  </a:cubicBezTo>
                  <a:cubicBezTo>
                    <a:pt x="3982779" y="85416"/>
                    <a:pt x="4119774" y="57588"/>
                    <a:pt x="4289927" y="71009"/>
                  </a:cubicBezTo>
                  <a:cubicBezTo>
                    <a:pt x="4415330" y="80895"/>
                    <a:pt x="4546046" y="133860"/>
                    <a:pt x="4701300" y="237697"/>
                  </a:cubicBezTo>
                  <a:cubicBezTo>
                    <a:pt x="4885402" y="360813"/>
                    <a:pt x="5047868" y="510597"/>
                    <a:pt x="5204969" y="655437"/>
                  </a:cubicBezTo>
                  <a:lnTo>
                    <a:pt x="5213466" y="663265"/>
                  </a:lnTo>
                  <a:cubicBezTo>
                    <a:pt x="5283564" y="727875"/>
                    <a:pt x="5354155" y="794174"/>
                    <a:pt x="5422441" y="858274"/>
                  </a:cubicBezTo>
                  <a:cubicBezTo>
                    <a:pt x="5522215" y="951961"/>
                    <a:pt x="5625401" y="1048850"/>
                    <a:pt x="5729783" y="1143135"/>
                  </a:cubicBezTo>
                  <a:cubicBezTo>
                    <a:pt x="5891897" y="1289576"/>
                    <a:pt x="6059535" y="1440995"/>
                    <a:pt x="6254526" y="1573417"/>
                  </a:cubicBezTo>
                  <a:cubicBezTo>
                    <a:pt x="6360527" y="1645415"/>
                    <a:pt x="6492456" y="1735004"/>
                    <a:pt x="6651562" y="1767212"/>
                  </a:cubicBezTo>
                  <a:cubicBezTo>
                    <a:pt x="6725829" y="1782234"/>
                    <a:pt x="6802682" y="1780792"/>
                    <a:pt x="6879993" y="1762902"/>
                  </a:cubicBezTo>
                  <a:cubicBezTo>
                    <a:pt x="7094861" y="1713684"/>
                    <a:pt x="7287530" y="1552907"/>
                    <a:pt x="7442345" y="1423739"/>
                  </a:cubicBezTo>
                  <a:cubicBezTo>
                    <a:pt x="7464825" y="1404988"/>
                    <a:pt x="7486039" y="1387274"/>
                    <a:pt x="7506621" y="1370493"/>
                  </a:cubicBezTo>
                  <a:cubicBezTo>
                    <a:pt x="7702333" y="1210894"/>
                    <a:pt x="7881563" y="1027125"/>
                    <a:pt x="8054865" y="849408"/>
                  </a:cubicBezTo>
                  <a:cubicBezTo>
                    <a:pt x="8213619" y="686608"/>
                    <a:pt x="8377792" y="518266"/>
                    <a:pt x="8556071" y="366618"/>
                  </a:cubicBezTo>
                  <a:cubicBezTo>
                    <a:pt x="8579538" y="346653"/>
                    <a:pt x="8604991" y="323662"/>
                    <a:pt x="8631922" y="299334"/>
                  </a:cubicBezTo>
                  <a:cubicBezTo>
                    <a:pt x="8798662" y="148724"/>
                    <a:pt x="9027005" y="-57525"/>
                    <a:pt x="9264407" y="14983"/>
                  </a:cubicBezTo>
                  <a:cubicBezTo>
                    <a:pt x="9349352" y="40930"/>
                    <a:pt x="9417744" y="91256"/>
                    <a:pt x="9483867" y="139929"/>
                  </a:cubicBezTo>
                  <a:cubicBezTo>
                    <a:pt x="9525767" y="170765"/>
                    <a:pt x="9565363" y="199895"/>
                    <a:pt x="9607651" y="221971"/>
                  </a:cubicBezTo>
                  <a:cubicBezTo>
                    <a:pt x="9657221" y="247847"/>
                    <a:pt x="9732193" y="278067"/>
                    <a:pt x="9819002" y="313073"/>
                  </a:cubicBezTo>
                  <a:cubicBezTo>
                    <a:pt x="10199045" y="466321"/>
                    <a:pt x="10835136" y="722809"/>
                    <a:pt x="10923775" y="1226408"/>
                  </a:cubicBezTo>
                  <a:lnTo>
                    <a:pt x="10919325" y="1227200"/>
                  </a:lnTo>
                  <a:cubicBezTo>
                    <a:pt x="10831108" y="726063"/>
                    <a:pt x="10196494" y="470156"/>
                    <a:pt x="9817313" y="317259"/>
                  </a:cubicBezTo>
                  <a:cubicBezTo>
                    <a:pt x="9730398" y="282201"/>
                    <a:pt x="9655322" y="251946"/>
                    <a:pt x="9605558" y="225964"/>
                  </a:cubicBezTo>
                  <a:cubicBezTo>
                    <a:pt x="9562954" y="203730"/>
                    <a:pt x="9523235" y="174494"/>
                    <a:pt x="9481175" y="143553"/>
                  </a:cubicBezTo>
                  <a:cubicBezTo>
                    <a:pt x="9415352" y="95108"/>
                    <a:pt x="9347276" y="45010"/>
                    <a:pt x="9263071" y="19293"/>
                  </a:cubicBezTo>
                  <a:cubicBezTo>
                    <a:pt x="9028113" y="-52476"/>
                    <a:pt x="8800861" y="152805"/>
                    <a:pt x="8634930" y="302677"/>
                  </a:cubicBezTo>
                  <a:cubicBezTo>
                    <a:pt x="8607963" y="327039"/>
                    <a:pt x="8582492" y="350048"/>
                    <a:pt x="8558974" y="370048"/>
                  </a:cubicBezTo>
                  <a:cubicBezTo>
                    <a:pt x="8380852" y="521573"/>
                    <a:pt x="8216768" y="689844"/>
                    <a:pt x="8058084" y="852557"/>
                  </a:cubicBezTo>
                  <a:cubicBezTo>
                    <a:pt x="7884676" y="1030362"/>
                    <a:pt x="7705376" y="1214236"/>
                    <a:pt x="7509453" y="1373993"/>
                  </a:cubicBezTo>
                  <a:cubicBezTo>
                    <a:pt x="7488889" y="1390757"/>
                    <a:pt x="7467675" y="1408471"/>
                    <a:pt x="7445212" y="1427204"/>
                  </a:cubicBezTo>
                  <a:cubicBezTo>
                    <a:pt x="7290028" y="1556688"/>
                    <a:pt x="7096884" y="1717836"/>
                    <a:pt x="6880978" y="1767300"/>
                  </a:cubicBezTo>
                  <a:cubicBezTo>
                    <a:pt x="6838637" y="1777116"/>
                    <a:pt x="6796385" y="1782023"/>
                    <a:pt x="6754607" y="1782023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任意多边形: 形状 1395"/>
            <p:cNvSpPr/>
            <p:nvPr>
              <p:custDataLst>
                <p:tags r:id="rId16"/>
              </p:custDataLst>
            </p:nvPr>
          </p:nvSpPr>
          <p:spPr>
            <a:xfrm>
              <a:off x="1188029" y="2935363"/>
              <a:ext cx="11003126" cy="1892928"/>
            </a:xfrm>
            <a:custGeom>
              <a:avLst/>
              <a:gdLst>
                <a:gd name="connsiteX0" fmla="*/ 6871796 w 11003126"/>
                <a:gd name="connsiteY0" fmla="*/ 1892928 h 1892928"/>
                <a:gd name="connsiteX1" fmla="*/ 6763948 w 11003126"/>
                <a:gd name="connsiteY1" fmla="*/ 1881477 h 1892928"/>
                <a:gd name="connsiteX2" fmla="*/ 6359155 w 11003126"/>
                <a:gd name="connsiteY2" fmla="*/ 1670637 h 1892928"/>
                <a:gd name="connsiteX3" fmla="*/ 5835625 w 11003126"/>
                <a:gd name="connsiteY3" fmla="*/ 1208656 h 1892928"/>
                <a:gd name="connsiteX4" fmla="*/ 5833602 w 11003126"/>
                <a:gd name="connsiteY4" fmla="*/ 1206686 h 1892928"/>
                <a:gd name="connsiteX5" fmla="*/ 5553983 w 11003126"/>
                <a:gd name="connsiteY5" fmla="*/ 928597 h 1892928"/>
                <a:gd name="connsiteX6" fmla="*/ 5318358 w 11003126"/>
                <a:gd name="connsiteY6" fmla="*/ 693518 h 1892928"/>
                <a:gd name="connsiteX7" fmla="*/ 5318006 w 11003126"/>
                <a:gd name="connsiteY7" fmla="*/ 693166 h 1892928"/>
                <a:gd name="connsiteX8" fmla="*/ 4803131 w 11003126"/>
                <a:gd name="connsiteY8" fmla="*/ 242619 h 1892928"/>
                <a:gd name="connsiteX9" fmla="*/ 4384230 w 11003126"/>
                <a:gd name="connsiteY9" fmla="*/ 70584 h 1892928"/>
                <a:gd name="connsiteX10" fmla="*/ 3677055 w 11003126"/>
                <a:gd name="connsiteY10" fmla="*/ 475113 h 1892928"/>
                <a:gd name="connsiteX11" fmla="*/ 3101440 w 11003126"/>
                <a:gd name="connsiteY11" fmla="*/ 1025697 h 1892928"/>
                <a:gd name="connsiteX12" fmla="*/ 1868308 w 11003126"/>
                <a:gd name="connsiteY12" fmla="*/ 1476508 h 1892928"/>
                <a:gd name="connsiteX13" fmla="*/ 1112021 w 11003126"/>
                <a:gd name="connsiteY13" fmla="*/ 1651481 h 1892928"/>
                <a:gd name="connsiteX14" fmla="*/ 571534 w 11003126"/>
                <a:gd name="connsiteY14" fmla="*/ 1719943 h 1892928"/>
                <a:gd name="connsiteX15" fmla="*/ 139581 w 11003126"/>
                <a:gd name="connsiteY15" fmla="*/ 1676952 h 1892928"/>
                <a:gd name="connsiteX16" fmla="*/ 0 w 11003126"/>
                <a:gd name="connsiteY16" fmla="*/ 1657268 h 1892928"/>
                <a:gd name="connsiteX17" fmla="*/ 545 w 11003126"/>
                <a:gd name="connsiteY17" fmla="*/ 1652835 h 1892928"/>
                <a:gd name="connsiteX18" fmla="*/ 140232 w 11003126"/>
                <a:gd name="connsiteY18" fmla="*/ 1672519 h 1892928"/>
                <a:gd name="connsiteX19" fmla="*/ 1110842 w 11003126"/>
                <a:gd name="connsiteY19" fmla="*/ 1647153 h 1892928"/>
                <a:gd name="connsiteX20" fmla="*/ 1867517 w 11003126"/>
                <a:gd name="connsiteY20" fmla="*/ 1472092 h 1892928"/>
                <a:gd name="connsiteX21" fmla="*/ 3673590 w 11003126"/>
                <a:gd name="connsiteY21" fmla="*/ 472264 h 1892928"/>
                <a:gd name="connsiteX22" fmla="*/ 3969938 w 11003126"/>
                <a:gd name="connsiteY22" fmla="*/ 168880 h 1892928"/>
                <a:gd name="connsiteX23" fmla="*/ 4384476 w 11003126"/>
                <a:gd name="connsiteY23" fmla="*/ 66116 h 1892928"/>
                <a:gd name="connsiteX24" fmla="*/ 4805647 w 11003126"/>
                <a:gd name="connsiteY24" fmla="*/ 238925 h 1892928"/>
                <a:gd name="connsiteX25" fmla="*/ 5321102 w 11003126"/>
                <a:gd name="connsiteY25" fmla="*/ 689964 h 1892928"/>
                <a:gd name="connsiteX26" fmla="*/ 5321454 w 11003126"/>
                <a:gd name="connsiteY26" fmla="*/ 690299 h 1892928"/>
                <a:gd name="connsiteX27" fmla="*/ 5557114 w 11003126"/>
                <a:gd name="connsiteY27" fmla="*/ 925413 h 1892928"/>
                <a:gd name="connsiteX28" fmla="*/ 5836681 w 11003126"/>
                <a:gd name="connsiteY28" fmla="*/ 1203450 h 1892928"/>
                <a:gd name="connsiteX29" fmla="*/ 5838704 w 11003126"/>
                <a:gd name="connsiteY29" fmla="*/ 1205420 h 1892928"/>
                <a:gd name="connsiteX30" fmla="*/ 6361758 w 11003126"/>
                <a:gd name="connsiteY30" fmla="*/ 1666995 h 1892928"/>
                <a:gd name="connsiteX31" fmla="*/ 6764863 w 11003126"/>
                <a:gd name="connsiteY31" fmla="*/ 1877079 h 1892928"/>
                <a:gd name="connsiteX32" fmla="*/ 6999257 w 11003126"/>
                <a:gd name="connsiteY32" fmla="*/ 1872910 h 1892928"/>
                <a:gd name="connsiteX33" fmla="*/ 7571495 w 11003126"/>
                <a:gd name="connsiteY33" fmla="*/ 1508047 h 1892928"/>
                <a:gd name="connsiteX34" fmla="*/ 7633572 w 11003126"/>
                <a:gd name="connsiteY34" fmla="*/ 1453358 h 1892928"/>
                <a:gd name="connsiteX35" fmla="*/ 8179248 w 11003126"/>
                <a:gd name="connsiteY35" fmla="*/ 902704 h 1892928"/>
                <a:gd name="connsiteX36" fmla="*/ 8683779 w 11003126"/>
                <a:gd name="connsiteY36" fmla="*/ 387513 h 1892928"/>
                <a:gd name="connsiteX37" fmla="*/ 8756498 w 11003126"/>
                <a:gd name="connsiteY37" fmla="*/ 319349 h 1892928"/>
                <a:gd name="connsiteX38" fmla="*/ 9050489 w 11003126"/>
                <a:gd name="connsiteY38" fmla="*/ 78271 h 1892928"/>
                <a:gd name="connsiteX39" fmla="*/ 9403707 w 11003126"/>
                <a:gd name="connsiteY39" fmla="*/ 17548 h 1892928"/>
                <a:gd name="connsiteX40" fmla="*/ 9627617 w 11003126"/>
                <a:gd name="connsiteY40" fmla="*/ 156848 h 1892928"/>
                <a:gd name="connsiteX41" fmla="*/ 9749255 w 11003126"/>
                <a:gd name="connsiteY41" fmla="*/ 245733 h 1892928"/>
                <a:gd name="connsiteX42" fmla="*/ 9973323 w 11003126"/>
                <a:gd name="connsiteY42" fmla="*/ 351135 h 1892928"/>
                <a:gd name="connsiteX43" fmla="*/ 10591191 w 11003126"/>
                <a:gd name="connsiteY43" fmla="*/ 675522 h 1892928"/>
                <a:gd name="connsiteX44" fmla="*/ 10856474 w 11003126"/>
                <a:gd name="connsiteY44" fmla="*/ 921368 h 1892928"/>
                <a:gd name="connsiteX45" fmla="*/ 11003126 w 11003126"/>
                <a:gd name="connsiteY45" fmla="*/ 1238947 h 1892928"/>
                <a:gd name="connsiteX46" fmla="*/ 10998746 w 11003126"/>
                <a:gd name="connsiteY46" fmla="*/ 1239739 h 1892928"/>
                <a:gd name="connsiteX47" fmla="*/ 10588622 w 11003126"/>
                <a:gd name="connsiteY47" fmla="*/ 679146 h 1892928"/>
                <a:gd name="connsiteX48" fmla="*/ 9971564 w 11003126"/>
                <a:gd name="connsiteY48" fmla="*/ 355199 h 1892928"/>
                <a:gd name="connsiteX49" fmla="*/ 9747021 w 11003126"/>
                <a:gd name="connsiteY49" fmla="*/ 249568 h 1892928"/>
                <a:gd name="connsiteX50" fmla="*/ 9624820 w 11003126"/>
                <a:gd name="connsiteY50" fmla="*/ 160296 h 1892928"/>
                <a:gd name="connsiteX51" fmla="*/ 9402300 w 11003126"/>
                <a:gd name="connsiteY51" fmla="*/ 21752 h 1892928"/>
                <a:gd name="connsiteX52" fmla="*/ 9052776 w 11003126"/>
                <a:gd name="connsiteY52" fmla="*/ 82070 h 1892928"/>
                <a:gd name="connsiteX53" fmla="*/ 8759576 w 11003126"/>
                <a:gd name="connsiteY53" fmla="*/ 322551 h 1892928"/>
                <a:gd name="connsiteX54" fmla="*/ 8686752 w 11003126"/>
                <a:gd name="connsiteY54" fmla="*/ 390802 h 1892928"/>
                <a:gd name="connsiteX55" fmla="*/ 8182519 w 11003126"/>
                <a:gd name="connsiteY55" fmla="*/ 905695 h 1892928"/>
                <a:gd name="connsiteX56" fmla="*/ 7636491 w 11003126"/>
                <a:gd name="connsiteY56" fmla="*/ 1456701 h 1892928"/>
                <a:gd name="connsiteX57" fmla="*/ 7574449 w 11003126"/>
                <a:gd name="connsiteY57" fmla="*/ 1511354 h 1892928"/>
                <a:gd name="connsiteX58" fmla="*/ 7000312 w 11003126"/>
                <a:gd name="connsiteY58" fmla="*/ 1877220 h 1892928"/>
                <a:gd name="connsiteX59" fmla="*/ 6871796 w 11003126"/>
                <a:gd name="connsiteY59" fmla="*/ 1892928 h 1892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11003126" h="1892928">
                  <a:moveTo>
                    <a:pt x="6871796" y="1892928"/>
                  </a:moveTo>
                  <a:cubicBezTo>
                    <a:pt x="6835436" y="1892928"/>
                    <a:pt x="6799428" y="1889111"/>
                    <a:pt x="6763948" y="1881477"/>
                  </a:cubicBezTo>
                  <a:cubicBezTo>
                    <a:pt x="6599301" y="1846032"/>
                    <a:pt x="6460493" y="1744658"/>
                    <a:pt x="6359155" y="1670637"/>
                  </a:cubicBezTo>
                  <a:cubicBezTo>
                    <a:pt x="6164621" y="1528558"/>
                    <a:pt x="5997370" y="1365933"/>
                    <a:pt x="5835625" y="1208656"/>
                  </a:cubicBezTo>
                  <a:lnTo>
                    <a:pt x="5833602" y="1206686"/>
                  </a:lnTo>
                  <a:cubicBezTo>
                    <a:pt x="5738842" y="1114547"/>
                    <a:pt x="5644856" y="1020015"/>
                    <a:pt x="5553983" y="928597"/>
                  </a:cubicBezTo>
                  <a:cubicBezTo>
                    <a:pt x="5477113" y="851270"/>
                    <a:pt x="5397621" y="771320"/>
                    <a:pt x="5318358" y="693518"/>
                  </a:cubicBezTo>
                  <a:lnTo>
                    <a:pt x="5318006" y="693166"/>
                  </a:lnTo>
                  <a:cubicBezTo>
                    <a:pt x="5158442" y="536557"/>
                    <a:pt x="4993443" y="374619"/>
                    <a:pt x="4803131" y="242619"/>
                  </a:cubicBezTo>
                  <a:cubicBezTo>
                    <a:pt x="4645414" y="133224"/>
                    <a:pt x="4512289" y="78552"/>
                    <a:pt x="4384230" y="70584"/>
                  </a:cubicBezTo>
                  <a:cubicBezTo>
                    <a:pt x="4027599" y="48402"/>
                    <a:pt x="3880560" y="227386"/>
                    <a:pt x="3677055" y="475113"/>
                  </a:cubicBezTo>
                  <a:cubicBezTo>
                    <a:pt x="3535293" y="647676"/>
                    <a:pt x="3374621" y="843248"/>
                    <a:pt x="3101440" y="1025697"/>
                  </a:cubicBezTo>
                  <a:cubicBezTo>
                    <a:pt x="2783456" y="1238050"/>
                    <a:pt x="2380105" y="1385529"/>
                    <a:pt x="1868308" y="1476508"/>
                  </a:cubicBezTo>
                  <a:cubicBezTo>
                    <a:pt x="1645120" y="1516192"/>
                    <a:pt x="1404798" y="1571795"/>
                    <a:pt x="1112021" y="1651481"/>
                  </a:cubicBezTo>
                  <a:cubicBezTo>
                    <a:pt x="931982" y="1700488"/>
                    <a:pt x="755197" y="1722898"/>
                    <a:pt x="571534" y="1719943"/>
                  </a:cubicBezTo>
                  <a:cubicBezTo>
                    <a:pt x="411390" y="1717392"/>
                    <a:pt x="266989" y="1695914"/>
                    <a:pt x="139581" y="1676952"/>
                  </a:cubicBezTo>
                  <a:cubicBezTo>
                    <a:pt x="90961" y="1669722"/>
                    <a:pt x="45032" y="1662897"/>
                    <a:pt x="0" y="1657268"/>
                  </a:cubicBezTo>
                  <a:lnTo>
                    <a:pt x="545" y="1652835"/>
                  </a:lnTo>
                  <a:cubicBezTo>
                    <a:pt x="45630" y="1658464"/>
                    <a:pt x="91576" y="1665289"/>
                    <a:pt x="140232" y="1672519"/>
                  </a:cubicBezTo>
                  <a:cubicBezTo>
                    <a:pt x="393008" y="1710110"/>
                    <a:pt x="707597" y="1756900"/>
                    <a:pt x="1110842" y="1647153"/>
                  </a:cubicBezTo>
                  <a:cubicBezTo>
                    <a:pt x="1403760" y="1567433"/>
                    <a:pt x="1644187" y="1511794"/>
                    <a:pt x="1867517" y="1472092"/>
                  </a:cubicBezTo>
                  <a:cubicBezTo>
                    <a:pt x="3020629" y="1267092"/>
                    <a:pt x="3398017" y="807698"/>
                    <a:pt x="3673590" y="472264"/>
                  </a:cubicBezTo>
                  <a:cubicBezTo>
                    <a:pt x="3774859" y="348989"/>
                    <a:pt x="3862319" y="242531"/>
                    <a:pt x="3969938" y="168880"/>
                  </a:cubicBezTo>
                  <a:cubicBezTo>
                    <a:pt x="4087407" y="88491"/>
                    <a:pt x="4219143" y="55825"/>
                    <a:pt x="4384476" y="66116"/>
                  </a:cubicBezTo>
                  <a:cubicBezTo>
                    <a:pt x="4513397" y="74137"/>
                    <a:pt x="4647226" y="129055"/>
                    <a:pt x="4805647" y="238925"/>
                  </a:cubicBezTo>
                  <a:cubicBezTo>
                    <a:pt x="4996275" y="371136"/>
                    <a:pt x="5161398" y="533215"/>
                    <a:pt x="5321102" y="689964"/>
                  </a:cubicBezTo>
                  <a:lnTo>
                    <a:pt x="5321454" y="690299"/>
                  </a:lnTo>
                  <a:cubicBezTo>
                    <a:pt x="5400734" y="768119"/>
                    <a:pt x="5480244" y="848086"/>
                    <a:pt x="5557114" y="925413"/>
                  </a:cubicBezTo>
                  <a:cubicBezTo>
                    <a:pt x="5647987" y="1016814"/>
                    <a:pt x="5741956" y="1111328"/>
                    <a:pt x="5836681" y="1203450"/>
                  </a:cubicBezTo>
                  <a:lnTo>
                    <a:pt x="5838704" y="1205420"/>
                  </a:lnTo>
                  <a:cubicBezTo>
                    <a:pt x="6000343" y="1362591"/>
                    <a:pt x="6167470" y="1525093"/>
                    <a:pt x="6361758" y="1666995"/>
                  </a:cubicBezTo>
                  <a:cubicBezTo>
                    <a:pt x="6462781" y="1740770"/>
                    <a:pt x="6601147" y="1841828"/>
                    <a:pt x="6764863" y="1877079"/>
                  </a:cubicBezTo>
                  <a:cubicBezTo>
                    <a:pt x="6841135" y="1893509"/>
                    <a:pt x="6919994" y="1892102"/>
                    <a:pt x="6999257" y="1872910"/>
                  </a:cubicBezTo>
                  <a:cubicBezTo>
                    <a:pt x="7219894" y="1819998"/>
                    <a:pt x="7414833" y="1647030"/>
                    <a:pt x="7571495" y="1508047"/>
                  </a:cubicBezTo>
                  <a:cubicBezTo>
                    <a:pt x="7593218" y="1488768"/>
                    <a:pt x="7613729" y="1470579"/>
                    <a:pt x="7633572" y="1453358"/>
                  </a:cubicBezTo>
                  <a:cubicBezTo>
                    <a:pt x="7829072" y="1283698"/>
                    <a:pt x="8007089" y="1090008"/>
                    <a:pt x="8179248" y="902704"/>
                  </a:cubicBezTo>
                  <a:cubicBezTo>
                    <a:pt x="8338723" y="729191"/>
                    <a:pt x="8503617" y="549785"/>
                    <a:pt x="8683779" y="387513"/>
                  </a:cubicBezTo>
                  <a:cubicBezTo>
                    <a:pt x="8706207" y="367318"/>
                    <a:pt x="8730640" y="344011"/>
                    <a:pt x="8756498" y="319349"/>
                  </a:cubicBezTo>
                  <a:cubicBezTo>
                    <a:pt x="8838399" y="241247"/>
                    <a:pt x="8940319" y="144042"/>
                    <a:pt x="9050489" y="78271"/>
                  </a:cubicBezTo>
                  <a:cubicBezTo>
                    <a:pt x="9179691" y="1136"/>
                    <a:pt x="9295243" y="-18741"/>
                    <a:pt x="9403707" y="17548"/>
                  </a:cubicBezTo>
                  <a:cubicBezTo>
                    <a:pt x="9491448" y="46889"/>
                    <a:pt x="9560667" y="102792"/>
                    <a:pt x="9627617" y="156848"/>
                  </a:cubicBezTo>
                  <a:cubicBezTo>
                    <a:pt x="9668708" y="190041"/>
                    <a:pt x="9707531" y="221387"/>
                    <a:pt x="9749255" y="245733"/>
                  </a:cubicBezTo>
                  <a:cubicBezTo>
                    <a:pt x="9800848" y="275848"/>
                    <a:pt x="9880780" y="310747"/>
                    <a:pt x="9973323" y="351135"/>
                  </a:cubicBezTo>
                  <a:cubicBezTo>
                    <a:pt x="10158886" y="432122"/>
                    <a:pt x="10389814" y="532916"/>
                    <a:pt x="10591191" y="675522"/>
                  </a:cubicBezTo>
                  <a:cubicBezTo>
                    <a:pt x="10700851" y="753167"/>
                    <a:pt x="10790105" y="835895"/>
                    <a:pt x="10856474" y="921368"/>
                  </a:cubicBezTo>
                  <a:cubicBezTo>
                    <a:pt x="10933573" y="1020649"/>
                    <a:pt x="10982914" y="1127511"/>
                    <a:pt x="11003126" y="1238947"/>
                  </a:cubicBezTo>
                  <a:lnTo>
                    <a:pt x="10998746" y="1239739"/>
                  </a:lnTo>
                  <a:cubicBezTo>
                    <a:pt x="10960926" y="1031168"/>
                    <a:pt x="10826781" y="847786"/>
                    <a:pt x="10588622" y="679146"/>
                  </a:cubicBezTo>
                  <a:cubicBezTo>
                    <a:pt x="10387615" y="536803"/>
                    <a:pt x="10156934" y="436115"/>
                    <a:pt x="9971564" y="355199"/>
                  </a:cubicBezTo>
                  <a:cubicBezTo>
                    <a:pt x="9878880" y="314741"/>
                    <a:pt x="9798843" y="279806"/>
                    <a:pt x="9747021" y="249568"/>
                  </a:cubicBezTo>
                  <a:cubicBezTo>
                    <a:pt x="9704997" y="225046"/>
                    <a:pt x="9666052" y="193595"/>
                    <a:pt x="9624820" y="160296"/>
                  </a:cubicBezTo>
                  <a:cubicBezTo>
                    <a:pt x="9558186" y="106486"/>
                    <a:pt x="9489284" y="50847"/>
                    <a:pt x="9402300" y="21752"/>
                  </a:cubicBezTo>
                  <a:cubicBezTo>
                    <a:pt x="9295138" y="-14097"/>
                    <a:pt x="9180799" y="5639"/>
                    <a:pt x="9052776" y="82070"/>
                  </a:cubicBezTo>
                  <a:cubicBezTo>
                    <a:pt x="8943028" y="147595"/>
                    <a:pt x="8841302" y="244607"/>
                    <a:pt x="8759576" y="322551"/>
                  </a:cubicBezTo>
                  <a:cubicBezTo>
                    <a:pt x="8733683" y="347248"/>
                    <a:pt x="8709233" y="370573"/>
                    <a:pt x="8686752" y="390802"/>
                  </a:cubicBezTo>
                  <a:cubicBezTo>
                    <a:pt x="8506747" y="552916"/>
                    <a:pt x="8341907" y="732252"/>
                    <a:pt x="8182519" y="905695"/>
                  </a:cubicBezTo>
                  <a:cubicBezTo>
                    <a:pt x="8010273" y="1093104"/>
                    <a:pt x="7832169" y="1286881"/>
                    <a:pt x="7636491" y="1456701"/>
                  </a:cubicBezTo>
                  <a:cubicBezTo>
                    <a:pt x="7616667" y="1473904"/>
                    <a:pt x="7596157" y="1492093"/>
                    <a:pt x="7574449" y="1511354"/>
                  </a:cubicBezTo>
                  <a:cubicBezTo>
                    <a:pt x="7417437" y="1650671"/>
                    <a:pt x="7222023" y="1824044"/>
                    <a:pt x="7000312" y="1877220"/>
                  </a:cubicBezTo>
                  <a:cubicBezTo>
                    <a:pt x="6957268" y="1887704"/>
                    <a:pt x="6914294" y="1892928"/>
                    <a:pt x="6871796" y="1892928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任意多边形: 形状 1396"/>
            <p:cNvSpPr/>
            <p:nvPr>
              <p:custDataLst>
                <p:tags r:id="rId17"/>
              </p:custDataLst>
            </p:nvPr>
          </p:nvSpPr>
          <p:spPr>
            <a:xfrm>
              <a:off x="1108713" y="2872705"/>
              <a:ext cx="11082389" cy="2003749"/>
            </a:xfrm>
            <a:custGeom>
              <a:avLst/>
              <a:gdLst>
                <a:gd name="connsiteX0" fmla="*/ 6988861 w 11082389"/>
                <a:gd name="connsiteY0" fmla="*/ 2003749 h 2003749"/>
                <a:gd name="connsiteX1" fmla="*/ 6877213 w 11082389"/>
                <a:gd name="connsiteY1" fmla="*/ 1991207 h 2003749"/>
                <a:gd name="connsiteX2" fmla="*/ 6466281 w 11082389"/>
                <a:gd name="connsiteY2" fmla="*/ 1764008 h 2003749"/>
                <a:gd name="connsiteX3" fmla="*/ 5945250 w 11082389"/>
                <a:gd name="connsiteY3" fmla="*/ 1271842 h 2003749"/>
                <a:gd name="connsiteX4" fmla="*/ 5940412 w 11082389"/>
                <a:gd name="connsiteY4" fmla="*/ 1266794 h 2003749"/>
                <a:gd name="connsiteX5" fmla="*/ 5684153 w 11082389"/>
                <a:gd name="connsiteY5" fmla="*/ 994439 h 2003749"/>
                <a:gd name="connsiteX6" fmla="*/ 5426241 w 11082389"/>
                <a:gd name="connsiteY6" fmla="*/ 720379 h 2003749"/>
                <a:gd name="connsiteX7" fmla="*/ 4907408 w 11082389"/>
                <a:gd name="connsiteY7" fmla="*/ 243728 h 2003749"/>
                <a:gd name="connsiteX8" fmla="*/ 4478814 w 11082389"/>
                <a:gd name="connsiteY8" fmla="*/ 65606 h 2003749"/>
                <a:gd name="connsiteX9" fmla="*/ 3805660 w 11082389"/>
                <a:gd name="connsiteY9" fmla="*/ 506794 h 2003749"/>
                <a:gd name="connsiteX10" fmla="*/ 1945249 w 11082389"/>
                <a:gd name="connsiteY10" fmla="*/ 1613591 h 2003749"/>
                <a:gd name="connsiteX11" fmla="*/ 1165408 w 11082389"/>
                <a:gd name="connsiteY11" fmla="*/ 1782161 h 2003749"/>
                <a:gd name="connsiteX12" fmla="*/ 593522 w 11082389"/>
                <a:gd name="connsiteY12" fmla="*/ 1826384 h 2003749"/>
                <a:gd name="connsiteX13" fmla="*/ 134339 w 11082389"/>
                <a:gd name="connsiteY13" fmla="*/ 1743779 h 2003749"/>
                <a:gd name="connsiteX14" fmla="*/ 0 w 11082389"/>
                <a:gd name="connsiteY14" fmla="*/ 1713083 h 2003749"/>
                <a:gd name="connsiteX15" fmla="*/ 915 w 11082389"/>
                <a:gd name="connsiteY15" fmla="*/ 1708773 h 2003749"/>
                <a:gd name="connsiteX16" fmla="*/ 135342 w 11082389"/>
                <a:gd name="connsiteY16" fmla="*/ 1739486 h 2003749"/>
                <a:gd name="connsiteX17" fmla="*/ 1164353 w 11082389"/>
                <a:gd name="connsiteY17" fmla="*/ 1777869 h 2003749"/>
                <a:gd name="connsiteX18" fmla="*/ 1944475 w 11082389"/>
                <a:gd name="connsiteY18" fmla="*/ 1609246 h 2003749"/>
                <a:gd name="connsiteX19" fmla="*/ 3802071 w 11082389"/>
                <a:gd name="connsiteY19" fmla="*/ 504226 h 2003749"/>
                <a:gd name="connsiteX20" fmla="*/ 4079193 w 11082389"/>
                <a:gd name="connsiteY20" fmla="*/ 178432 h 2003749"/>
                <a:gd name="connsiteX21" fmla="*/ 4479008 w 11082389"/>
                <a:gd name="connsiteY21" fmla="*/ 61191 h 2003749"/>
                <a:gd name="connsiteX22" fmla="*/ 4909976 w 11082389"/>
                <a:gd name="connsiteY22" fmla="*/ 240139 h 2003749"/>
                <a:gd name="connsiteX23" fmla="*/ 5429407 w 11082389"/>
                <a:gd name="connsiteY23" fmla="*/ 717318 h 2003749"/>
                <a:gd name="connsiteX24" fmla="*/ 5687372 w 11082389"/>
                <a:gd name="connsiteY24" fmla="*/ 991431 h 2003749"/>
                <a:gd name="connsiteX25" fmla="*/ 5943578 w 11082389"/>
                <a:gd name="connsiteY25" fmla="*/ 1263733 h 2003749"/>
                <a:gd name="connsiteX26" fmla="*/ 5948416 w 11082389"/>
                <a:gd name="connsiteY26" fmla="*/ 1268781 h 2003749"/>
                <a:gd name="connsiteX27" fmla="*/ 6468990 w 11082389"/>
                <a:gd name="connsiteY27" fmla="*/ 1760525 h 2003749"/>
                <a:gd name="connsiteX28" fmla="*/ 6878181 w 11082389"/>
                <a:gd name="connsiteY28" fmla="*/ 1986897 h 2003749"/>
                <a:gd name="connsiteX29" fmla="*/ 7118521 w 11082389"/>
                <a:gd name="connsiteY29" fmla="*/ 1982887 h 2003749"/>
                <a:gd name="connsiteX30" fmla="*/ 7700890 w 11082389"/>
                <a:gd name="connsiteY30" fmla="*/ 1591849 h 2003749"/>
                <a:gd name="connsiteX31" fmla="*/ 7760505 w 11082389"/>
                <a:gd name="connsiteY31" fmla="*/ 1536193 h 2003749"/>
                <a:gd name="connsiteX32" fmla="*/ 8304069 w 11082389"/>
                <a:gd name="connsiteY32" fmla="*/ 955828 h 2003749"/>
                <a:gd name="connsiteX33" fmla="*/ 8811469 w 11082389"/>
                <a:gd name="connsiteY33" fmla="*/ 408411 h 2003749"/>
                <a:gd name="connsiteX34" fmla="*/ 8880986 w 11082389"/>
                <a:gd name="connsiteY34" fmla="*/ 339755 h 2003749"/>
                <a:gd name="connsiteX35" fmla="*/ 9179727 w 11082389"/>
                <a:gd name="connsiteY35" fmla="*/ 82845 h 2003749"/>
                <a:gd name="connsiteX36" fmla="*/ 9542988 w 11082389"/>
                <a:gd name="connsiteY36" fmla="*/ 20099 h 2003749"/>
                <a:gd name="connsiteX37" fmla="*/ 9771719 w 11082389"/>
                <a:gd name="connsiteY37" fmla="*/ 174280 h 2003749"/>
                <a:gd name="connsiteX38" fmla="*/ 9890806 w 11082389"/>
                <a:gd name="connsiteY38" fmla="*/ 269516 h 2003749"/>
                <a:gd name="connsiteX39" fmla="*/ 10123511 w 11082389"/>
                <a:gd name="connsiteY39" fmla="*/ 388639 h 2003749"/>
                <a:gd name="connsiteX40" fmla="*/ 10700041 w 11082389"/>
                <a:gd name="connsiteY40" fmla="*/ 711865 h 2003749"/>
                <a:gd name="connsiteX41" fmla="*/ 10945218 w 11082389"/>
                <a:gd name="connsiteY41" fmla="*/ 949337 h 2003749"/>
                <a:gd name="connsiteX42" fmla="*/ 11082389 w 11082389"/>
                <a:gd name="connsiteY42" fmla="*/ 1251507 h 2003749"/>
                <a:gd name="connsiteX43" fmla="*/ 11078061 w 11082389"/>
                <a:gd name="connsiteY43" fmla="*/ 1252317 h 2003749"/>
                <a:gd name="connsiteX44" fmla="*/ 10121629 w 11082389"/>
                <a:gd name="connsiteY44" fmla="*/ 392614 h 2003749"/>
                <a:gd name="connsiteX45" fmla="*/ 9888397 w 11082389"/>
                <a:gd name="connsiteY45" fmla="*/ 273192 h 2003749"/>
                <a:gd name="connsiteX46" fmla="*/ 9768798 w 11082389"/>
                <a:gd name="connsiteY46" fmla="*/ 177570 h 2003749"/>
                <a:gd name="connsiteX47" fmla="*/ 9541476 w 11082389"/>
                <a:gd name="connsiteY47" fmla="*/ 24233 h 2003749"/>
                <a:gd name="connsiteX48" fmla="*/ 9182031 w 11082389"/>
                <a:gd name="connsiteY48" fmla="*/ 86574 h 2003749"/>
                <a:gd name="connsiteX49" fmla="*/ 8884082 w 11082389"/>
                <a:gd name="connsiteY49" fmla="*/ 342851 h 2003749"/>
                <a:gd name="connsiteX50" fmla="*/ 8814476 w 11082389"/>
                <a:gd name="connsiteY50" fmla="*/ 411594 h 2003749"/>
                <a:gd name="connsiteX51" fmla="*/ 8307359 w 11082389"/>
                <a:gd name="connsiteY51" fmla="*/ 958713 h 2003749"/>
                <a:gd name="connsiteX52" fmla="*/ 7763442 w 11082389"/>
                <a:gd name="connsiteY52" fmla="*/ 1539429 h 2003749"/>
                <a:gd name="connsiteX53" fmla="*/ 7703863 w 11082389"/>
                <a:gd name="connsiteY53" fmla="*/ 1595051 h 2003749"/>
                <a:gd name="connsiteX54" fmla="*/ 7438984 w 11082389"/>
                <a:gd name="connsiteY54" fmla="*/ 1824396 h 2003749"/>
                <a:gd name="connsiteX55" fmla="*/ 7119558 w 11082389"/>
                <a:gd name="connsiteY55" fmla="*/ 1987161 h 2003749"/>
                <a:gd name="connsiteX56" fmla="*/ 6988861 w 11082389"/>
                <a:gd name="connsiteY56" fmla="*/ 2003749 h 2003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11082389" h="2003749">
                  <a:moveTo>
                    <a:pt x="6988861" y="2003749"/>
                  </a:moveTo>
                  <a:cubicBezTo>
                    <a:pt x="6951234" y="2003749"/>
                    <a:pt x="6913960" y="1999580"/>
                    <a:pt x="6877213" y="1991207"/>
                  </a:cubicBezTo>
                  <a:cubicBezTo>
                    <a:pt x="6707852" y="1952666"/>
                    <a:pt x="6568236" y="1843623"/>
                    <a:pt x="6466281" y="1764008"/>
                  </a:cubicBezTo>
                  <a:cubicBezTo>
                    <a:pt x="6272011" y="1612289"/>
                    <a:pt x="6105886" y="1439216"/>
                    <a:pt x="5945250" y="1271842"/>
                  </a:cubicBezTo>
                  <a:lnTo>
                    <a:pt x="5940412" y="1266794"/>
                  </a:lnTo>
                  <a:cubicBezTo>
                    <a:pt x="5853726" y="1176484"/>
                    <a:pt x="5767532" y="1083940"/>
                    <a:pt x="5684153" y="994439"/>
                  </a:cubicBezTo>
                  <a:cubicBezTo>
                    <a:pt x="5600141" y="904235"/>
                    <a:pt x="5513261" y="810988"/>
                    <a:pt x="5426241" y="720379"/>
                  </a:cubicBezTo>
                  <a:cubicBezTo>
                    <a:pt x="5275068" y="562996"/>
                    <a:pt x="5103736" y="384628"/>
                    <a:pt x="4907408" y="243728"/>
                  </a:cubicBezTo>
                  <a:cubicBezTo>
                    <a:pt x="4746507" y="128246"/>
                    <a:pt x="4610321" y="71640"/>
                    <a:pt x="4478814" y="65606"/>
                  </a:cubicBezTo>
                  <a:cubicBezTo>
                    <a:pt x="4131208" y="49634"/>
                    <a:pt x="3994635" y="241388"/>
                    <a:pt x="3805660" y="506794"/>
                  </a:cubicBezTo>
                  <a:cubicBezTo>
                    <a:pt x="3537897" y="882863"/>
                    <a:pt x="3171169" y="1397896"/>
                    <a:pt x="1945249" y="1613591"/>
                  </a:cubicBezTo>
                  <a:cubicBezTo>
                    <a:pt x="1661989" y="1663425"/>
                    <a:pt x="1379696" y="1729847"/>
                    <a:pt x="1165408" y="1782161"/>
                  </a:cubicBezTo>
                  <a:cubicBezTo>
                    <a:pt x="975483" y="1828512"/>
                    <a:pt x="788408" y="1842989"/>
                    <a:pt x="593522" y="1826384"/>
                  </a:cubicBezTo>
                  <a:cubicBezTo>
                    <a:pt x="423598" y="1811907"/>
                    <a:pt x="269909" y="1775723"/>
                    <a:pt x="134339" y="1743779"/>
                  </a:cubicBezTo>
                  <a:cubicBezTo>
                    <a:pt x="87601" y="1732767"/>
                    <a:pt x="43449" y="1722371"/>
                    <a:pt x="0" y="1713083"/>
                  </a:cubicBezTo>
                  <a:lnTo>
                    <a:pt x="915" y="1708773"/>
                  </a:lnTo>
                  <a:cubicBezTo>
                    <a:pt x="44416" y="1718061"/>
                    <a:pt x="88586" y="1728475"/>
                    <a:pt x="135342" y="1739486"/>
                  </a:cubicBezTo>
                  <a:cubicBezTo>
                    <a:pt x="404301" y="1802847"/>
                    <a:pt x="739031" y="1881688"/>
                    <a:pt x="1164353" y="1777869"/>
                  </a:cubicBezTo>
                  <a:cubicBezTo>
                    <a:pt x="1378711" y="1725555"/>
                    <a:pt x="1661092" y="1659098"/>
                    <a:pt x="1944475" y="1609246"/>
                  </a:cubicBezTo>
                  <a:cubicBezTo>
                    <a:pt x="3168619" y="1393868"/>
                    <a:pt x="3534748" y="879679"/>
                    <a:pt x="3802071" y="504226"/>
                  </a:cubicBezTo>
                  <a:cubicBezTo>
                    <a:pt x="3895987" y="372315"/>
                    <a:pt x="3977115" y="258398"/>
                    <a:pt x="4079193" y="178432"/>
                  </a:cubicBezTo>
                  <a:cubicBezTo>
                    <a:pt x="4190752" y="91042"/>
                    <a:pt x="4317790" y="53803"/>
                    <a:pt x="4479008" y="61191"/>
                  </a:cubicBezTo>
                  <a:cubicBezTo>
                    <a:pt x="4611394" y="67277"/>
                    <a:pt x="4748336" y="124130"/>
                    <a:pt x="4909976" y="240139"/>
                  </a:cubicBezTo>
                  <a:cubicBezTo>
                    <a:pt x="5106638" y="381286"/>
                    <a:pt x="5278111" y="559812"/>
                    <a:pt x="5429407" y="717318"/>
                  </a:cubicBezTo>
                  <a:cubicBezTo>
                    <a:pt x="5516463" y="807944"/>
                    <a:pt x="5603342" y="901227"/>
                    <a:pt x="5687372" y="991431"/>
                  </a:cubicBezTo>
                  <a:cubicBezTo>
                    <a:pt x="5770733" y="1080914"/>
                    <a:pt x="5856927" y="1173458"/>
                    <a:pt x="5943578" y="1263733"/>
                  </a:cubicBezTo>
                  <a:lnTo>
                    <a:pt x="5948416" y="1268781"/>
                  </a:lnTo>
                  <a:cubicBezTo>
                    <a:pt x="6108965" y="1436050"/>
                    <a:pt x="6274966" y="1609000"/>
                    <a:pt x="6468990" y="1760525"/>
                  </a:cubicBezTo>
                  <a:cubicBezTo>
                    <a:pt x="6570611" y="1839893"/>
                    <a:pt x="6709787" y="1948568"/>
                    <a:pt x="6878181" y="1986897"/>
                  </a:cubicBezTo>
                  <a:cubicBezTo>
                    <a:pt x="6956476" y="2004716"/>
                    <a:pt x="7037341" y="2003362"/>
                    <a:pt x="7118521" y="1982887"/>
                  </a:cubicBezTo>
                  <a:cubicBezTo>
                    <a:pt x="7345104" y="1926228"/>
                    <a:pt x="7542382" y="1740823"/>
                    <a:pt x="7700890" y="1591849"/>
                  </a:cubicBezTo>
                  <a:cubicBezTo>
                    <a:pt x="7721770" y="1572236"/>
                    <a:pt x="7741472" y="1553713"/>
                    <a:pt x="7760505" y="1536193"/>
                  </a:cubicBezTo>
                  <a:cubicBezTo>
                    <a:pt x="7955883" y="1356400"/>
                    <a:pt x="8132897" y="1152754"/>
                    <a:pt x="8304069" y="955828"/>
                  </a:cubicBezTo>
                  <a:cubicBezTo>
                    <a:pt x="8464143" y="771690"/>
                    <a:pt x="8629653" y="581273"/>
                    <a:pt x="8811469" y="408411"/>
                  </a:cubicBezTo>
                  <a:cubicBezTo>
                    <a:pt x="8832841" y="388093"/>
                    <a:pt x="8856237" y="364610"/>
                    <a:pt x="8880986" y="339755"/>
                  </a:cubicBezTo>
                  <a:cubicBezTo>
                    <a:pt x="8963803" y="256622"/>
                    <a:pt x="9066865" y="153172"/>
                    <a:pt x="9179727" y="82845"/>
                  </a:cubicBezTo>
                  <a:cubicBezTo>
                    <a:pt x="9312447" y="152"/>
                    <a:pt x="9431271" y="-20376"/>
                    <a:pt x="9542988" y="20099"/>
                  </a:cubicBezTo>
                  <a:cubicBezTo>
                    <a:pt x="9633703" y="52958"/>
                    <a:pt x="9703871" y="114631"/>
                    <a:pt x="9771719" y="174280"/>
                  </a:cubicBezTo>
                  <a:cubicBezTo>
                    <a:pt x="9811895" y="209585"/>
                    <a:pt x="9849838" y="242936"/>
                    <a:pt x="9890806" y="269516"/>
                  </a:cubicBezTo>
                  <a:cubicBezTo>
                    <a:pt x="9943666" y="303800"/>
                    <a:pt x="10027010" y="343115"/>
                    <a:pt x="10123511" y="388639"/>
                  </a:cubicBezTo>
                  <a:cubicBezTo>
                    <a:pt x="10297446" y="470699"/>
                    <a:pt x="10513898" y="572812"/>
                    <a:pt x="10700041" y="711865"/>
                  </a:cubicBezTo>
                  <a:cubicBezTo>
                    <a:pt x="10801205" y="787434"/>
                    <a:pt x="10883686" y="867330"/>
                    <a:pt x="10945218" y="949337"/>
                  </a:cubicBezTo>
                  <a:cubicBezTo>
                    <a:pt x="11016495" y="1044344"/>
                    <a:pt x="11062653" y="1145999"/>
                    <a:pt x="11082389" y="1251507"/>
                  </a:cubicBezTo>
                  <a:lnTo>
                    <a:pt x="11078061" y="1252317"/>
                  </a:lnTo>
                  <a:cubicBezTo>
                    <a:pt x="10994261" y="804303"/>
                    <a:pt x="10469130" y="556558"/>
                    <a:pt x="10121629" y="392614"/>
                  </a:cubicBezTo>
                  <a:cubicBezTo>
                    <a:pt x="10024987" y="347020"/>
                    <a:pt x="9941520" y="307634"/>
                    <a:pt x="9888397" y="273192"/>
                  </a:cubicBezTo>
                  <a:cubicBezTo>
                    <a:pt x="9847164" y="246454"/>
                    <a:pt x="9809098" y="212997"/>
                    <a:pt x="9768798" y="177570"/>
                  </a:cubicBezTo>
                  <a:cubicBezTo>
                    <a:pt x="9701251" y="118202"/>
                    <a:pt x="9631399" y="56811"/>
                    <a:pt x="9541476" y="24233"/>
                  </a:cubicBezTo>
                  <a:cubicBezTo>
                    <a:pt x="9431095" y="-15750"/>
                    <a:pt x="9313520" y="4637"/>
                    <a:pt x="9182031" y="86574"/>
                  </a:cubicBezTo>
                  <a:cubicBezTo>
                    <a:pt x="9069610" y="156620"/>
                    <a:pt x="8966740" y="259894"/>
                    <a:pt x="8884082" y="342851"/>
                  </a:cubicBezTo>
                  <a:cubicBezTo>
                    <a:pt x="8859297" y="367724"/>
                    <a:pt x="8835884" y="391225"/>
                    <a:pt x="8814476" y="411594"/>
                  </a:cubicBezTo>
                  <a:cubicBezTo>
                    <a:pt x="8632802" y="584316"/>
                    <a:pt x="8467362" y="774645"/>
                    <a:pt x="8307359" y="958713"/>
                  </a:cubicBezTo>
                  <a:cubicBezTo>
                    <a:pt x="8136098" y="1155745"/>
                    <a:pt x="7958996" y="1359478"/>
                    <a:pt x="7763442" y="1539429"/>
                  </a:cubicBezTo>
                  <a:cubicBezTo>
                    <a:pt x="7744427" y="1556932"/>
                    <a:pt x="7724726" y="1575437"/>
                    <a:pt x="7703863" y="1595051"/>
                  </a:cubicBezTo>
                  <a:cubicBezTo>
                    <a:pt x="7625709" y="1668509"/>
                    <a:pt x="7537122" y="1751747"/>
                    <a:pt x="7438984" y="1824396"/>
                  </a:cubicBezTo>
                  <a:cubicBezTo>
                    <a:pt x="7325174" y="1908620"/>
                    <a:pt x="7220687" y="1961866"/>
                    <a:pt x="7119558" y="1987161"/>
                  </a:cubicBezTo>
                  <a:cubicBezTo>
                    <a:pt x="7075828" y="1998226"/>
                    <a:pt x="7032116" y="2003749"/>
                    <a:pt x="6988861" y="2003749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任意多边形: 形状 1397"/>
            <p:cNvSpPr/>
            <p:nvPr>
              <p:custDataLst>
                <p:tags r:id="rId18"/>
              </p:custDataLst>
            </p:nvPr>
          </p:nvSpPr>
          <p:spPr>
            <a:xfrm>
              <a:off x="1029380" y="2810270"/>
              <a:ext cx="11161704" cy="2114364"/>
            </a:xfrm>
            <a:custGeom>
              <a:avLst/>
              <a:gdLst>
                <a:gd name="connsiteX0" fmla="*/ 7105838 w 11161704"/>
                <a:gd name="connsiteY0" fmla="*/ 2114364 h 2114364"/>
                <a:gd name="connsiteX1" fmla="*/ 6990497 w 11161704"/>
                <a:gd name="connsiteY1" fmla="*/ 2100749 h 2114364"/>
                <a:gd name="connsiteX2" fmla="*/ 6573442 w 11161704"/>
                <a:gd name="connsiteY2" fmla="*/ 1857208 h 2114364"/>
                <a:gd name="connsiteX3" fmla="*/ 6054135 w 11161704"/>
                <a:gd name="connsiteY3" fmla="*/ 1334400 h 2114364"/>
                <a:gd name="connsiteX4" fmla="*/ 6047239 w 11161704"/>
                <a:gd name="connsiteY4" fmla="*/ 1326730 h 2114364"/>
                <a:gd name="connsiteX5" fmla="*/ 5810752 w 11161704"/>
                <a:gd name="connsiteY5" fmla="*/ 1059055 h 2114364"/>
                <a:gd name="connsiteX6" fmla="*/ 5534159 w 11161704"/>
                <a:gd name="connsiteY6" fmla="*/ 747052 h 2114364"/>
                <a:gd name="connsiteX7" fmla="*/ 5011720 w 11161704"/>
                <a:gd name="connsiteY7" fmla="*/ 244631 h 2114364"/>
                <a:gd name="connsiteX8" fmla="*/ 4573416 w 11161704"/>
                <a:gd name="connsiteY8" fmla="*/ 60405 h 2114364"/>
                <a:gd name="connsiteX9" fmla="*/ 3931239 w 11161704"/>
                <a:gd name="connsiteY9" fmla="*/ 537249 h 2114364"/>
                <a:gd name="connsiteX10" fmla="*/ 2022190 w 11161704"/>
                <a:gd name="connsiteY10" fmla="*/ 1750468 h 2114364"/>
                <a:gd name="connsiteX11" fmla="*/ 1218778 w 11161704"/>
                <a:gd name="connsiteY11" fmla="*/ 1912618 h 2114364"/>
                <a:gd name="connsiteX12" fmla="*/ 616830 w 11161704"/>
                <a:gd name="connsiteY12" fmla="*/ 1931862 h 2114364"/>
                <a:gd name="connsiteX13" fmla="*/ 131155 w 11161704"/>
                <a:gd name="connsiteY13" fmla="*/ 1809027 h 2114364"/>
                <a:gd name="connsiteX14" fmla="*/ 0 w 11161704"/>
                <a:gd name="connsiteY14" fmla="*/ 1768692 h 2114364"/>
                <a:gd name="connsiteX15" fmla="*/ 1214 w 11161704"/>
                <a:gd name="connsiteY15" fmla="*/ 1764541 h 2114364"/>
                <a:gd name="connsiteX16" fmla="*/ 132457 w 11161704"/>
                <a:gd name="connsiteY16" fmla="*/ 1804912 h 2114364"/>
                <a:gd name="connsiteX17" fmla="*/ 1217846 w 11161704"/>
                <a:gd name="connsiteY17" fmla="*/ 1908414 h 2114364"/>
                <a:gd name="connsiteX18" fmla="*/ 2021434 w 11161704"/>
                <a:gd name="connsiteY18" fmla="*/ 1746212 h 2114364"/>
                <a:gd name="connsiteX19" fmla="*/ 3927544 w 11161704"/>
                <a:gd name="connsiteY19" fmla="*/ 534980 h 2114364"/>
                <a:gd name="connsiteX20" fmla="*/ 4186987 w 11161704"/>
                <a:gd name="connsiteY20" fmla="*/ 187180 h 2114364"/>
                <a:gd name="connsiteX21" fmla="*/ 4573522 w 11161704"/>
                <a:gd name="connsiteY21" fmla="*/ 56095 h 2114364"/>
                <a:gd name="connsiteX22" fmla="*/ 4806508 w 11161704"/>
                <a:gd name="connsiteY22" fmla="*/ 114795 h 2114364"/>
                <a:gd name="connsiteX23" fmla="*/ 5014270 w 11161704"/>
                <a:gd name="connsiteY23" fmla="*/ 241165 h 2114364"/>
                <a:gd name="connsiteX24" fmla="*/ 5537343 w 11161704"/>
                <a:gd name="connsiteY24" fmla="*/ 744149 h 2114364"/>
                <a:gd name="connsiteX25" fmla="*/ 5813989 w 11161704"/>
                <a:gd name="connsiteY25" fmla="*/ 1056223 h 2114364"/>
                <a:gd name="connsiteX26" fmla="*/ 6050441 w 11161704"/>
                <a:gd name="connsiteY26" fmla="*/ 1323845 h 2114364"/>
                <a:gd name="connsiteX27" fmla="*/ 6057336 w 11161704"/>
                <a:gd name="connsiteY27" fmla="*/ 1331515 h 2114364"/>
                <a:gd name="connsiteX28" fmla="*/ 6576187 w 11161704"/>
                <a:gd name="connsiteY28" fmla="*/ 1853883 h 2114364"/>
                <a:gd name="connsiteX29" fmla="*/ 6991481 w 11161704"/>
                <a:gd name="connsiteY29" fmla="*/ 2096545 h 2114364"/>
                <a:gd name="connsiteX30" fmla="*/ 7237784 w 11161704"/>
                <a:gd name="connsiteY30" fmla="*/ 2092675 h 2114364"/>
                <a:gd name="connsiteX31" fmla="*/ 7830515 w 11161704"/>
                <a:gd name="connsiteY31" fmla="*/ 1674970 h 2114364"/>
                <a:gd name="connsiteX32" fmla="*/ 7887438 w 11161704"/>
                <a:gd name="connsiteY32" fmla="*/ 1618839 h 2114364"/>
                <a:gd name="connsiteX33" fmla="*/ 8429279 w 11161704"/>
                <a:gd name="connsiteY33" fmla="*/ 1008623 h 2114364"/>
                <a:gd name="connsiteX34" fmla="*/ 8939176 w 11161704"/>
                <a:gd name="connsiteY34" fmla="*/ 429085 h 2114364"/>
                <a:gd name="connsiteX35" fmla="*/ 9005439 w 11161704"/>
                <a:gd name="connsiteY35" fmla="*/ 360341 h 2114364"/>
                <a:gd name="connsiteX36" fmla="*/ 9308876 w 11161704"/>
                <a:gd name="connsiteY36" fmla="*/ 87389 h 2114364"/>
                <a:gd name="connsiteX37" fmla="*/ 9490058 w 11161704"/>
                <a:gd name="connsiteY37" fmla="*/ 7774 h 2114364"/>
                <a:gd name="connsiteX38" fmla="*/ 9682270 w 11161704"/>
                <a:gd name="connsiteY38" fmla="*/ 22445 h 2114364"/>
                <a:gd name="connsiteX39" fmla="*/ 9916295 w 11161704"/>
                <a:gd name="connsiteY39" fmla="*/ 192105 h 2114364"/>
                <a:gd name="connsiteX40" fmla="*/ 10032375 w 11161704"/>
                <a:gd name="connsiteY40" fmla="*/ 293040 h 2114364"/>
                <a:gd name="connsiteX41" fmla="*/ 10270340 w 11161704"/>
                <a:gd name="connsiteY41" fmla="*/ 425426 h 2114364"/>
                <a:gd name="connsiteX42" fmla="*/ 10806868 w 11161704"/>
                <a:gd name="connsiteY42" fmla="*/ 746911 h 2114364"/>
                <a:gd name="connsiteX43" fmla="*/ 11033294 w 11161704"/>
                <a:gd name="connsiteY43" fmla="*/ 976274 h 2114364"/>
                <a:gd name="connsiteX44" fmla="*/ 11161705 w 11161704"/>
                <a:gd name="connsiteY44" fmla="*/ 1263809 h 2114364"/>
                <a:gd name="connsiteX45" fmla="*/ 11157448 w 11161704"/>
                <a:gd name="connsiteY45" fmla="*/ 1264636 h 2114364"/>
                <a:gd name="connsiteX46" fmla="*/ 10268369 w 11161704"/>
                <a:gd name="connsiteY46" fmla="*/ 429279 h 2114364"/>
                <a:gd name="connsiteX47" fmla="*/ 10029859 w 11161704"/>
                <a:gd name="connsiteY47" fmla="*/ 296558 h 2114364"/>
                <a:gd name="connsiteX48" fmla="*/ 9913322 w 11161704"/>
                <a:gd name="connsiteY48" fmla="*/ 195236 h 2114364"/>
                <a:gd name="connsiteX49" fmla="*/ 9680723 w 11161704"/>
                <a:gd name="connsiteY49" fmla="*/ 26473 h 2114364"/>
                <a:gd name="connsiteX50" fmla="*/ 9311251 w 11161704"/>
                <a:gd name="connsiteY50" fmla="*/ 91013 h 2114364"/>
                <a:gd name="connsiteX51" fmla="*/ 9008606 w 11161704"/>
                <a:gd name="connsiteY51" fmla="*/ 363314 h 2114364"/>
                <a:gd name="connsiteX52" fmla="*/ 8942271 w 11161704"/>
                <a:gd name="connsiteY52" fmla="*/ 432128 h 2114364"/>
                <a:gd name="connsiteX53" fmla="*/ 8432656 w 11161704"/>
                <a:gd name="connsiteY53" fmla="*/ 1011349 h 2114364"/>
                <a:gd name="connsiteX54" fmla="*/ 7890498 w 11161704"/>
                <a:gd name="connsiteY54" fmla="*/ 1621917 h 2114364"/>
                <a:gd name="connsiteX55" fmla="*/ 7833594 w 11161704"/>
                <a:gd name="connsiteY55" fmla="*/ 1678013 h 2114364"/>
                <a:gd name="connsiteX56" fmla="*/ 7565689 w 11161704"/>
                <a:gd name="connsiteY56" fmla="*/ 1922451 h 2114364"/>
                <a:gd name="connsiteX57" fmla="*/ 7238910 w 11161704"/>
                <a:gd name="connsiteY57" fmla="*/ 2096826 h 2114364"/>
                <a:gd name="connsiteX58" fmla="*/ 7105838 w 11161704"/>
                <a:gd name="connsiteY58" fmla="*/ 2114364 h 2114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1161704" h="2114364">
                  <a:moveTo>
                    <a:pt x="7105838" y="2114364"/>
                  </a:moveTo>
                  <a:cubicBezTo>
                    <a:pt x="7066981" y="2114364"/>
                    <a:pt x="7028457" y="2109826"/>
                    <a:pt x="6990497" y="2100749"/>
                  </a:cubicBezTo>
                  <a:cubicBezTo>
                    <a:pt x="6829702" y="2062278"/>
                    <a:pt x="6701467" y="1963596"/>
                    <a:pt x="6573442" y="1857208"/>
                  </a:cubicBezTo>
                  <a:cubicBezTo>
                    <a:pt x="6379137" y="1695727"/>
                    <a:pt x="6213910" y="1512046"/>
                    <a:pt x="6054135" y="1334400"/>
                  </a:cubicBezTo>
                  <a:lnTo>
                    <a:pt x="6047239" y="1326730"/>
                  </a:lnTo>
                  <a:cubicBezTo>
                    <a:pt x="5967361" y="1237933"/>
                    <a:pt x="5887746" y="1147008"/>
                    <a:pt x="5810752" y="1059055"/>
                  </a:cubicBezTo>
                  <a:cubicBezTo>
                    <a:pt x="5720812" y="956326"/>
                    <a:pt x="5627793" y="850097"/>
                    <a:pt x="5534159" y="747052"/>
                  </a:cubicBezTo>
                  <a:cubicBezTo>
                    <a:pt x="5383918" y="581683"/>
                    <a:pt x="5213642" y="394273"/>
                    <a:pt x="5011720" y="244631"/>
                  </a:cubicBezTo>
                  <a:cubicBezTo>
                    <a:pt x="4847600" y="123010"/>
                    <a:pt x="4708336" y="64469"/>
                    <a:pt x="4573416" y="60405"/>
                  </a:cubicBezTo>
                  <a:cubicBezTo>
                    <a:pt x="4233637" y="50203"/>
                    <a:pt x="4106792" y="254482"/>
                    <a:pt x="3931239" y="537249"/>
                  </a:cubicBezTo>
                  <a:cubicBezTo>
                    <a:pt x="3672534" y="953987"/>
                    <a:pt x="3318226" y="1524712"/>
                    <a:pt x="2022190" y="1750468"/>
                  </a:cubicBezTo>
                  <a:cubicBezTo>
                    <a:pt x="1747796" y="1798262"/>
                    <a:pt x="1463621" y="1859231"/>
                    <a:pt x="1218778" y="1912618"/>
                  </a:cubicBezTo>
                  <a:cubicBezTo>
                    <a:pt x="1019477" y="1956084"/>
                    <a:pt x="822586" y="1962382"/>
                    <a:pt x="616830" y="1931862"/>
                  </a:cubicBezTo>
                  <a:cubicBezTo>
                    <a:pt x="437424" y="1905248"/>
                    <a:pt x="274711" y="1854130"/>
                    <a:pt x="131155" y="1809027"/>
                  </a:cubicBezTo>
                  <a:cubicBezTo>
                    <a:pt x="85578" y="1794709"/>
                    <a:pt x="42516" y="1781182"/>
                    <a:pt x="0" y="1768692"/>
                  </a:cubicBezTo>
                  <a:lnTo>
                    <a:pt x="1214" y="1764541"/>
                  </a:lnTo>
                  <a:cubicBezTo>
                    <a:pt x="43765" y="1777048"/>
                    <a:pt x="86844" y="1790575"/>
                    <a:pt x="132457" y="1804912"/>
                  </a:cubicBezTo>
                  <a:cubicBezTo>
                    <a:pt x="432059" y="1899039"/>
                    <a:pt x="771626" y="2005725"/>
                    <a:pt x="1217846" y="1908414"/>
                  </a:cubicBezTo>
                  <a:cubicBezTo>
                    <a:pt x="1462723" y="1855009"/>
                    <a:pt x="1746951" y="1794040"/>
                    <a:pt x="2021434" y="1746212"/>
                  </a:cubicBezTo>
                  <a:cubicBezTo>
                    <a:pt x="3315552" y="1520789"/>
                    <a:pt x="3669280" y="951014"/>
                    <a:pt x="3927544" y="534980"/>
                  </a:cubicBezTo>
                  <a:cubicBezTo>
                    <a:pt x="4014706" y="394572"/>
                    <a:pt x="4089993" y="273303"/>
                    <a:pt x="4186987" y="187180"/>
                  </a:cubicBezTo>
                  <a:cubicBezTo>
                    <a:pt x="4293076" y="93000"/>
                    <a:pt x="4415893" y="51328"/>
                    <a:pt x="4573522" y="56095"/>
                  </a:cubicBezTo>
                  <a:cubicBezTo>
                    <a:pt x="4647771" y="58329"/>
                    <a:pt x="4726172" y="78084"/>
                    <a:pt x="4806508" y="114795"/>
                  </a:cubicBezTo>
                  <a:cubicBezTo>
                    <a:pt x="4871875" y="144664"/>
                    <a:pt x="4939827" y="186001"/>
                    <a:pt x="5014270" y="241165"/>
                  </a:cubicBezTo>
                  <a:cubicBezTo>
                    <a:pt x="5216526" y="391054"/>
                    <a:pt x="5386961" y="578640"/>
                    <a:pt x="5537343" y="744149"/>
                  </a:cubicBezTo>
                  <a:cubicBezTo>
                    <a:pt x="5630995" y="847230"/>
                    <a:pt x="5724031" y="953477"/>
                    <a:pt x="5813989" y="1056223"/>
                  </a:cubicBezTo>
                  <a:cubicBezTo>
                    <a:pt x="5890982" y="1144158"/>
                    <a:pt x="5970580" y="1235066"/>
                    <a:pt x="6050441" y="1323845"/>
                  </a:cubicBezTo>
                  <a:lnTo>
                    <a:pt x="6057336" y="1331515"/>
                  </a:lnTo>
                  <a:cubicBezTo>
                    <a:pt x="6217006" y="1509039"/>
                    <a:pt x="6382110" y="1692596"/>
                    <a:pt x="6576187" y="1853883"/>
                  </a:cubicBezTo>
                  <a:cubicBezTo>
                    <a:pt x="6703806" y="1959937"/>
                    <a:pt x="6831583" y="2058286"/>
                    <a:pt x="6991481" y="2096545"/>
                  </a:cubicBezTo>
                  <a:cubicBezTo>
                    <a:pt x="7071800" y="2115754"/>
                    <a:pt x="7154669" y="2114452"/>
                    <a:pt x="7237784" y="2092675"/>
                  </a:cubicBezTo>
                  <a:cubicBezTo>
                    <a:pt x="7470489" y="2032199"/>
                    <a:pt x="7678568" y="1825721"/>
                    <a:pt x="7830515" y="1674970"/>
                  </a:cubicBezTo>
                  <a:cubicBezTo>
                    <a:pt x="7850463" y="1655181"/>
                    <a:pt x="7869284" y="1636500"/>
                    <a:pt x="7887438" y="1618839"/>
                  </a:cubicBezTo>
                  <a:cubicBezTo>
                    <a:pt x="8082745" y="1428843"/>
                    <a:pt x="8258914" y="1215206"/>
                    <a:pt x="8429279" y="1008623"/>
                  </a:cubicBezTo>
                  <a:cubicBezTo>
                    <a:pt x="8589846" y="813913"/>
                    <a:pt x="8755882" y="612572"/>
                    <a:pt x="8939176" y="429085"/>
                  </a:cubicBezTo>
                  <a:cubicBezTo>
                    <a:pt x="8959493" y="408733"/>
                    <a:pt x="8981816" y="385232"/>
                    <a:pt x="9005439" y="360341"/>
                  </a:cubicBezTo>
                  <a:cubicBezTo>
                    <a:pt x="9089152" y="272142"/>
                    <a:pt x="9193324" y="162377"/>
                    <a:pt x="9308876" y="87389"/>
                  </a:cubicBezTo>
                  <a:cubicBezTo>
                    <a:pt x="9371604" y="46684"/>
                    <a:pt x="9432573" y="19894"/>
                    <a:pt x="9490058" y="7774"/>
                  </a:cubicBezTo>
                  <a:cubicBezTo>
                    <a:pt x="9556551" y="-6228"/>
                    <a:pt x="9621232" y="-1303"/>
                    <a:pt x="9682270" y="22445"/>
                  </a:cubicBezTo>
                  <a:cubicBezTo>
                    <a:pt x="9776168" y="58963"/>
                    <a:pt x="9847410" y="126651"/>
                    <a:pt x="9916295" y="192105"/>
                  </a:cubicBezTo>
                  <a:cubicBezTo>
                    <a:pt x="9955417" y="229292"/>
                    <a:pt x="9992374" y="264402"/>
                    <a:pt x="10032375" y="293040"/>
                  </a:cubicBezTo>
                  <a:cubicBezTo>
                    <a:pt x="10085938" y="331405"/>
                    <a:pt x="10171393" y="374977"/>
                    <a:pt x="10270340" y="425426"/>
                  </a:cubicBezTo>
                  <a:cubicBezTo>
                    <a:pt x="10432806" y="508278"/>
                    <a:pt x="10635009" y="611376"/>
                    <a:pt x="10806868" y="746911"/>
                  </a:cubicBezTo>
                  <a:cubicBezTo>
                    <a:pt x="10900098" y="820439"/>
                    <a:pt x="10976283" y="897609"/>
                    <a:pt x="11033294" y="976274"/>
                  </a:cubicBezTo>
                  <a:cubicBezTo>
                    <a:pt x="11099206" y="1067199"/>
                    <a:pt x="11142408" y="1163947"/>
                    <a:pt x="11161705" y="1263809"/>
                  </a:cubicBezTo>
                  <a:lnTo>
                    <a:pt x="11157448" y="1264636"/>
                  </a:lnTo>
                  <a:cubicBezTo>
                    <a:pt x="11075582" y="840862"/>
                    <a:pt x="10589819" y="593187"/>
                    <a:pt x="10268369" y="429279"/>
                  </a:cubicBezTo>
                  <a:cubicBezTo>
                    <a:pt x="10169282" y="378758"/>
                    <a:pt x="10083687" y="335116"/>
                    <a:pt x="10029859" y="296558"/>
                  </a:cubicBezTo>
                  <a:cubicBezTo>
                    <a:pt x="9989612" y="267745"/>
                    <a:pt x="9952549" y="232528"/>
                    <a:pt x="9913322" y="195236"/>
                  </a:cubicBezTo>
                  <a:cubicBezTo>
                    <a:pt x="9844736" y="130063"/>
                    <a:pt x="9773830" y="62674"/>
                    <a:pt x="9680723" y="26473"/>
                  </a:cubicBezTo>
                  <a:cubicBezTo>
                    <a:pt x="9567106" y="-17715"/>
                    <a:pt x="9446240" y="3394"/>
                    <a:pt x="9311251" y="91013"/>
                  </a:cubicBezTo>
                  <a:cubicBezTo>
                    <a:pt x="9196138" y="165720"/>
                    <a:pt x="9092161" y="275273"/>
                    <a:pt x="9008606" y="363314"/>
                  </a:cubicBezTo>
                  <a:cubicBezTo>
                    <a:pt x="8984964" y="388222"/>
                    <a:pt x="8962624" y="411758"/>
                    <a:pt x="8942271" y="432128"/>
                  </a:cubicBezTo>
                  <a:cubicBezTo>
                    <a:pt x="8759137" y="615457"/>
                    <a:pt x="8593170" y="816728"/>
                    <a:pt x="8432656" y="1011349"/>
                  </a:cubicBezTo>
                  <a:cubicBezTo>
                    <a:pt x="8262222" y="1218038"/>
                    <a:pt x="8085983" y="1431746"/>
                    <a:pt x="7890498" y="1621917"/>
                  </a:cubicBezTo>
                  <a:cubicBezTo>
                    <a:pt x="7872362" y="1639560"/>
                    <a:pt x="7853541" y="1658241"/>
                    <a:pt x="7833594" y="1678013"/>
                  </a:cubicBezTo>
                  <a:cubicBezTo>
                    <a:pt x="7754858" y="1756133"/>
                    <a:pt x="7665604" y="1844683"/>
                    <a:pt x="7565689" y="1922451"/>
                  </a:cubicBezTo>
                  <a:cubicBezTo>
                    <a:pt x="7449592" y="2012814"/>
                    <a:pt x="7342694" y="2069842"/>
                    <a:pt x="7238910" y="2096826"/>
                  </a:cubicBezTo>
                  <a:cubicBezTo>
                    <a:pt x="7194371" y="2108524"/>
                    <a:pt x="7149884" y="2114364"/>
                    <a:pt x="7105838" y="2114364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任意多边形: 形状 1398"/>
            <p:cNvSpPr/>
            <p:nvPr>
              <p:custDataLst>
                <p:tags r:id="rId19"/>
              </p:custDataLst>
            </p:nvPr>
          </p:nvSpPr>
          <p:spPr>
            <a:xfrm>
              <a:off x="950117" y="2747436"/>
              <a:ext cx="11240932" cy="2225361"/>
            </a:xfrm>
            <a:custGeom>
              <a:avLst/>
              <a:gdLst>
                <a:gd name="connsiteX0" fmla="*/ 7222674 w 11240932"/>
                <a:gd name="connsiteY0" fmla="*/ 2225361 h 2225361"/>
                <a:gd name="connsiteX1" fmla="*/ 7103692 w 11240932"/>
                <a:gd name="connsiteY1" fmla="*/ 2210656 h 2225361"/>
                <a:gd name="connsiteX2" fmla="*/ 6871831 w 11240932"/>
                <a:gd name="connsiteY2" fmla="*/ 2103142 h 2225361"/>
                <a:gd name="connsiteX3" fmla="*/ 6680516 w 11240932"/>
                <a:gd name="connsiteY3" fmla="*/ 1950756 h 2225361"/>
                <a:gd name="connsiteX4" fmla="*/ 6162299 w 11240932"/>
                <a:gd name="connsiteY4" fmla="*/ 1396847 h 2225361"/>
                <a:gd name="connsiteX5" fmla="*/ 6153996 w 11240932"/>
                <a:gd name="connsiteY5" fmla="*/ 1387032 h 2225361"/>
                <a:gd name="connsiteX6" fmla="*/ 5934326 w 11240932"/>
                <a:gd name="connsiteY6" fmla="*/ 1123103 h 2225361"/>
                <a:gd name="connsiteX7" fmla="*/ 5642006 w 11240932"/>
                <a:gd name="connsiteY7" fmla="*/ 774089 h 2225361"/>
                <a:gd name="connsiteX8" fmla="*/ 5115961 w 11240932"/>
                <a:gd name="connsiteY8" fmla="*/ 245898 h 2225361"/>
                <a:gd name="connsiteX9" fmla="*/ 4667966 w 11240932"/>
                <a:gd name="connsiteY9" fmla="*/ 55586 h 2225361"/>
                <a:gd name="connsiteX10" fmla="*/ 4054337 w 11240932"/>
                <a:gd name="connsiteY10" fmla="*/ 567119 h 2225361"/>
                <a:gd name="connsiteX11" fmla="*/ 3836355 w 11240932"/>
                <a:gd name="connsiteY11" fmla="*/ 932510 h 2225361"/>
                <a:gd name="connsiteX12" fmla="*/ 3495749 w 11240932"/>
                <a:gd name="connsiteY12" fmla="*/ 1309985 h 2225361"/>
                <a:gd name="connsiteX13" fmla="*/ 2945605 w 11240932"/>
                <a:gd name="connsiteY13" fmla="*/ 1646141 h 2225361"/>
                <a:gd name="connsiteX14" fmla="*/ 2099079 w 11240932"/>
                <a:gd name="connsiteY14" fmla="*/ 1887729 h 2225361"/>
                <a:gd name="connsiteX15" fmla="*/ 1387805 w 11240932"/>
                <a:gd name="connsiteY15" fmla="*/ 2020995 h 2225361"/>
                <a:gd name="connsiteX16" fmla="*/ 1272112 w 11240932"/>
                <a:gd name="connsiteY16" fmla="*/ 2043475 h 2225361"/>
                <a:gd name="connsiteX17" fmla="*/ 640964 w 11240932"/>
                <a:gd name="connsiteY17" fmla="*/ 2037213 h 2225361"/>
                <a:gd name="connsiteX18" fmla="*/ 129326 w 11240932"/>
                <a:gd name="connsiteY18" fmla="*/ 1873744 h 2225361"/>
                <a:gd name="connsiteX19" fmla="*/ 0 w 11240932"/>
                <a:gd name="connsiteY19" fmla="*/ 1824667 h 2225361"/>
                <a:gd name="connsiteX20" fmla="*/ 1478 w 11240932"/>
                <a:gd name="connsiteY20" fmla="*/ 1820656 h 2225361"/>
                <a:gd name="connsiteX21" fmla="*/ 130874 w 11240932"/>
                <a:gd name="connsiteY21" fmla="*/ 1869769 h 2225361"/>
                <a:gd name="connsiteX22" fmla="*/ 1271303 w 11240932"/>
                <a:gd name="connsiteY22" fmla="*/ 2039289 h 2225361"/>
                <a:gd name="connsiteX23" fmla="*/ 1386996 w 11240932"/>
                <a:gd name="connsiteY23" fmla="*/ 2016808 h 2225361"/>
                <a:gd name="connsiteX24" fmla="*/ 2098358 w 11240932"/>
                <a:gd name="connsiteY24" fmla="*/ 1883525 h 2225361"/>
                <a:gd name="connsiteX25" fmla="*/ 4050573 w 11240932"/>
                <a:gd name="connsiteY25" fmla="*/ 565096 h 2225361"/>
                <a:gd name="connsiteX26" fmla="*/ 4293586 w 11240932"/>
                <a:gd name="connsiteY26" fmla="*/ 195730 h 2225361"/>
                <a:gd name="connsiteX27" fmla="*/ 4668018 w 11240932"/>
                <a:gd name="connsiteY27" fmla="*/ 51312 h 2225361"/>
                <a:gd name="connsiteX28" fmla="*/ 4906950 w 11240932"/>
                <a:gd name="connsiteY28" fmla="*/ 110557 h 2225361"/>
                <a:gd name="connsiteX29" fmla="*/ 5118547 w 11240932"/>
                <a:gd name="connsiteY29" fmla="*/ 242504 h 2225361"/>
                <a:gd name="connsiteX30" fmla="*/ 5645243 w 11240932"/>
                <a:gd name="connsiteY30" fmla="*/ 771293 h 2225361"/>
                <a:gd name="connsiteX31" fmla="*/ 5937615 w 11240932"/>
                <a:gd name="connsiteY31" fmla="*/ 1120377 h 2225361"/>
                <a:gd name="connsiteX32" fmla="*/ 6157250 w 11240932"/>
                <a:gd name="connsiteY32" fmla="*/ 1384270 h 2225361"/>
                <a:gd name="connsiteX33" fmla="*/ 6165553 w 11240932"/>
                <a:gd name="connsiteY33" fmla="*/ 1394086 h 2225361"/>
                <a:gd name="connsiteX34" fmla="*/ 6683331 w 11240932"/>
                <a:gd name="connsiteY34" fmla="*/ 1947554 h 2225361"/>
                <a:gd name="connsiteX35" fmla="*/ 7104712 w 11240932"/>
                <a:gd name="connsiteY35" fmla="*/ 2206504 h 2225361"/>
                <a:gd name="connsiteX36" fmla="*/ 7356996 w 11240932"/>
                <a:gd name="connsiteY36" fmla="*/ 2202793 h 2225361"/>
                <a:gd name="connsiteX37" fmla="*/ 7960245 w 11240932"/>
                <a:gd name="connsiteY37" fmla="*/ 1757981 h 2225361"/>
                <a:gd name="connsiteX38" fmla="*/ 8014336 w 11240932"/>
                <a:gd name="connsiteY38" fmla="*/ 1701814 h 2225361"/>
                <a:gd name="connsiteX39" fmla="*/ 8554770 w 11240932"/>
                <a:gd name="connsiteY39" fmla="*/ 1061625 h 2225361"/>
                <a:gd name="connsiteX40" fmla="*/ 9066813 w 11240932"/>
                <a:gd name="connsiteY40" fmla="*/ 450107 h 2225361"/>
                <a:gd name="connsiteX41" fmla="*/ 9129769 w 11240932"/>
                <a:gd name="connsiteY41" fmla="*/ 381662 h 2225361"/>
                <a:gd name="connsiteX42" fmla="*/ 9821482 w 11240932"/>
                <a:gd name="connsiteY42" fmla="*/ 25155 h 2225361"/>
                <a:gd name="connsiteX43" fmla="*/ 10061329 w 11240932"/>
                <a:gd name="connsiteY43" fmla="*/ 211087 h 2225361"/>
                <a:gd name="connsiteX44" fmla="*/ 10173855 w 11240932"/>
                <a:gd name="connsiteY44" fmla="*/ 316964 h 2225361"/>
                <a:gd name="connsiteX45" fmla="*/ 10414195 w 11240932"/>
                <a:gd name="connsiteY45" fmla="*/ 462227 h 2225361"/>
                <a:gd name="connsiteX46" fmla="*/ 10911902 w 11240932"/>
                <a:gd name="connsiteY46" fmla="*/ 781478 h 2225361"/>
                <a:gd name="connsiteX47" fmla="*/ 11120701 w 11240932"/>
                <a:gd name="connsiteY47" fmla="*/ 1002960 h 2225361"/>
                <a:gd name="connsiteX48" fmla="*/ 11240932 w 11240932"/>
                <a:gd name="connsiteY48" fmla="*/ 1276510 h 2225361"/>
                <a:gd name="connsiteX49" fmla="*/ 11236746 w 11240932"/>
                <a:gd name="connsiteY49" fmla="*/ 1277355 h 2225361"/>
                <a:gd name="connsiteX50" fmla="*/ 10412137 w 11240932"/>
                <a:gd name="connsiteY50" fmla="*/ 465974 h 2225361"/>
                <a:gd name="connsiteX51" fmla="*/ 10171217 w 11240932"/>
                <a:gd name="connsiteY51" fmla="*/ 320324 h 2225361"/>
                <a:gd name="connsiteX52" fmla="*/ 10058268 w 11240932"/>
                <a:gd name="connsiteY52" fmla="*/ 214077 h 2225361"/>
                <a:gd name="connsiteX53" fmla="*/ 9819846 w 11240932"/>
                <a:gd name="connsiteY53" fmla="*/ 29113 h 2225361"/>
                <a:gd name="connsiteX54" fmla="*/ 9132935 w 11240932"/>
                <a:gd name="connsiteY54" fmla="*/ 384547 h 2225361"/>
                <a:gd name="connsiteX55" fmla="*/ 9069908 w 11240932"/>
                <a:gd name="connsiteY55" fmla="*/ 453062 h 2225361"/>
                <a:gd name="connsiteX56" fmla="*/ 8558129 w 11240932"/>
                <a:gd name="connsiteY56" fmla="*/ 1064281 h 2225361"/>
                <a:gd name="connsiteX57" fmla="*/ 8017397 w 11240932"/>
                <a:gd name="connsiteY57" fmla="*/ 1704805 h 2225361"/>
                <a:gd name="connsiteX58" fmla="*/ 7963341 w 11240932"/>
                <a:gd name="connsiteY58" fmla="*/ 1760936 h 2225361"/>
                <a:gd name="connsiteX59" fmla="*/ 7358104 w 11240932"/>
                <a:gd name="connsiteY59" fmla="*/ 2206927 h 2225361"/>
                <a:gd name="connsiteX60" fmla="*/ 7222674 w 11240932"/>
                <a:gd name="connsiteY60" fmla="*/ 2225361 h 2225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1240932" h="2225361">
                  <a:moveTo>
                    <a:pt x="7222674" y="2225361"/>
                  </a:moveTo>
                  <a:cubicBezTo>
                    <a:pt x="7182603" y="2225361"/>
                    <a:pt x="7142865" y="2220454"/>
                    <a:pt x="7103692" y="2210656"/>
                  </a:cubicBezTo>
                  <a:cubicBezTo>
                    <a:pt x="7027068" y="2191465"/>
                    <a:pt x="6951217" y="2156301"/>
                    <a:pt x="6871831" y="2103142"/>
                  </a:cubicBezTo>
                  <a:cubicBezTo>
                    <a:pt x="6801486" y="2056035"/>
                    <a:pt x="6738741" y="2002032"/>
                    <a:pt x="6680516" y="1950756"/>
                  </a:cubicBezTo>
                  <a:cubicBezTo>
                    <a:pt x="6485912" y="1779389"/>
                    <a:pt x="6321405" y="1584908"/>
                    <a:pt x="6162299" y="1396847"/>
                  </a:cubicBezTo>
                  <a:lnTo>
                    <a:pt x="6153996" y="1387032"/>
                  </a:lnTo>
                  <a:cubicBezTo>
                    <a:pt x="6079887" y="1299449"/>
                    <a:pt x="6005884" y="1209790"/>
                    <a:pt x="5934326" y="1123103"/>
                  </a:cubicBezTo>
                  <a:cubicBezTo>
                    <a:pt x="5839425" y="1008149"/>
                    <a:pt x="5741305" y="889272"/>
                    <a:pt x="5642006" y="774089"/>
                  </a:cubicBezTo>
                  <a:cubicBezTo>
                    <a:pt x="5499945" y="609266"/>
                    <a:pt x="5323125" y="404125"/>
                    <a:pt x="5115961" y="245898"/>
                  </a:cubicBezTo>
                  <a:cubicBezTo>
                    <a:pt x="4948605" y="118086"/>
                    <a:pt x="4806244" y="57609"/>
                    <a:pt x="4667966" y="55586"/>
                  </a:cubicBezTo>
                  <a:cubicBezTo>
                    <a:pt x="4335065" y="50661"/>
                    <a:pt x="4217331" y="267324"/>
                    <a:pt x="4054337" y="567119"/>
                  </a:cubicBezTo>
                  <a:cubicBezTo>
                    <a:pt x="3993526" y="678978"/>
                    <a:pt x="3924607" y="805752"/>
                    <a:pt x="3836355" y="932510"/>
                  </a:cubicBezTo>
                  <a:cubicBezTo>
                    <a:pt x="3735122" y="1077913"/>
                    <a:pt x="3623721" y="1201381"/>
                    <a:pt x="3495749" y="1309985"/>
                  </a:cubicBezTo>
                  <a:cubicBezTo>
                    <a:pt x="3338420" y="1443497"/>
                    <a:pt x="3158469" y="1553456"/>
                    <a:pt x="2945605" y="1646141"/>
                  </a:cubicBezTo>
                  <a:cubicBezTo>
                    <a:pt x="2704404" y="1751156"/>
                    <a:pt x="2419596" y="1832424"/>
                    <a:pt x="2099079" y="1887729"/>
                  </a:cubicBezTo>
                  <a:cubicBezTo>
                    <a:pt x="1868379" y="1927536"/>
                    <a:pt x="1634952" y="1972937"/>
                    <a:pt x="1387805" y="2020995"/>
                  </a:cubicBezTo>
                  <a:cubicBezTo>
                    <a:pt x="1349493" y="2028453"/>
                    <a:pt x="1310935" y="2035947"/>
                    <a:pt x="1272112" y="2043475"/>
                  </a:cubicBezTo>
                  <a:cubicBezTo>
                    <a:pt x="1063805" y="2083881"/>
                    <a:pt x="857363" y="2081840"/>
                    <a:pt x="640964" y="2037213"/>
                  </a:cubicBezTo>
                  <a:cubicBezTo>
                    <a:pt x="452305" y="1998321"/>
                    <a:pt x="280710" y="1932127"/>
                    <a:pt x="129326" y="1873744"/>
                  </a:cubicBezTo>
                  <a:cubicBezTo>
                    <a:pt x="84417" y="1856417"/>
                    <a:pt x="41989" y="1840059"/>
                    <a:pt x="0" y="1824667"/>
                  </a:cubicBezTo>
                  <a:lnTo>
                    <a:pt x="1478" y="1820656"/>
                  </a:lnTo>
                  <a:cubicBezTo>
                    <a:pt x="43501" y="1836066"/>
                    <a:pt x="85947" y="1852442"/>
                    <a:pt x="130874" y="1869769"/>
                  </a:cubicBezTo>
                  <a:cubicBezTo>
                    <a:pt x="446835" y="1991636"/>
                    <a:pt x="804943" y="2129757"/>
                    <a:pt x="1271303" y="2039289"/>
                  </a:cubicBezTo>
                  <a:cubicBezTo>
                    <a:pt x="1310126" y="2031760"/>
                    <a:pt x="1348684" y="2024267"/>
                    <a:pt x="1386996" y="2016808"/>
                  </a:cubicBezTo>
                  <a:cubicBezTo>
                    <a:pt x="1634161" y="1968733"/>
                    <a:pt x="1867622" y="1923332"/>
                    <a:pt x="2098358" y="1883525"/>
                  </a:cubicBezTo>
                  <a:cubicBezTo>
                    <a:pt x="3461659" y="1648304"/>
                    <a:pt x="3802054" y="1022239"/>
                    <a:pt x="4050573" y="565096"/>
                  </a:cubicBezTo>
                  <a:cubicBezTo>
                    <a:pt x="4131454" y="416316"/>
                    <a:pt x="4201306" y="287834"/>
                    <a:pt x="4293586" y="195730"/>
                  </a:cubicBezTo>
                  <a:cubicBezTo>
                    <a:pt x="4394573" y="94936"/>
                    <a:pt x="4513591" y="49060"/>
                    <a:pt x="4668018" y="51312"/>
                  </a:cubicBezTo>
                  <a:cubicBezTo>
                    <a:pt x="4744291" y="52438"/>
                    <a:pt x="4824679" y="72368"/>
                    <a:pt x="4906950" y="110557"/>
                  </a:cubicBezTo>
                  <a:cubicBezTo>
                    <a:pt x="4973566" y="141481"/>
                    <a:pt x="5042784" y="184648"/>
                    <a:pt x="5118547" y="242504"/>
                  </a:cubicBezTo>
                  <a:cubicBezTo>
                    <a:pt x="5326080" y="400994"/>
                    <a:pt x="5503041" y="606311"/>
                    <a:pt x="5645243" y="771293"/>
                  </a:cubicBezTo>
                  <a:cubicBezTo>
                    <a:pt x="5744559" y="886511"/>
                    <a:pt x="5842696" y="1005405"/>
                    <a:pt x="5937615" y="1120377"/>
                  </a:cubicBezTo>
                  <a:cubicBezTo>
                    <a:pt x="6009173" y="1207063"/>
                    <a:pt x="6083159" y="1296687"/>
                    <a:pt x="6157250" y="1384270"/>
                  </a:cubicBezTo>
                  <a:lnTo>
                    <a:pt x="6165553" y="1394086"/>
                  </a:lnTo>
                  <a:cubicBezTo>
                    <a:pt x="6324554" y="1582041"/>
                    <a:pt x="6488955" y="1776381"/>
                    <a:pt x="6683331" y="1947554"/>
                  </a:cubicBezTo>
                  <a:cubicBezTo>
                    <a:pt x="6811654" y="2060556"/>
                    <a:pt x="6940434" y="2165378"/>
                    <a:pt x="7104712" y="2206504"/>
                  </a:cubicBezTo>
                  <a:cubicBezTo>
                    <a:pt x="7187053" y="2227121"/>
                    <a:pt x="7271927" y="2225872"/>
                    <a:pt x="7356996" y="2202793"/>
                  </a:cubicBezTo>
                  <a:cubicBezTo>
                    <a:pt x="7595945" y="2138429"/>
                    <a:pt x="7806504" y="1918547"/>
                    <a:pt x="7960245" y="1757981"/>
                  </a:cubicBezTo>
                  <a:cubicBezTo>
                    <a:pt x="7979191" y="1738192"/>
                    <a:pt x="7997097" y="1719493"/>
                    <a:pt x="8014336" y="1701814"/>
                  </a:cubicBezTo>
                  <a:cubicBezTo>
                    <a:pt x="8209644" y="1501546"/>
                    <a:pt x="8385092" y="1277900"/>
                    <a:pt x="8554770" y="1061625"/>
                  </a:cubicBezTo>
                  <a:cubicBezTo>
                    <a:pt x="8715776" y="856413"/>
                    <a:pt x="8882253" y="644201"/>
                    <a:pt x="9066813" y="450107"/>
                  </a:cubicBezTo>
                  <a:cubicBezTo>
                    <a:pt x="9086092" y="429843"/>
                    <a:pt x="9107306" y="406430"/>
                    <a:pt x="9129769" y="381662"/>
                  </a:cubicBezTo>
                  <a:cubicBezTo>
                    <a:pt x="9298551" y="195484"/>
                    <a:pt x="9553614" y="-85842"/>
                    <a:pt x="9821482" y="25155"/>
                  </a:cubicBezTo>
                  <a:cubicBezTo>
                    <a:pt x="9918828" y="65508"/>
                    <a:pt x="9991266" y="139511"/>
                    <a:pt x="10061329" y="211087"/>
                  </a:cubicBezTo>
                  <a:cubicBezTo>
                    <a:pt x="10099254" y="249821"/>
                    <a:pt x="10135068" y="286427"/>
                    <a:pt x="10173855" y="316964"/>
                  </a:cubicBezTo>
                  <a:cubicBezTo>
                    <a:pt x="10227700" y="359357"/>
                    <a:pt x="10314123" y="407028"/>
                    <a:pt x="10414195" y="462227"/>
                  </a:cubicBezTo>
                  <a:cubicBezTo>
                    <a:pt x="10565404" y="545624"/>
                    <a:pt x="10753569" y="649425"/>
                    <a:pt x="10911902" y="781478"/>
                  </a:cubicBezTo>
                  <a:cubicBezTo>
                    <a:pt x="10998851" y="854003"/>
                    <a:pt x="11067155" y="926459"/>
                    <a:pt x="11120701" y="1002960"/>
                  </a:cubicBezTo>
                  <a:cubicBezTo>
                    <a:pt x="11181600" y="1089963"/>
                    <a:pt x="11222041" y="1182014"/>
                    <a:pt x="11240932" y="1276510"/>
                  </a:cubicBezTo>
                  <a:lnTo>
                    <a:pt x="11236746" y="1277355"/>
                  </a:lnTo>
                  <a:cubicBezTo>
                    <a:pt x="11156674" y="876660"/>
                    <a:pt x="10726357" y="639293"/>
                    <a:pt x="10412137" y="465974"/>
                  </a:cubicBezTo>
                  <a:cubicBezTo>
                    <a:pt x="10311906" y="410687"/>
                    <a:pt x="10225343" y="362928"/>
                    <a:pt x="10171217" y="320324"/>
                  </a:cubicBezTo>
                  <a:cubicBezTo>
                    <a:pt x="10132201" y="289611"/>
                    <a:pt x="10096299" y="252917"/>
                    <a:pt x="10058268" y="214077"/>
                  </a:cubicBezTo>
                  <a:cubicBezTo>
                    <a:pt x="9988522" y="142818"/>
                    <a:pt x="9916383" y="69113"/>
                    <a:pt x="9819846" y="29113"/>
                  </a:cubicBezTo>
                  <a:cubicBezTo>
                    <a:pt x="9554757" y="-80740"/>
                    <a:pt x="9300908" y="199266"/>
                    <a:pt x="9132935" y="384547"/>
                  </a:cubicBezTo>
                  <a:cubicBezTo>
                    <a:pt x="9110455" y="409350"/>
                    <a:pt x="9089223" y="432763"/>
                    <a:pt x="9069908" y="453062"/>
                  </a:cubicBezTo>
                  <a:cubicBezTo>
                    <a:pt x="8885489" y="647015"/>
                    <a:pt x="8719066" y="859140"/>
                    <a:pt x="8558129" y="1064281"/>
                  </a:cubicBezTo>
                  <a:cubicBezTo>
                    <a:pt x="8388381" y="1280644"/>
                    <a:pt x="8212863" y="1504378"/>
                    <a:pt x="8017397" y="1704805"/>
                  </a:cubicBezTo>
                  <a:cubicBezTo>
                    <a:pt x="8000175" y="1722466"/>
                    <a:pt x="7982286" y="1741147"/>
                    <a:pt x="7963341" y="1760936"/>
                  </a:cubicBezTo>
                  <a:cubicBezTo>
                    <a:pt x="7809248" y="1921855"/>
                    <a:pt x="7598215" y="2142246"/>
                    <a:pt x="7358104" y="2206927"/>
                  </a:cubicBezTo>
                  <a:cubicBezTo>
                    <a:pt x="7312825" y="2219222"/>
                    <a:pt x="7267548" y="2225361"/>
                    <a:pt x="7222674" y="222536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" name="任意多边形: 形状 1399"/>
            <p:cNvSpPr/>
            <p:nvPr>
              <p:custDataLst>
                <p:tags r:id="rId20"/>
              </p:custDataLst>
            </p:nvPr>
          </p:nvSpPr>
          <p:spPr>
            <a:xfrm>
              <a:off x="870889" y="2684806"/>
              <a:ext cx="11320143" cy="2336171"/>
            </a:xfrm>
            <a:custGeom>
              <a:avLst/>
              <a:gdLst>
                <a:gd name="connsiteX0" fmla="*/ 7339440 w 11320143"/>
                <a:gd name="connsiteY0" fmla="*/ 2336172 h 2336171"/>
                <a:gd name="connsiteX1" fmla="*/ 7216886 w 11320143"/>
                <a:gd name="connsiteY1" fmla="*/ 2320376 h 2336171"/>
                <a:gd name="connsiteX2" fmla="*/ 6787607 w 11320143"/>
                <a:gd name="connsiteY2" fmla="*/ 2044134 h 2336171"/>
                <a:gd name="connsiteX3" fmla="*/ 6269918 w 11320143"/>
                <a:gd name="connsiteY3" fmla="*/ 1458598 h 2336171"/>
                <a:gd name="connsiteX4" fmla="*/ 6260771 w 11320143"/>
                <a:gd name="connsiteY4" fmla="*/ 1447129 h 2336171"/>
                <a:gd name="connsiteX5" fmla="*/ 6055577 w 11320143"/>
                <a:gd name="connsiteY5" fmla="*/ 1186208 h 2336171"/>
                <a:gd name="connsiteX6" fmla="*/ 5749871 w 11320143"/>
                <a:gd name="connsiteY6" fmla="*/ 800940 h 2336171"/>
                <a:gd name="connsiteX7" fmla="*/ 5220220 w 11320143"/>
                <a:gd name="connsiteY7" fmla="*/ 246979 h 2336171"/>
                <a:gd name="connsiteX8" fmla="*/ 4762708 w 11320143"/>
                <a:gd name="connsiteY8" fmla="*/ 50563 h 2336171"/>
                <a:gd name="connsiteX9" fmla="*/ 4762497 w 11320143"/>
                <a:gd name="connsiteY9" fmla="*/ 50563 h 2336171"/>
                <a:gd name="connsiteX10" fmla="*/ 4175395 w 11320143"/>
                <a:gd name="connsiteY10" fmla="*/ 595922 h 2336171"/>
                <a:gd name="connsiteX11" fmla="*/ 3964907 w 11320143"/>
                <a:gd name="connsiteY11" fmla="*/ 993539 h 2336171"/>
                <a:gd name="connsiteX12" fmla="*/ 3624706 w 11320143"/>
                <a:gd name="connsiteY12" fmla="*/ 1404137 h 2336171"/>
                <a:gd name="connsiteX13" fmla="*/ 3059944 w 11320143"/>
                <a:gd name="connsiteY13" fmla="*/ 1767804 h 2336171"/>
                <a:gd name="connsiteX14" fmla="*/ 2175949 w 11320143"/>
                <a:gd name="connsiteY14" fmla="*/ 2024802 h 2336171"/>
                <a:gd name="connsiteX15" fmla="*/ 1760619 w 11320143"/>
                <a:gd name="connsiteY15" fmla="*/ 2097697 h 2336171"/>
                <a:gd name="connsiteX16" fmla="*/ 1325447 w 11320143"/>
                <a:gd name="connsiteY16" fmla="*/ 2174128 h 2336171"/>
                <a:gd name="connsiteX17" fmla="*/ 665731 w 11320143"/>
                <a:gd name="connsiteY17" fmla="*/ 2142043 h 2336171"/>
                <a:gd name="connsiteX18" fmla="*/ 128464 w 11320143"/>
                <a:gd name="connsiteY18" fmla="*/ 1937623 h 2336171"/>
                <a:gd name="connsiteX19" fmla="*/ 0 w 11320143"/>
                <a:gd name="connsiteY19" fmla="*/ 1880436 h 2336171"/>
                <a:gd name="connsiteX20" fmla="*/ 1671 w 11320143"/>
                <a:gd name="connsiteY20" fmla="*/ 1876566 h 2336171"/>
                <a:gd name="connsiteX21" fmla="*/ 130188 w 11320143"/>
                <a:gd name="connsiteY21" fmla="*/ 1933771 h 2336171"/>
                <a:gd name="connsiteX22" fmla="*/ 1324726 w 11320143"/>
                <a:gd name="connsiteY22" fmla="*/ 2169959 h 2336171"/>
                <a:gd name="connsiteX23" fmla="*/ 1759863 w 11320143"/>
                <a:gd name="connsiteY23" fmla="*/ 2093528 h 2336171"/>
                <a:gd name="connsiteX24" fmla="*/ 2175228 w 11320143"/>
                <a:gd name="connsiteY24" fmla="*/ 2020615 h 2336171"/>
                <a:gd name="connsiteX25" fmla="*/ 4171578 w 11320143"/>
                <a:gd name="connsiteY25" fmla="*/ 594093 h 2336171"/>
                <a:gd name="connsiteX26" fmla="*/ 4399182 w 11320143"/>
                <a:gd name="connsiteY26" fmla="*/ 203583 h 2336171"/>
                <a:gd name="connsiteX27" fmla="*/ 4762462 w 11320143"/>
                <a:gd name="connsiteY27" fmla="*/ 46341 h 2336171"/>
                <a:gd name="connsiteX28" fmla="*/ 4762655 w 11320143"/>
                <a:gd name="connsiteY28" fmla="*/ 46341 h 2336171"/>
                <a:gd name="connsiteX29" fmla="*/ 5007340 w 11320143"/>
                <a:gd name="connsiteY29" fmla="*/ 106096 h 2336171"/>
                <a:gd name="connsiteX30" fmla="*/ 5222771 w 11320143"/>
                <a:gd name="connsiteY30" fmla="*/ 243654 h 2336171"/>
                <a:gd name="connsiteX31" fmla="*/ 5753090 w 11320143"/>
                <a:gd name="connsiteY31" fmla="*/ 798249 h 2336171"/>
                <a:gd name="connsiteX32" fmla="*/ 6058867 w 11320143"/>
                <a:gd name="connsiteY32" fmla="*/ 1183605 h 2336171"/>
                <a:gd name="connsiteX33" fmla="*/ 6264025 w 11320143"/>
                <a:gd name="connsiteY33" fmla="*/ 1444490 h 2336171"/>
                <a:gd name="connsiteX34" fmla="*/ 6273172 w 11320143"/>
                <a:gd name="connsiteY34" fmla="*/ 1455941 h 2336171"/>
                <a:gd name="connsiteX35" fmla="*/ 6790440 w 11320143"/>
                <a:gd name="connsiteY35" fmla="*/ 2041020 h 2336171"/>
                <a:gd name="connsiteX36" fmla="*/ 7217925 w 11320143"/>
                <a:gd name="connsiteY36" fmla="*/ 2316277 h 2336171"/>
                <a:gd name="connsiteX37" fmla="*/ 7476172 w 11320143"/>
                <a:gd name="connsiteY37" fmla="*/ 2312706 h 2336171"/>
                <a:gd name="connsiteX38" fmla="*/ 8090098 w 11320143"/>
                <a:gd name="connsiteY38" fmla="*/ 1840312 h 2336171"/>
                <a:gd name="connsiteX39" fmla="*/ 8141199 w 11320143"/>
                <a:gd name="connsiteY39" fmla="*/ 1784585 h 2336171"/>
                <a:gd name="connsiteX40" fmla="*/ 8680507 w 11320143"/>
                <a:gd name="connsiteY40" fmla="*/ 1114316 h 2336171"/>
                <a:gd name="connsiteX41" fmla="*/ 9194432 w 11320143"/>
                <a:gd name="connsiteY41" fmla="*/ 470942 h 2336171"/>
                <a:gd name="connsiteX42" fmla="*/ 9254029 w 11320143"/>
                <a:gd name="connsiteY42" fmla="*/ 403165 h 2336171"/>
                <a:gd name="connsiteX43" fmla="*/ 9566701 w 11320143"/>
                <a:gd name="connsiteY43" fmla="*/ 97530 h 2336171"/>
                <a:gd name="connsiteX44" fmla="*/ 9757259 w 11320143"/>
                <a:gd name="connsiteY44" fmla="*/ 8082 h 2336171"/>
                <a:gd name="connsiteX45" fmla="*/ 9960658 w 11320143"/>
                <a:gd name="connsiteY45" fmla="*/ 27660 h 2336171"/>
                <a:gd name="connsiteX46" fmla="*/ 10206943 w 11320143"/>
                <a:gd name="connsiteY46" fmla="*/ 230778 h 2336171"/>
                <a:gd name="connsiteX47" fmla="*/ 10315319 w 11320143"/>
                <a:gd name="connsiteY47" fmla="*/ 340684 h 2336171"/>
                <a:gd name="connsiteX48" fmla="*/ 10555553 w 11320143"/>
                <a:gd name="connsiteY48" fmla="*/ 498559 h 2336171"/>
                <a:gd name="connsiteX49" fmla="*/ 11015510 w 11320143"/>
                <a:gd name="connsiteY49" fmla="*/ 815153 h 2336171"/>
                <a:gd name="connsiteX50" fmla="*/ 11320143 w 11320143"/>
                <a:gd name="connsiteY50" fmla="*/ 1289007 h 2336171"/>
                <a:gd name="connsiteX51" fmla="*/ 11316026 w 11320143"/>
                <a:gd name="connsiteY51" fmla="*/ 1289851 h 2336171"/>
                <a:gd name="connsiteX52" fmla="*/ 10553406 w 11320143"/>
                <a:gd name="connsiteY52" fmla="*/ 502165 h 2336171"/>
                <a:gd name="connsiteX53" fmla="*/ 10312592 w 11320143"/>
                <a:gd name="connsiteY53" fmla="*/ 343868 h 2336171"/>
                <a:gd name="connsiteX54" fmla="*/ 10203865 w 11320143"/>
                <a:gd name="connsiteY54" fmla="*/ 233628 h 2336171"/>
                <a:gd name="connsiteX55" fmla="*/ 9959005 w 11320143"/>
                <a:gd name="connsiteY55" fmla="*/ 31530 h 2336171"/>
                <a:gd name="connsiteX56" fmla="*/ 9569163 w 11320143"/>
                <a:gd name="connsiteY56" fmla="*/ 101013 h 2336171"/>
                <a:gd name="connsiteX57" fmla="*/ 9257248 w 11320143"/>
                <a:gd name="connsiteY57" fmla="*/ 405945 h 2336171"/>
                <a:gd name="connsiteX58" fmla="*/ 9197580 w 11320143"/>
                <a:gd name="connsiteY58" fmla="*/ 473791 h 2336171"/>
                <a:gd name="connsiteX59" fmla="*/ 8683902 w 11320143"/>
                <a:gd name="connsiteY59" fmla="*/ 1116866 h 2336171"/>
                <a:gd name="connsiteX60" fmla="*/ 8144312 w 11320143"/>
                <a:gd name="connsiteY60" fmla="*/ 1787488 h 2336171"/>
                <a:gd name="connsiteX61" fmla="*/ 8093230 w 11320143"/>
                <a:gd name="connsiteY61" fmla="*/ 1843197 h 2336171"/>
                <a:gd name="connsiteX62" fmla="*/ 7477332 w 11320143"/>
                <a:gd name="connsiteY62" fmla="*/ 2316805 h 2336171"/>
                <a:gd name="connsiteX63" fmla="*/ 7339440 w 11320143"/>
                <a:gd name="connsiteY63" fmla="*/ 2336172 h 2336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320143" h="2336171">
                  <a:moveTo>
                    <a:pt x="7339440" y="2336172"/>
                  </a:moveTo>
                  <a:cubicBezTo>
                    <a:pt x="7298190" y="2336172"/>
                    <a:pt x="7257257" y="2330912"/>
                    <a:pt x="7216886" y="2320376"/>
                  </a:cubicBezTo>
                  <a:cubicBezTo>
                    <a:pt x="7047384" y="2276135"/>
                    <a:pt x="6911867" y="2159651"/>
                    <a:pt x="6787607" y="2044134"/>
                  </a:cubicBezTo>
                  <a:cubicBezTo>
                    <a:pt x="6592458" y="1862723"/>
                    <a:pt x="6428479" y="1657283"/>
                    <a:pt x="6269918" y="1458598"/>
                  </a:cubicBezTo>
                  <a:lnTo>
                    <a:pt x="6260771" y="1447129"/>
                  </a:lnTo>
                  <a:cubicBezTo>
                    <a:pt x="6191622" y="1360495"/>
                    <a:pt x="6122456" y="1271892"/>
                    <a:pt x="6055577" y="1186208"/>
                  </a:cubicBezTo>
                  <a:cubicBezTo>
                    <a:pt x="5956507" y="1059275"/>
                    <a:pt x="5854043" y="927997"/>
                    <a:pt x="5749871" y="800940"/>
                  </a:cubicBezTo>
                  <a:cubicBezTo>
                    <a:pt x="5576165" y="589062"/>
                    <a:pt x="5416425" y="401142"/>
                    <a:pt x="5220220" y="246979"/>
                  </a:cubicBezTo>
                  <a:cubicBezTo>
                    <a:pt x="5049680" y="112974"/>
                    <a:pt x="4904294" y="50563"/>
                    <a:pt x="4762708" y="50563"/>
                  </a:cubicBezTo>
                  <a:cubicBezTo>
                    <a:pt x="4762638" y="50563"/>
                    <a:pt x="4762567" y="50563"/>
                    <a:pt x="4762497" y="50563"/>
                  </a:cubicBezTo>
                  <a:cubicBezTo>
                    <a:pt x="4435823" y="50704"/>
                    <a:pt x="4326586" y="279398"/>
                    <a:pt x="4175395" y="595922"/>
                  </a:cubicBezTo>
                  <a:cubicBezTo>
                    <a:pt x="4117276" y="717614"/>
                    <a:pt x="4051399" y="855524"/>
                    <a:pt x="3964907" y="993539"/>
                  </a:cubicBezTo>
                  <a:cubicBezTo>
                    <a:pt x="3865643" y="1151924"/>
                    <a:pt x="3754365" y="1286228"/>
                    <a:pt x="3624706" y="1404137"/>
                  </a:cubicBezTo>
                  <a:cubicBezTo>
                    <a:pt x="3465212" y="1549171"/>
                    <a:pt x="3280477" y="1668118"/>
                    <a:pt x="3059944" y="1767804"/>
                  </a:cubicBezTo>
                  <a:cubicBezTo>
                    <a:pt x="2809947" y="1880788"/>
                    <a:pt x="2512544" y="1967263"/>
                    <a:pt x="2175949" y="2024802"/>
                  </a:cubicBezTo>
                  <a:cubicBezTo>
                    <a:pt x="2040168" y="2048021"/>
                    <a:pt x="1904387" y="2072155"/>
                    <a:pt x="1760619" y="2097697"/>
                  </a:cubicBezTo>
                  <a:cubicBezTo>
                    <a:pt x="1620018" y="2122693"/>
                    <a:pt x="1474615" y="2148534"/>
                    <a:pt x="1325447" y="2174128"/>
                  </a:cubicBezTo>
                  <a:cubicBezTo>
                    <a:pt x="1108380" y="2211367"/>
                    <a:pt x="892597" y="2200883"/>
                    <a:pt x="665731" y="2142043"/>
                  </a:cubicBezTo>
                  <a:cubicBezTo>
                    <a:pt x="467961" y="2090749"/>
                    <a:pt x="287588" y="2009392"/>
                    <a:pt x="128464" y="1937623"/>
                  </a:cubicBezTo>
                  <a:cubicBezTo>
                    <a:pt x="83872" y="1917517"/>
                    <a:pt x="41760" y="1898519"/>
                    <a:pt x="0" y="1880436"/>
                  </a:cubicBezTo>
                  <a:lnTo>
                    <a:pt x="1671" y="1876566"/>
                  </a:lnTo>
                  <a:cubicBezTo>
                    <a:pt x="43466" y="1894667"/>
                    <a:pt x="85596" y="1913665"/>
                    <a:pt x="130188" y="1933771"/>
                  </a:cubicBezTo>
                  <a:cubicBezTo>
                    <a:pt x="462314" y="2083572"/>
                    <a:pt x="838770" y="2253338"/>
                    <a:pt x="1324726" y="2169959"/>
                  </a:cubicBezTo>
                  <a:cubicBezTo>
                    <a:pt x="1473876" y="2144365"/>
                    <a:pt x="1619262" y="2118524"/>
                    <a:pt x="1759863" y="2093528"/>
                  </a:cubicBezTo>
                  <a:cubicBezTo>
                    <a:pt x="1903630" y="2067969"/>
                    <a:pt x="2039447" y="2043835"/>
                    <a:pt x="2175228" y="2020615"/>
                  </a:cubicBezTo>
                  <a:cubicBezTo>
                    <a:pt x="3607150" y="1775825"/>
                    <a:pt x="3933367" y="1092802"/>
                    <a:pt x="4171578" y="594093"/>
                  </a:cubicBezTo>
                  <a:cubicBezTo>
                    <a:pt x="4246566" y="437098"/>
                    <a:pt x="4311335" y="301510"/>
                    <a:pt x="4399182" y="203583"/>
                  </a:cubicBezTo>
                  <a:cubicBezTo>
                    <a:pt x="4495385" y="96369"/>
                    <a:pt x="4610814" y="46394"/>
                    <a:pt x="4762462" y="46341"/>
                  </a:cubicBezTo>
                  <a:cubicBezTo>
                    <a:pt x="4762532" y="46341"/>
                    <a:pt x="4762585" y="46341"/>
                    <a:pt x="4762655" y="46341"/>
                  </a:cubicBezTo>
                  <a:cubicBezTo>
                    <a:pt x="4840898" y="46341"/>
                    <a:pt x="4923221" y="66447"/>
                    <a:pt x="5007340" y="106096"/>
                  </a:cubicBezTo>
                  <a:cubicBezTo>
                    <a:pt x="5075204" y="138093"/>
                    <a:pt x="5145689" y="183090"/>
                    <a:pt x="5222771" y="243654"/>
                  </a:cubicBezTo>
                  <a:cubicBezTo>
                    <a:pt x="5419310" y="398082"/>
                    <a:pt x="5579226" y="586177"/>
                    <a:pt x="5753090" y="798249"/>
                  </a:cubicBezTo>
                  <a:cubicBezTo>
                    <a:pt x="5857297" y="925358"/>
                    <a:pt x="5959761" y="1056636"/>
                    <a:pt x="6058867" y="1183605"/>
                  </a:cubicBezTo>
                  <a:cubicBezTo>
                    <a:pt x="6125746" y="1269288"/>
                    <a:pt x="6194894" y="1357892"/>
                    <a:pt x="6264025" y="1444490"/>
                  </a:cubicBezTo>
                  <a:lnTo>
                    <a:pt x="6273172" y="1455941"/>
                  </a:lnTo>
                  <a:cubicBezTo>
                    <a:pt x="6431645" y="1654503"/>
                    <a:pt x="6595519" y="1859820"/>
                    <a:pt x="6790440" y="2041020"/>
                  </a:cubicBezTo>
                  <a:cubicBezTo>
                    <a:pt x="6914312" y="2156168"/>
                    <a:pt x="7049355" y="2272283"/>
                    <a:pt x="7217925" y="2316277"/>
                  </a:cubicBezTo>
                  <a:cubicBezTo>
                    <a:pt x="7302289" y="2338300"/>
                    <a:pt x="7389169" y="2337104"/>
                    <a:pt x="7476172" y="2312706"/>
                  </a:cubicBezTo>
                  <a:cubicBezTo>
                    <a:pt x="7721542" y="2244402"/>
                    <a:pt x="7934563" y="2010853"/>
                    <a:pt x="8090098" y="1840312"/>
                  </a:cubicBezTo>
                  <a:cubicBezTo>
                    <a:pt x="8108006" y="1820681"/>
                    <a:pt x="8124910" y="1802141"/>
                    <a:pt x="8141199" y="1784585"/>
                  </a:cubicBezTo>
                  <a:cubicBezTo>
                    <a:pt x="8336524" y="1573991"/>
                    <a:pt x="8511392" y="1340301"/>
                    <a:pt x="8680507" y="1114316"/>
                  </a:cubicBezTo>
                  <a:cubicBezTo>
                    <a:pt x="8841882" y="898656"/>
                    <a:pt x="9008764" y="675660"/>
                    <a:pt x="9194432" y="470942"/>
                  </a:cubicBezTo>
                  <a:cubicBezTo>
                    <a:pt x="9212656" y="450853"/>
                    <a:pt x="9232762" y="427686"/>
                    <a:pt x="9254029" y="403165"/>
                  </a:cubicBezTo>
                  <a:cubicBezTo>
                    <a:pt x="9339449" y="304746"/>
                    <a:pt x="9445748" y="182263"/>
                    <a:pt x="9566701" y="97530"/>
                  </a:cubicBezTo>
                  <a:cubicBezTo>
                    <a:pt x="9632524" y="51425"/>
                    <a:pt x="9696641" y="21328"/>
                    <a:pt x="9757259" y="8082"/>
                  </a:cubicBezTo>
                  <a:cubicBezTo>
                    <a:pt x="9827586" y="-7292"/>
                    <a:pt x="9896013" y="-713"/>
                    <a:pt x="9960658" y="27660"/>
                  </a:cubicBezTo>
                  <a:cubicBezTo>
                    <a:pt x="10061751" y="72023"/>
                    <a:pt x="10135561" y="152729"/>
                    <a:pt x="10206943" y="230778"/>
                  </a:cubicBezTo>
                  <a:cubicBezTo>
                    <a:pt x="10243479" y="270726"/>
                    <a:pt x="10277991" y="308476"/>
                    <a:pt x="10315319" y="340684"/>
                  </a:cubicBezTo>
                  <a:cubicBezTo>
                    <a:pt x="10369110" y="387088"/>
                    <a:pt x="10455515" y="438751"/>
                    <a:pt x="10555553" y="498559"/>
                  </a:cubicBezTo>
                  <a:cubicBezTo>
                    <a:pt x="10695661" y="582325"/>
                    <a:pt x="10870036" y="686566"/>
                    <a:pt x="11015510" y="815153"/>
                  </a:cubicBezTo>
                  <a:cubicBezTo>
                    <a:pt x="11185611" y="965517"/>
                    <a:pt x="11285261" y="1120508"/>
                    <a:pt x="11320143" y="1289007"/>
                  </a:cubicBezTo>
                  <a:lnTo>
                    <a:pt x="11316026" y="1289851"/>
                  </a:lnTo>
                  <a:cubicBezTo>
                    <a:pt x="11237643" y="911233"/>
                    <a:pt x="10842173" y="674799"/>
                    <a:pt x="10553406" y="502165"/>
                  </a:cubicBezTo>
                  <a:cubicBezTo>
                    <a:pt x="10453193" y="442251"/>
                    <a:pt x="10366648" y="390518"/>
                    <a:pt x="10312592" y="343868"/>
                  </a:cubicBezTo>
                  <a:cubicBezTo>
                    <a:pt x="10275071" y="311501"/>
                    <a:pt x="10240489" y="273664"/>
                    <a:pt x="10203865" y="233628"/>
                  </a:cubicBezTo>
                  <a:cubicBezTo>
                    <a:pt x="10132782" y="155895"/>
                    <a:pt x="10059288" y="75542"/>
                    <a:pt x="9959005" y="31530"/>
                  </a:cubicBezTo>
                  <a:cubicBezTo>
                    <a:pt x="9838773" y="-21242"/>
                    <a:pt x="9711242" y="1485"/>
                    <a:pt x="9569163" y="101013"/>
                  </a:cubicBezTo>
                  <a:cubicBezTo>
                    <a:pt x="9448633" y="185430"/>
                    <a:pt x="9342527" y="307701"/>
                    <a:pt x="9257248" y="405945"/>
                  </a:cubicBezTo>
                  <a:cubicBezTo>
                    <a:pt x="9235945" y="430483"/>
                    <a:pt x="9215840" y="453650"/>
                    <a:pt x="9197580" y="473791"/>
                  </a:cubicBezTo>
                  <a:cubicBezTo>
                    <a:pt x="9012036" y="678369"/>
                    <a:pt x="8845225" y="901277"/>
                    <a:pt x="8683902" y="1116866"/>
                  </a:cubicBezTo>
                  <a:cubicBezTo>
                    <a:pt x="8514734" y="1342940"/>
                    <a:pt x="8339796" y="1576718"/>
                    <a:pt x="8144312" y="1787488"/>
                  </a:cubicBezTo>
                  <a:cubicBezTo>
                    <a:pt x="8128041" y="1805026"/>
                    <a:pt x="8111137" y="1823566"/>
                    <a:pt x="8093230" y="1843197"/>
                  </a:cubicBezTo>
                  <a:cubicBezTo>
                    <a:pt x="7937343" y="2014107"/>
                    <a:pt x="7723846" y="2248166"/>
                    <a:pt x="7477332" y="2316805"/>
                  </a:cubicBezTo>
                  <a:cubicBezTo>
                    <a:pt x="7431210" y="2329716"/>
                    <a:pt x="7385123" y="2336172"/>
                    <a:pt x="7339440" y="2336172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" name="任意多边形: 形状 1400"/>
            <p:cNvSpPr/>
            <p:nvPr>
              <p:custDataLst>
                <p:tags r:id="rId21"/>
              </p:custDataLst>
            </p:nvPr>
          </p:nvSpPr>
          <p:spPr>
            <a:xfrm>
              <a:off x="791679" y="2622106"/>
              <a:ext cx="11399335" cy="2447051"/>
            </a:xfrm>
            <a:custGeom>
              <a:avLst/>
              <a:gdLst>
                <a:gd name="connsiteX0" fmla="*/ 7456118 w 11399335"/>
                <a:gd name="connsiteY0" fmla="*/ 2447052 h 2447051"/>
                <a:gd name="connsiteX1" fmla="*/ 7330029 w 11399335"/>
                <a:gd name="connsiteY1" fmla="*/ 2430165 h 2447051"/>
                <a:gd name="connsiteX2" fmla="*/ 6894646 w 11399335"/>
                <a:gd name="connsiteY2" fmla="*/ 2137582 h 2447051"/>
                <a:gd name="connsiteX3" fmla="*/ 6377115 w 11399335"/>
                <a:gd name="connsiteY3" fmla="*/ 1520066 h 2447051"/>
                <a:gd name="connsiteX4" fmla="*/ 6367492 w 11399335"/>
                <a:gd name="connsiteY4" fmla="*/ 1507330 h 2447051"/>
                <a:gd name="connsiteX5" fmla="*/ 6174824 w 11399335"/>
                <a:gd name="connsiteY5" fmla="*/ 1248697 h 2447051"/>
                <a:gd name="connsiteX6" fmla="*/ 5857684 w 11399335"/>
                <a:gd name="connsiteY6" fmla="*/ 827878 h 2447051"/>
                <a:gd name="connsiteX7" fmla="*/ 5324409 w 11399335"/>
                <a:gd name="connsiteY7" fmla="*/ 248164 h 2447051"/>
                <a:gd name="connsiteX8" fmla="*/ 4856976 w 11399335"/>
                <a:gd name="connsiteY8" fmla="*/ 45645 h 2447051"/>
                <a:gd name="connsiteX9" fmla="*/ 4507188 w 11399335"/>
                <a:gd name="connsiteY9" fmla="*/ 213757 h 2447051"/>
                <a:gd name="connsiteX10" fmla="*/ 4294730 w 11399335"/>
                <a:gd name="connsiteY10" fmla="*/ 624004 h 2447051"/>
                <a:gd name="connsiteX11" fmla="*/ 4092121 w 11399335"/>
                <a:gd name="connsiteY11" fmla="*/ 1054040 h 2447051"/>
                <a:gd name="connsiteX12" fmla="*/ 3752765 w 11399335"/>
                <a:gd name="connsiteY12" fmla="*/ 1498060 h 2447051"/>
                <a:gd name="connsiteX13" fmla="*/ 3499672 w 11399335"/>
                <a:gd name="connsiteY13" fmla="*/ 1704503 h 2447051"/>
                <a:gd name="connsiteX14" fmla="*/ 3173861 w 11399335"/>
                <a:gd name="connsiteY14" fmla="*/ 1889485 h 2447051"/>
                <a:gd name="connsiteX15" fmla="*/ 2762523 w 11399335"/>
                <a:gd name="connsiteY15" fmla="*/ 2044721 h 2447051"/>
                <a:gd name="connsiteX16" fmla="*/ 2252802 w 11399335"/>
                <a:gd name="connsiteY16" fmla="*/ 2161927 h 2447051"/>
                <a:gd name="connsiteX17" fmla="*/ 2180681 w 11399335"/>
                <a:gd name="connsiteY17" fmla="*/ 2174152 h 2447051"/>
                <a:gd name="connsiteX18" fmla="*/ 1378746 w 11399335"/>
                <a:gd name="connsiteY18" fmla="*/ 2304850 h 2447051"/>
                <a:gd name="connsiteX19" fmla="*/ 690921 w 11399335"/>
                <a:gd name="connsiteY19" fmla="*/ 2246678 h 2447051"/>
                <a:gd name="connsiteX20" fmla="*/ 128288 w 11399335"/>
                <a:gd name="connsiteY20" fmla="*/ 2001114 h 2447051"/>
                <a:gd name="connsiteX21" fmla="*/ 0 w 11399335"/>
                <a:gd name="connsiteY21" fmla="*/ 1936293 h 2447051"/>
                <a:gd name="connsiteX22" fmla="*/ 1829 w 11399335"/>
                <a:gd name="connsiteY22" fmla="*/ 1932581 h 2447051"/>
                <a:gd name="connsiteX23" fmla="*/ 130170 w 11399335"/>
                <a:gd name="connsiteY23" fmla="*/ 1997420 h 2447051"/>
                <a:gd name="connsiteX24" fmla="*/ 1378131 w 11399335"/>
                <a:gd name="connsiteY24" fmla="*/ 2300751 h 2447051"/>
                <a:gd name="connsiteX25" fmla="*/ 2179995 w 11399335"/>
                <a:gd name="connsiteY25" fmla="*/ 2170071 h 2447051"/>
                <a:gd name="connsiteX26" fmla="*/ 2252116 w 11399335"/>
                <a:gd name="connsiteY26" fmla="*/ 2157846 h 2447051"/>
                <a:gd name="connsiteX27" fmla="*/ 4290930 w 11399335"/>
                <a:gd name="connsiteY27" fmla="*/ 622403 h 2447051"/>
                <a:gd name="connsiteX28" fmla="*/ 4503986 w 11399335"/>
                <a:gd name="connsiteY28" fmla="*/ 211154 h 2447051"/>
                <a:gd name="connsiteX29" fmla="*/ 4856940 w 11399335"/>
                <a:gd name="connsiteY29" fmla="*/ 41493 h 2447051"/>
                <a:gd name="connsiteX30" fmla="*/ 5107746 w 11399335"/>
                <a:gd name="connsiteY30" fmla="*/ 101741 h 2447051"/>
                <a:gd name="connsiteX31" fmla="*/ 5327030 w 11399335"/>
                <a:gd name="connsiteY31" fmla="*/ 244945 h 2447051"/>
                <a:gd name="connsiteX32" fmla="*/ 5860955 w 11399335"/>
                <a:gd name="connsiteY32" fmla="*/ 825345 h 2447051"/>
                <a:gd name="connsiteX33" fmla="*/ 6178166 w 11399335"/>
                <a:gd name="connsiteY33" fmla="*/ 1246252 h 2447051"/>
                <a:gd name="connsiteX34" fmla="*/ 6370817 w 11399335"/>
                <a:gd name="connsiteY34" fmla="*/ 1504850 h 2447051"/>
                <a:gd name="connsiteX35" fmla="*/ 6380439 w 11399335"/>
                <a:gd name="connsiteY35" fmla="*/ 1517586 h 2447051"/>
                <a:gd name="connsiteX36" fmla="*/ 6897566 w 11399335"/>
                <a:gd name="connsiteY36" fmla="*/ 2134644 h 2447051"/>
                <a:gd name="connsiteX37" fmla="*/ 7331138 w 11399335"/>
                <a:gd name="connsiteY37" fmla="*/ 2426190 h 2447051"/>
                <a:gd name="connsiteX38" fmla="*/ 7595365 w 11399335"/>
                <a:gd name="connsiteY38" fmla="*/ 2422777 h 2447051"/>
                <a:gd name="connsiteX39" fmla="*/ 8220057 w 11399335"/>
                <a:gd name="connsiteY39" fmla="*/ 1922379 h 2447051"/>
                <a:gd name="connsiteX40" fmla="*/ 8268079 w 11399335"/>
                <a:gd name="connsiteY40" fmla="*/ 1867514 h 2447051"/>
                <a:gd name="connsiteX41" fmla="*/ 8806508 w 11399335"/>
                <a:gd name="connsiteY41" fmla="*/ 1167006 h 2447051"/>
                <a:gd name="connsiteX42" fmla="*/ 9322069 w 11399335"/>
                <a:gd name="connsiteY42" fmla="*/ 491899 h 2447051"/>
                <a:gd name="connsiteX43" fmla="*/ 9378271 w 11399335"/>
                <a:gd name="connsiteY43" fmla="*/ 425196 h 2447051"/>
                <a:gd name="connsiteX44" fmla="*/ 9695481 w 11399335"/>
                <a:gd name="connsiteY44" fmla="*/ 102937 h 2447051"/>
                <a:gd name="connsiteX45" fmla="*/ 9890771 w 11399335"/>
                <a:gd name="connsiteY45" fmla="*/ 8300 h 2447051"/>
                <a:gd name="connsiteX46" fmla="*/ 10099852 w 11399335"/>
                <a:gd name="connsiteY46" fmla="*/ 30306 h 2447051"/>
                <a:gd name="connsiteX47" fmla="*/ 10353227 w 11399335"/>
                <a:gd name="connsiteY47" fmla="*/ 251735 h 2447051"/>
                <a:gd name="connsiteX48" fmla="*/ 10456764 w 11399335"/>
                <a:gd name="connsiteY48" fmla="*/ 364526 h 2447051"/>
                <a:gd name="connsiteX49" fmla="*/ 10694676 w 11399335"/>
                <a:gd name="connsiteY49" fmla="*/ 534802 h 2447051"/>
                <a:gd name="connsiteX50" fmla="*/ 11399335 w 11399335"/>
                <a:gd name="connsiteY50" fmla="*/ 1301626 h 2447051"/>
                <a:gd name="connsiteX51" fmla="*/ 11395290 w 11399335"/>
                <a:gd name="connsiteY51" fmla="*/ 1302506 h 2447051"/>
                <a:gd name="connsiteX52" fmla="*/ 10692424 w 11399335"/>
                <a:gd name="connsiteY52" fmla="*/ 538285 h 2447051"/>
                <a:gd name="connsiteX53" fmla="*/ 10453932 w 11399335"/>
                <a:gd name="connsiteY53" fmla="*/ 367551 h 2447051"/>
                <a:gd name="connsiteX54" fmla="*/ 10350095 w 11399335"/>
                <a:gd name="connsiteY54" fmla="*/ 254444 h 2447051"/>
                <a:gd name="connsiteX55" fmla="*/ 10098129 w 11399335"/>
                <a:gd name="connsiteY55" fmla="*/ 34070 h 2447051"/>
                <a:gd name="connsiteX56" fmla="*/ 9697944 w 11399335"/>
                <a:gd name="connsiteY56" fmla="*/ 106297 h 2447051"/>
                <a:gd name="connsiteX57" fmla="*/ 9381490 w 11399335"/>
                <a:gd name="connsiteY57" fmla="*/ 427852 h 2447051"/>
                <a:gd name="connsiteX58" fmla="*/ 9325235 w 11399335"/>
                <a:gd name="connsiteY58" fmla="*/ 494608 h 2447051"/>
                <a:gd name="connsiteX59" fmla="*/ 8809903 w 11399335"/>
                <a:gd name="connsiteY59" fmla="*/ 1169398 h 2447051"/>
                <a:gd name="connsiteX60" fmla="*/ 8271211 w 11399335"/>
                <a:gd name="connsiteY60" fmla="*/ 1870241 h 2447051"/>
                <a:gd name="connsiteX61" fmla="*/ 8223223 w 11399335"/>
                <a:gd name="connsiteY61" fmla="*/ 1925088 h 2447051"/>
                <a:gd name="connsiteX62" fmla="*/ 7596543 w 11399335"/>
                <a:gd name="connsiteY62" fmla="*/ 2426753 h 2447051"/>
                <a:gd name="connsiteX63" fmla="*/ 7456118 w 11399335"/>
                <a:gd name="connsiteY63" fmla="*/ 2447052 h 244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399335" h="2447051">
                  <a:moveTo>
                    <a:pt x="7456118" y="2447052"/>
                  </a:moveTo>
                  <a:cubicBezTo>
                    <a:pt x="7413689" y="2447052"/>
                    <a:pt x="7371578" y="2441423"/>
                    <a:pt x="7330029" y="2430165"/>
                  </a:cubicBezTo>
                  <a:cubicBezTo>
                    <a:pt x="7156059" y="2383005"/>
                    <a:pt x="7019556" y="2259765"/>
                    <a:pt x="6894646" y="2137582"/>
                  </a:cubicBezTo>
                  <a:cubicBezTo>
                    <a:pt x="6698810" y="1946021"/>
                    <a:pt x="6535271" y="1729481"/>
                    <a:pt x="6377115" y="1520066"/>
                  </a:cubicBezTo>
                  <a:lnTo>
                    <a:pt x="6367492" y="1507330"/>
                  </a:lnTo>
                  <a:cubicBezTo>
                    <a:pt x="6302619" y="1421436"/>
                    <a:pt x="6237657" y="1333624"/>
                    <a:pt x="6174824" y="1248697"/>
                  </a:cubicBezTo>
                  <a:cubicBezTo>
                    <a:pt x="6072218" y="1109995"/>
                    <a:pt x="5966112" y="966580"/>
                    <a:pt x="5857684" y="827878"/>
                  </a:cubicBezTo>
                  <a:cubicBezTo>
                    <a:pt x="5684628" y="606501"/>
                    <a:pt x="5525064" y="410085"/>
                    <a:pt x="5324409" y="248164"/>
                  </a:cubicBezTo>
                  <a:cubicBezTo>
                    <a:pt x="5150474" y="107792"/>
                    <a:pt x="5001992" y="43410"/>
                    <a:pt x="4856976" y="45645"/>
                  </a:cubicBezTo>
                  <a:cubicBezTo>
                    <a:pt x="4709180" y="47896"/>
                    <a:pt x="4598043" y="101301"/>
                    <a:pt x="4507188" y="213757"/>
                  </a:cubicBezTo>
                  <a:cubicBezTo>
                    <a:pt x="4423862" y="316908"/>
                    <a:pt x="4364018" y="459216"/>
                    <a:pt x="4294730" y="624004"/>
                  </a:cubicBezTo>
                  <a:cubicBezTo>
                    <a:pt x="4239407" y="755563"/>
                    <a:pt x="4176714" y="904696"/>
                    <a:pt x="4092121" y="1054040"/>
                  </a:cubicBezTo>
                  <a:cubicBezTo>
                    <a:pt x="3994986" y="1225512"/>
                    <a:pt x="3883990" y="1370757"/>
                    <a:pt x="3752765" y="1498060"/>
                  </a:cubicBezTo>
                  <a:cubicBezTo>
                    <a:pt x="3676105" y="1572433"/>
                    <a:pt x="3590950" y="1641880"/>
                    <a:pt x="3499672" y="1704503"/>
                  </a:cubicBezTo>
                  <a:cubicBezTo>
                    <a:pt x="3400726" y="1772385"/>
                    <a:pt x="3291101" y="1834620"/>
                    <a:pt x="3173861" y="1889485"/>
                  </a:cubicBezTo>
                  <a:cubicBezTo>
                    <a:pt x="3048299" y="1948255"/>
                    <a:pt x="2909897" y="2000481"/>
                    <a:pt x="2762523" y="2044721"/>
                  </a:cubicBezTo>
                  <a:cubicBezTo>
                    <a:pt x="2606020" y="2091705"/>
                    <a:pt x="2434530" y="2131126"/>
                    <a:pt x="2252802" y="2161927"/>
                  </a:cubicBezTo>
                  <a:lnTo>
                    <a:pt x="2180681" y="2174152"/>
                  </a:lnTo>
                  <a:cubicBezTo>
                    <a:pt x="1925390" y="2217460"/>
                    <a:pt x="1661391" y="2262246"/>
                    <a:pt x="1378746" y="2304850"/>
                  </a:cubicBezTo>
                  <a:cubicBezTo>
                    <a:pt x="1153095" y="2338852"/>
                    <a:pt x="928112" y="2319820"/>
                    <a:pt x="690921" y="2246678"/>
                  </a:cubicBezTo>
                  <a:cubicBezTo>
                    <a:pt x="484144" y="2182912"/>
                    <a:pt x="295081" y="2086323"/>
                    <a:pt x="128288" y="2001114"/>
                  </a:cubicBezTo>
                  <a:cubicBezTo>
                    <a:pt x="83784" y="1978387"/>
                    <a:pt x="41742" y="1956909"/>
                    <a:pt x="0" y="1936293"/>
                  </a:cubicBezTo>
                  <a:lnTo>
                    <a:pt x="1829" y="1932581"/>
                  </a:lnTo>
                  <a:cubicBezTo>
                    <a:pt x="43607" y="1953197"/>
                    <a:pt x="85648" y="1974693"/>
                    <a:pt x="130170" y="1997420"/>
                  </a:cubicBezTo>
                  <a:cubicBezTo>
                    <a:pt x="461101" y="2166483"/>
                    <a:pt x="872966" y="2376866"/>
                    <a:pt x="1378131" y="2300751"/>
                  </a:cubicBezTo>
                  <a:cubicBezTo>
                    <a:pt x="1660740" y="2258165"/>
                    <a:pt x="1924721" y="2213379"/>
                    <a:pt x="2179995" y="2170071"/>
                  </a:cubicBezTo>
                  <a:lnTo>
                    <a:pt x="2252116" y="2157846"/>
                  </a:lnTo>
                  <a:cubicBezTo>
                    <a:pt x="3752202" y="1903645"/>
                    <a:pt x="4063572" y="1163119"/>
                    <a:pt x="4290930" y="622403"/>
                  </a:cubicBezTo>
                  <a:cubicBezTo>
                    <a:pt x="4360342" y="457316"/>
                    <a:pt x="4420291" y="314762"/>
                    <a:pt x="4503986" y="211154"/>
                  </a:cubicBezTo>
                  <a:cubicBezTo>
                    <a:pt x="4595668" y="97677"/>
                    <a:pt x="4707825" y="43762"/>
                    <a:pt x="4856940" y="41493"/>
                  </a:cubicBezTo>
                  <a:cubicBezTo>
                    <a:pt x="4937224" y="40297"/>
                    <a:pt x="5021623" y="60544"/>
                    <a:pt x="5107746" y="101741"/>
                  </a:cubicBezTo>
                  <a:cubicBezTo>
                    <a:pt x="5176860" y="134793"/>
                    <a:pt x="5248576" y="181637"/>
                    <a:pt x="5327030" y="244945"/>
                  </a:cubicBezTo>
                  <a:cubicBezTo>
                    <a:pt x="5528019" y="407148"/>
                    <a:pt x="5687741" y="603757"/>
                    <a:pt x="5860955" y="825345"/>
                  </a:cubicBezTo>
                  <a:cubicBezTo>
                    <a:pt x="5969419" y="964099"/>
                    <a:pt x="6075542" y="1107550"/>
                    <a:pt x="6178166" y="1246252"/>
                  </a:cubicBezTo>
                  <a:cubicBezTo>
                    <a:pt x="6240981" y="1331161"/>
                    <a:pt x="6305943" y="1418973"/>
                    <a:pt x="6370817" y="1504850"/>
                  </a:cubicBezTo>
                  <a:lnTo>
                    <a:pt x="6380439" y="1517586"/>
                  </a:lnTo>
                  <a:cubicBezTo>
                    <a:pt x="6538508" y="1726878"/>
                    <a:pt x="6701941" y="1943294"/>
                    <a:pt x="6897566" y="2134644"/>
                  </a:cubicBezTo>
                  <a:cubicBezTo>
                    <a:pt x="7022089" y="2256441"/>
                    <a:pt x="7158135" y="2379293"/>
                    <a:pt x="7331138" y="2426190"/>
                  </a:cubicBezTo>
                  <a:cubicBezTo>
                    <a:pt x="7417525" y="2449620"/>
                    <a:pt x="7506427" y="2448459"/>
                    <a:pt x="7595365" y="2422777"/>
                  </a:cubicBezTo>
                  <a:cubicBezTo>
                    <a:pt x="7847261" y="2350462"/>
                    <a:pt x="8062728" y="2103034"/>
                    <a:pt x="8220057" y="1922379"/>
                  </a:cubicBezTo>
                  <a:cubicBezTo>
                    <a:pt x="8236874" y="1903064"/>
                    <a:pt x="8252776" y="1884823"/>
                    <a:pt x="8268079" y="1867514"/>
                  </a:cubicBezTo>
                  <a:cubicBezTo>
                    <a:pt x="8463475" y="1646524"/>
                    <a:pt x="8637868" y="1402754"/>
                    <a:pt x="8806508" y="1167006"/>
                  </a:cubicBezTo>
                  <a:cubicBezTo>
                    <a:pt x="8968218" y="940968"/>
                    <a:pt x="9135433" y="707225"/>
                    <a:pt x="9322069" y="491899"/>
                  </a:cubicBezTo>
                  <a:cubicBezTo>
                    <a:pt x="9339237" y="472074"/>
                    <a:pt x="9358200" y="449312"/>
                    <a:pt x="9378271" y="425196"/>
                  </a:cubicBezTo>
                  <a:cubicBezTo>
                    <a:pt x="9464499" y="321622"/>
                    <a:pt x="9571801" y="192719"/>
                    <a:pt x="9695481" y="102937"/>
                  </a:cubicBezTo>
                  <a:cubicBezTo>
                    <a:pt x="9762870" y="54018"/>
                    <a:pt x="9828571" y="22179"/>
                    <a:pt x="9890771" y="8300"/>
                  </a:cubicBezTo>
                  <a:cubicBezTo>
                    <a:pt x="9963051" y="-7831"/>
                    <a:pt x="10033395" y="-425"/>
                    <a:pt x="10099852" y="30306"/>
                  </a:cubicBezTo>
                  <a:cubicBezTo>
                    <a:pt x="10205026" y="78943"/>
                    <a:pt x="10280366" y="166791"/>
                    <a:pt x="10353227" y="251735"/>
                  </a:cubicBezTo>
                  <a:cubicBezTo>
                    <a:pt x="10388178" y="292492"/>
                    <a:pt x="10421196" y="330981"/>
                    <a:pt x="10456764" y="364526"/>
                  </a:cubicBezTo>
                  <a:cubicBezTo>
                    <a:pt x="10510239" y="414958"/>
                    <a:pt x="10595711" y="470491"/>
                    <a:pt x="10694676" y="534802"/>
                  </a:cubicBezTo>
                  <a:cubicBezTo>
                    <a:pt x="10959501" y="706890"/>
                    <a:pt x="11322201" y="942568"/>
                    <a:pt x="11399335" y="1301626"/>
                  </a:cubicBezTo>
                  <a:lnTo>
                    <a:pt x="11395290" y="1302506"/>
                  </a:lnTo>
                  <a:cubicBezTo>
                    <a:pt x="11318507" y="945119"/>
                    <a:pt x="10956652" y="709969"/>
                    <a:pt x="10692424" y="538285"/>
                  </a:cubicBezTo>
                  <a:cubicBezTo>
                    <a:pt x="10593284" y="473869"/>
                    <a:pt x="10507671" y="418230"/>
                    <a:pt x="10453932" y="367551"/>
                  </a:cubicBezTo>
                  <a:cubicBezTo>
                    <a:pt x="10418206" y="333848"/>
                    <a:pt x="10385118" y="295290"/>
                    <a:pt x="10350095" y="254444"/>
                  </a:cubicBezTo>
                  <a:cubicBezTo>
                    <a:pt x="10277517" y="169834"/>
                    <a:pt x="10202475" y="82321"/>
                    <a:pt x="10098129" y="34070"/>
                  </a:cubicBezTo>
                  <a:cubicBezTo>
                    <a:pt x="9974520" y="-23082"/>
                    <a:pt x="9843628" y="542"/>
                    <a:pt x="9697944" y="106297"/>
                  </a:cubicBezTo>
                  <a:cubicBezTo>
                    <a:pt x="9574686" y="195780"/>
                    <a:pt x="9467560" y="324455"/>
                    <a:pt x="9381490" y="427852"/>
                  </a:cubicBezTo>
                  <a:cubicBezTo>
                    <a:pt x="9361401" y="451986"/>
                    <a:pt x="9342439" y="474766"/>
                    <a:pt x="9325235" y="494608"/>
                  </a:cubicBezTo>
                  <a:cubicBezTo>
                    <a:pt x="9138723" y="709793"/>
                    <a:pt x="8971560" y="943448"/>
                    <a:pt x="8809903" y="1169398"/>
                  </a:cubicBezTo>
                  <a:cubicBezTo>
                    <a:pt x="8641193" y="1405235"/>
                    <a:pt x="8466729" y="1649092"/>
                    <a:pt x="8271211" y="1870241"/>
                  </a:cubicBezTo>
                  <a:cubicBezTo>
                    <a:pt x="8255925" y="1887532"/>
                    <a:pt x="8240040" y="1905773"/>
                    <a:pt x="8223223" y="1925088"/>
                  </a:cubicBezTo>
                  <a:cubicBezTo>
                    <a:pt x="8065560" y="2106130"/>
                    <a:pt x="7849619" y="2354086"/>
                    <a:pt x="7596543" y="2426753"/>
                  </a:cubicBezTo>
                  <a:cubicBezTo>
                    <a:pt x="7549576" y="2440280"/>
                    <a:pt x="7502663" y="2447052"/>
                    <a:pt x="7456118" y="2447052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4" name="任意多边形: 形状 1401"/>
            <p:cNvSpPr/>
            <p:nvPr>
              <p:custDataLst>
                <p:tags r:id="rId22"/>
              </p:custDataLst>
            </p:nvPr>
          </p:nvSpPr>
          <p:spPr>
            <a:xfrm>
              <a:off x="712451" y="2559315"/>
              <a:ext cx="11478527" cy="2558024"/>
            </a:xfrm>
            <a:custGeom>
              <a:avLst/>
              <a:gdLst>
                <a:gd name="connsiteX0" fmla="*/ 7572796 w 11478527"/>
                <a:gd name="connsiteY0" fmla="*/ 2558024 h 2558024"/>
                <a:gd name="connsiteX1" fmla="*/ 7443224 w 11478527"/>
                <a:gd name="connsiteY1" fmla="*/ 2540029 h 2558024"/>
                <a:gd name="connsiteX2" fmla="*/ 7001720 w 11478527"/>
                <a:gd name="connsiteY2" fmla="*/ 2231104 h 2558024"/>
                <a:gd name="connsiteX3" fmla="*/ 6483889 w 11478527"/>
                <a:gd name="connsiteY3" fmla="*/ 1581063 h 2558024"/>
                <a:gd name="connsiteX4" fmla="*/ 6474250 w 11478527"/>
                <a:gd name="connsiteY4" fmla="*/ 1567607 h 2558024"/>
                <a:gd name="connsiteX5" fmla="*/ 6292504 w 11478527"/>
                <a:gd name="connsiteY5" fmla="*/ 1310679 h 2558024"/>
                <a:gd name="connsiteX6" fmla="*/ 5965514 w 11478527"/>
                <a:gd name="connsiteY6" fmla="*/ 854873 h 2558024"/>
                <a:gd name="connsiteX7" fmla="*/ 5428633 w 11478527"/>
                <a:gd name="connsiteY7" fmla="*/ 249389 h 2558024"/>
                <a:gd name="connsiteX8" fmla="*/ 4951489 w 11478527"/>
                <a:gd name="connsiteY8" fmla="*/ 40766 h 2558024"/>
                <a:gd name="connsiteX9" fmla="*/ 4611359 w 11478527"/>
                <a:gd name="connsiteY9" fmla="*/ 220752 h 2558024"/>
                <a:gd name="connsiteX10" fmla="*/ 4412657 w 11478527"/>
                <a:gd name="connsiteY10" fmla="*/ 651368 h 2558024"/>
                <a:gd name="connsiteX11" fmla="*/ 4218246 w 11478527"/>
                <a:gd name="connsiteY11" fmla="*/ 1114017 h 2558024"/>
                <a:gd name="connsiteX12" fmla="*/ 3880138 w 11478527"/>
                <a:gd name="connsiteY12" fmla="*/ 1591758 h 2558024"/>
                <a:gd name="connsiteX13" fmla="*/ 3622542 w 11478527"/>
                <a:gd name="connsiteY13" fmla="*/ 1813364 h 2558024"/>
                <a:gd name="connsiteX14" fmla="*/ 3287478 w 11478527"/>
                <a:gd name="connsiteY14" fmla="*/ 2011222 h 2558024"/>
                <a:gd name="connsiteX15" fmla="*/ 2861118 w 11478527"/>
                <a:gd name="connsiteY15" fmla="*/ 2176186 h 2558024"/>
                <a:gd name="connsiteX16" fmla="*/ 2329638 w 11478527"/>
                <a:gd name="connsiteY16" fmla="*/ 2299144 h 2558024"/>
                <a:gd name="connsiteX17" fmla="*/ 1432046 w 11478527"/>
                <a:gd name="connsiteY17" fmla="*/ 2435647 h 2558024"/>
                <a:gd name="connsiteX18" fmla="*/ 1247591 w 11478527"/>
                <a:gd name="connsiteY18" fmla="*/ 2447749 h 2558024"/>
                <a:gd name="connsiteX19" fmla="*/ 716463 w 11478527"/>
                <a:gd name="connsiteY19" fmla="*/ 2351212 h 2558024"/>
                <a:gd name="connsiteX20" fmla="*/ 128657 w 11478527"/>
                <a:gd name="connsiteY20" fmla="*/ 2064346 h 2558024"/>
                <a:gd name="connsiteX21" fmla="*/ 0 w 11478527"/>
                <a:gd name="connsiteY21" fmla="*/ 1992224 h 2558024"/>
                <a:gd name="connsiteX22" fmla="*/ 1970 w 11478527"/>
                <a:gd name="connsiteY22" fmla="*/ 1988654 h 2558024"/>
                <a:gd name="connsiteX23" fmla="*/ 130662 w 11478527"/>
                <a:gd name="connsiteY23" fmla="*/ 2060792 h 2558024"/>
                <a:gd name="connsiteX24" fmla="*/ 1431518 w 11478527"/>
                <a:gd name="connsiteY24" fmla="*/ 2431601 h 2558024"/>
                <a:gd name="connsiteX25" fmla="*/ 2328969 w 11478527"/>
                <a:gd name="connsiteY25" fmla="*/ 2295116 h 2558024"/>
                <a:gd name="connsiteX26" fmla="*/ 4408821 w 11478527"/>
                <a:gd name="connsiteY26" fmla="*/ 649979 h 2558024"/>
                <a:gd name="connsiteX27" fmla="*/ 4608052 w 11478527"/>
                <a:gd name="connsiteY27" fmla="*/ 218377 h 2558024"/>
                <a:gd name="connsiteX28" fmla="*/ 4951367 w 11478527"/>
                <a:gd name="connsiteY28" fmla="*/ 36702 h 2558024"/>
                <a:gd name="connsiteX29" fmla="*/ 5208100 w 11478527"/>
                <a:gd name="connsiteY29" fmla="*/ 97407 h 2558024"/>
                <a:gd name="connsiteX30" fmla="*/ 5431219 w 11478527"/>
                <a:gd name="connsiteY30" fmla="*/ 246276 h 2558024"/>
                <a:gd name="connsiteX31" fmla="*/ 5968768 w 11478527"/>
                <a:gd name="connsiteY31" fmla="*/ 852463 h 2558024"/>
                <a:gd name="connsiteX32" fmla="*/ 6295829 w 11478527"/>
                <a:gd name="connsiteY32" fmla="*/ 1308357 h 2558024"/>
                <a:gd name="connsiteX33" fmla="*/ 6477556 w 11478527"/>
                <a:gd name="connsiteY33" fmla="*/ 1565250 h 2558024"/>
                <a:gd name="connsiteX34" fmla="*/ 6487196 w 11478527"/>
                <a:gd name="connsiteY34" fmla="*/ 1578706 h 2558024"/>
                <a:gd name="connsiteX35" fmla="*/ 7004639 w 11478527"/>
                <a:gd name="connsiteY35" fmla="*/ 2228290 h 2558024"/>
                <a:gd name="connsiteX36" fmla="*/ 7444315 w 11478527"/>
                <a:gd name="connsiteY36" fmla="*/ 2536142 h 2558024"/>
                <a:gd name="connsiteX37" fmla="*/ 7714506 w 11478527"/>
                <a:gd name="connsiteY37" fmla="*/ 2532870 h 2558024"/>
                <a:gd name="connsiteX38" fmla="*/ 8350069 w 11478527"/>
                <a:gd name="connsiteY38" fmla="*/ 2004028 h 2558024"/>
                <a:gd name="connsiteX39" fmla="*/ 8394907 w 11478527"/>
                <a:gd name="connsiteY39" fmla="*/ 1950447 h 2558024"/>
                <a:gd name="connsiteX40" fmla="*/ 8932685 w 11478527"/>
                <a:gd name="connsiteY40" fmla="*/ 1219578 h 2558024"/>
                <a:gd name="connsiteX41" fmla="*/ 9449671 w 11478527"/>
                <a:gd name="connsiteY41" fmla="*/ 512878 h 2558024"/>
                <a:gd name="connsiteX42" fmla="*/ 9502442 w 11478527"/>
                <a:gd name="connsiteY42" fmla="*/ 447635 h 2558024"/>
                <a:gd name="connsiteX43" fmla="*/ 9824103 w 11478527"/>
                <a:gd name="connsiteY43" fmla="*/ 108560 h 2558024"/>
                <a:gd name="connsiteX44" fmla="*/ 10024178 w 11478527"/>
                <a:gd name="connsiteY44" fmla="*/ 8557 h 2558024"/>
                <a:gd name="connsiteX45" fmla="*/ 10238993 w 11478527"/>
                <a:gd name="connsiteY45" fmla="*/ 32955 h 2558024"/>
                <a:gd name="connsiteX46" fmla="*/ 10500248 w 11478527"/>
                <a:gd name="connsiteY46" fmla="*/ 274069 h 2558024"/>
                <a:gd name="connsiteX47" fmla="*/ 10598192 w 11478527"/>
                <a:gd name="connsiteY47" fmla="*/ 388390 h 2558024"/>
                <a:gd name="connsiteX48" fmla="*/ 10831760 w 11478527"/>
                <a:gd name="connsiteY48" fmla="*/ 570892 h 2558024"/>
                <a:gd name="connsiteX49" fmla="*/ 11219121 w 11478527"/>
                <a:gd name="connsiteY49" fmla="*/ 881065 h 2558024"/>
                <a:gd name="connsiteX50" fmla="*/ 11478528 w 11478527"/>
                <a:gd name="connsiteY50" fmla="*/ 1314285 h 2558024"/>
                <a:gd name="connsiteX51" fmla="*/ 11474535 w 11478527"/>
                <a:gd name="connsiteY51" fmla="*/ 1315182 h 2558024"/>
                <a:gd name="connsiteX52" fmla="*/ 10829385 w 11478527"/>
                <a:gd name="connsiteY52" fmla="*/ 574234 h 2558024"/>
                <a:gd name="connsiteX53" fmla="*/ 10595254 w 11478527"/>
                <a:gd name="connsiteY53" fmla="*/ 391257 h 2558024"/>
                <a:gd name="connsiteX54" fmla="*/ 10497064 w 11478527"/>
                <a:gd name="connsiteY54" fmla="*/ 276655 h 2558024"/>
                <a:gd name="connsiteX55" fmla="*/ 10237199 w 11478527"/>
                <a:gd name="connsiteY55" fmla="*/ 36649 h 2558024"/>
                <a:gd name="connsiteX56" fmla="*/ 9826548 w 11478527"/>
                <a:gd name="connsiteY56" fmla="*/ 111849 h 2558024"/>
                <a:gd name="connsiteX57" fmla="*/ 9505608 w 11478527"/>
                <a:gd name="connsiteY57" fmla="*/ 450203 h 2558024"/>
                <a:gd name="connsiteX58" fmla="*/ 9452784 w 11478527"/>
                <a:gd name="connsiteY58" fmla="*/ 515499 h 2558024"/>
                <a:gd name="connsiteX59" fmla="*/ 8936027 w 11478527"/>
                <a:gd name="connsiteY59" fmla="*/ 1221900 h 2558024"/>
                <a:gd name="connsiteX60" fmla="*/ 8398003 w 11478527"/>
                <a:gd name="connsiteY60" fmla="*/ 1953085 h 2558024"/>
                <a:gd name="connsiteX61" fmla="*/ 8353183 w 11478527"/>
                <a:gd name="connsiteY61" fmla="*/ 2006649 h 2558024"/>
                <a:gd name="connsiteX62" fmla="*/ 8073141 w 11478527"/>
                <a:gd name="connsiteY62" fmla="*/ 2313393 h 2558024"/>
                <a:gd name="connsiteX63" fmla="*/ 7715631 w 11478527"/>
                <a:gd name="connsiteY63" fmla="*/ 2536792 h 2558024"/>
                <a:gd name="connsiteX64" fmla="*/ 7572796 w 11478527"/>
                <a:gd name="connsiteY64" fmla="*/ 2558024 h 2558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1478527" h="2558024">
                  <a:moveTo>
                    <a:pt x="7572796" y="2558024"/>
                  </a:moveTo>
                  <a:cubicBezTo>
                    <a:pt x="7529206" y="2558024"/>
                    <a:pt x="7485934" y="2552026"/>
                    <a:pt x="7443224" y="2540029"/>
                  </a:cubicBezTo>
                  <a:cubicBezTo>
                    <a:pt x="7264786" y="2489914"/>
                    <a:pt x="7127281" y="2359937"/>
                    <a:pt x="7001720" y="2231104"/>
                  </a:cubicBezTo>
                  <a:cubicBezTo>
                    <a:pt x="6804986" y="2029235"/>
                    <a:pt x="6641747" y="1801385"/>
                    <a:pt x="6483889" y="1581063"/>
                  </a:cubicBezTo>
                  <a:lnTo>
                    <a:pt x="6474250" y="1567607"/>
                  </a:lnTo>
                  <a:cubicBezTo>
                    <a:pt x="6413087" y="1482257"/>
                    <a:pt x="6351784" y="1395044"/>
                    <a:pt x="6292504" y="1310679"/>
                  </a:cubicBezTo>
                  <a:cubicBezTo>
                    <a:pt x="6186890" y="1160421"/>
                    <a:pt x="6077689" y="1005044"/>
                    <a:pt x="5965514" y="854873"/>
                  </a:cubicBezTo>
                  <a:cubicBezTo>
                    <a:pt x="5799371" y="632459"/>
                    <a:pt x="5633281" y="418786"/>
                    <a:pt x="5428633" y="249389"/>
                  </a:cubicBezTo>
                  <a:cubicBezTo>
                    <a:pt x="5251373" y="102667"/>
                    <a:pt x="5099760" y="36368"/>
                    <a:pt x="4951489" y="40766"/>
                  </a:cubicBezTo>
                  <a:cubicBezTo>
                    <a:pt x="4806033" y="45075"/>
                    <a:pt x="4697940" y="102262"/>
                    <a:pt x="4611359" y="220752"/>
                  </a:cubicBezTo>
                  <a:cubicBezTo>
                    <a:pt x="4531920" y="329444"/>
                    <a:pt x="4476651" y="478629"/>
                    <a:pt x="4412657" y="651368"/>
                  </a:cubicBezTo>
                  <a:cubicBezTo>
                    <a:pt x="4360237" y="792867"/>
                    <a:pt x="4300816" y="953222"/>
                    <a:pt x="4218246" y="1114017"/>
                  </a:cubicBezTo>
                  <a:cubicBezTo>
                    <a:pt x="4123398" y="1298718"/>
                    <a:pt x="4012788" y="1454974"/>
                    <a:pt x="3880138" y="1591758"/>
                  </a:cubicBezTo>
                  <a:cubicBezTo>
                    <a:pt x="3802617" y="1671690"/>
                    <a:pt x="3715948" y="1746239"/>
                    <a:pt x="3622542" y="1813364"/>
                  </a:cubicBezTo>
                  <a:cubicBezTo>
                    <a:pt x="3521274" y="1886119"/>
                    <a:pt x="3408536" y="1952699"/>
                    <a:pt x="3287478" y="2011222"/>
                  </a:cubicBezTo>
                  <a:cubicBezTo>
                    <a:pt x="3157800" y="2073915"/>
                    <a:pt x="3014349" y="2129413"/>
                    <a:pt x="2861118" y="2176186"/>
                  </a:cubicBezTo>
                  <a:cubicBezTo>
                    <a:pt x="2698388" y="2225862"/>
                    <a:pt x="2519563" y="2267217"/>
                    <a:pt x="2329638" y="2299144"/>
                  </a:cubicBezTo>
                  <a:cubicBezTo>
                    <a:pt x="2092623" y="2338969"/>
                    <a:pt x="1776398" y="2390474"/>
                    <a:pt x="1432046" y="2435647"/>
                  </a:cubicBezTo>
                  <a:cubicBezTo>
                    <a:pt x="1370655" y="2443703"/>
                    <a:pt x="1309211" y="2447749"/>
                    <a:pt x="1247591" y="2447749"/>
                  </a:cubicBezTo>
                  <a:cubicBezTo>
                    <a:pt x="1074219" y="2447749"/>
                    <a:pt x="899000" y="2415787"/>
                    <a:pt x="716463" y="2351212"/>
                  </a:cubicBezTo>
                  <a:cubicBezTo>
                    <a:pt x="500767" y="2274905"/>
                    <a:pt x="303067" y="2163046"/>
                    <a:pt x="128657" y="2064346"/>
                  </a:cubicBezTo>
                  <a:cubicBezTo>
                    <a:pt x="84048" y="2039103"/>
                    <a:pt x="41901" y="2015251"/>
                    <a:pt x="0" y="1992224"/>
                  </a:cubicBezTo>
                  <a:lnTo>
                    <a:pt x="1970" y="1988654"/>
                  </a:lnTo>
                  <a:cubicBezTo>
                    <a:pt x="43888" y="2011697"/>
                    <a:pt x="86035" y="2035533"/>
                    <a:pt x="130662" y="2060792"/>
                  </a:cubicBezTo>
                  <a:cubicBezTo>
                    <a:pt x="476739" y="2256628"/>
                    <a:pt x="907443" y="2500363"/>
                    <a:pt x="1431518" y="2431601"/>
                  </a:cubicBezTo>
                  <a:cubicBezTo>
                    <a:pt x="1775800" y="2386429"/>
                    <a:pt x="2091972" y="2334923"/>
                    <a:pt x="2328969" y="2295116"/>
                  </a:cubicBezTo>
                  <a:cubicBezTo>
                    <a:pt x="3896920" y="2031663"/>
                    <a:pt x="4192792" y="1233070"/>
                    <a:pt x="4408821" y="649979"/>
                  </a:cubicBezTo>
                  <a:cubicBezTo>
                    <a:pt x="4472922" y="476958"/>
                    <a:pt x="4528297" y="327527"/>
                    <a:pt x="4608052" y="218377"/>
                  </a:cubicBezTo>
                  <a:cubicBezTo>
                    <a:pt x="4695442" y="98797"/>
                    <a:pt x="4804539" y="41065"/>
                    <a:pt x="4951367" y="36702"/>
                  </a:cubicBezTo>
                  <a:cubicBezTo>
                    <a:pt x="5033673" y="34275"/>
                    <a:pt x="5120042" y="54680"/>
                    <a:pt x="5208100" y="97407"/>
                  </a:cubicBezTo>
                  <a:cubicBezTo>
                    <a:pt x="5278445" y="131533"/>
                    <a:pt x="5351428" y="180223"/>
                    <a:pt x="5431219" y="246276"/>
                  </a:cubicBezTo>
                  <a:cubicBezTo>
                    <a:pt x="5636219" y="415972"/>
                    <a:pt x="5802467" y="629855"/>
                    <a:pt x="5968768" y="852463"/>
                  </a:cubicBezTo>
                  <a:cubicBezTo>
                    <a:pt x="6080978" y="1002669"/>
                    <a:pt x="6190198" y="1158081"/>
                    <a:pt x="6295829" y="1308357"/>
                  </a:cubicBezTo>
                  <a:cubicBezTo>
                    <a:pt x="6355109" y="1392704"/>
                    <a:pt x="6416394" y="1479918"/>
                    <a:pt x="6477556" y="1565250"/>
                  </a:cubicBezTo>
                  <a:lnTo>
                    <a:pt x="6487196" y="1578706"/>
                  </a:lnTo>
                  <a:cubicBezTo>
                    <a:pt x="6644966" y="1798922"/>
                    <a:pt x="6808118" y="2026632"/>
                    <a:pt x="7004639" y="2228290"/>
                  </a:cubicBezTo>
                  <a:cubicBezTo>
                    <a:pt x="7129796" y="2356736"/>
                    <a:pt x="7266862" y="2486308"/>
                    <a:pt x="7444315" y="2536142"/>
                  </a:cubicBezTo>
                  <a:cubicBezTo>
                    <a:pt x="7532724" y="2560962"/>
                    <a:pt x="7623633" y="2559871"/>
                    <a:pt x="7714506" y="2532870"/>
                  </a:cubicBezTo>
                  <a:cubicBezTo>
                    <a:pt x="7973068" y="2456474"/>
                    <a:pt x="8190963" y="2194973"/>
                    <a:pt x="8350069" y="2004028"/>
                  </a:cubicBezTo>
                  <a:cubicBezTo>
                    <a:pt x="8365777" y="1985188"/>
                    <a:pt x="8380606" y="1967387"/>
                    <a:pt x="8394907" y="1950447"/>
                  </a:cubicBezTo>
                  <a:cubicBezTo>
                    <a:pt x="8590373" y="1719026"/>
                    <a:pt x="8764397" y="1465124"/>
                    <a:pt x="8932685" y="1219578"/>
                  </a:cubicBezTo>
                  <a:cubicBezTo>
                    <a:pt x="9094676" y="983214"/>
                    <a:pt x="9262191" y="738793"/>
                    <a:pt x="9449671" y="512878"/>
                  </a:cubicBezTo>
                  <a:cubicBezTo>
                    <a:pt x="9465801" y="493440"/>
                    <a:pt x="9483603" y="471188"/>
                    <a:pt x="9502442" y="447635"/>
                  </a:cubicBezTo>
                  <a:cubicBezTo>
                    <a:pt x="9584836" y="344625"/>
                    <a:pt x="9697697" y="203549"/>
                    <a:pt x="9824103" y="108560"/>
                  </a:cubicBezTo>
                  <a:cubicBezTo>
                    <a:pt x="9893075" y="56738"/>
                    <a:pt x="9960377" y="23087"/>
                    <a:pt x="10024178" y="8557"/>
                  </a:cubicBezTo>
                  <a:cubicBezTo>
                    <a:pt x="10098427" y="-8365"/>
                    <a:pt x="10170707" y="-168"/>
                    <a:pt x="10238993" y="32955"/>
                  </a:cubicBezTo>
                  <a:cubicBezTo>
                    <a:pt x="10348653" y="86132"/>
                    <a:pt x="10425717" y="181666"/>
                    <a:pt x="10500248" y="274069"/>
                  </a:cubicBezTo>
                  <a:cubicBezTo>
                    <a:pt x="10533371" y="315143"/>
                    <a:pt x="10564664" y="353930"/>
                    <a:pt x="10598192" y="388390"/>
                  </a:cubicBezTo>
                  <a:cubicBezTo>
                    <a:pt x="10651157" y="442868"/>
                    <a:pt x="10734853" y="502183"/>
                    <a:pt x="10831760" y="570892"/>
                  </a:cubicBezTo>
                  <a:cubicBezTo>
                    <a:pt x="10956441" y="659266"/>
                    <a:pt x="11097746" y="759444"/>
                    <a:pt x="11219121" y="881065"/>
                  </a:cubicBezTo>
                  <a:cubicBezTo>
                    <a:pt x="11360109" y="1022335"/>
                    <a:pt x="11444965" y="1164027"/>
                    <a:pt x="11478528" y="1314285"/>
                  </a:cubicBezTo>
                  <a:lnTo>
                    <a:pt x="11474535" y="1315182"/>
                  </a:lnTo>
                  <a:cubicBezTo>
                    <a:pt x="11399283" y="978236"/>
                    <a:pt x="11069900" y="744739"/>
                    <a:pt x="10829385" y="574234"/>
                  </a:cubicBezTo>
                  <a:cubicBezTo>
                    <a:pt x="10732320" y="505420"/>
                    <a:pt x="10648483" y="445999"/>
                    <a:pt x="10595254" y="391257"/>
                  </a:cubicBezTo>
                  <a:cubicBezTo>
                    <a:pt x="10561604" y="356639"/>
                    <a:pt x="10530257" y="317781"/>
                    <a:pt x="10497064" y="276655"/>
                  </a:cubicBezTo>
                  <a:cubicBezTo>
                    <a:pt x="10422814" y="184621"/>
                    <a:pt x="10346031" y="89438"/>
                    <a:pt x="10237199" y="36649"/>
                  </a:cubicBezTo>
                  <a:cubicBezTo>
                    <a:pt x="10110195" y="-24953"/>
                    <a:pt x="9975874" y="-343"/>
                    <a:pt x="9826548" y="111849"/>
                  </a:cubicBezTo>
                  <a:cubicBezTo>
                    <a:pt x="9700547" y="206521"/>
                    <a:pt x="9587879" y="347369"/>
                    <a:pt x="9505608" y="450203"/>
                  </a:cubicBezTo>
                  <a:cubicBezTo>
                    <a:pt x="9486752" y="473774"/>
                    <a:pt x="9468933" y="496044"/>
                    <a:pt x="9452784" y="515499"/>
                  </a:cubicBezTo>
                  <a:cubicBezTo>
                    <a:pt x="9265445" y="741274"/>
                    <a:pt x="9097983" y="985606"/>
                    <a:pt x="8936027" y="1221900"/>
                  </a:cubicBezTo>
                  <a:cubicBezTo>
                    <a:pt x="8767685" y="1467516"/>
                    <a:pt x="8593610" y="1721506"/>
                    <a:pt x="8398003" y="1953085"/>
                  </a:cubicBezTo>
                  <a:cubicBezTo>
                    <a:pt x="8383720" y="1970008"/>
                    <a:pt x="8368891" y="1987809"/>
                    <a:pt x="8353183" y="2006649"/>
                  </a:cubicBezTo>
                  <a:cubicBezTo>
                    <a:pt x="8276206" y="2099035"/>
                    <a:pt x="8180391" y="2214006"/>
                    <a:pt x="8073141" y="2313393"/>
                  </a:cubicBezTo>
                  <a:cubicBezTo>
                    <a:pt x="7947580" y="2429737"/>
                    <a:pt x="7830638" y="2502807"/>
                    <a:pt x="7715631" y="2536792"/>
                  </a:cubicBezTo>
                  <a:cubicBezTo>
                    <a:pt x="7667943" y="2550935"/>
                    <a:pt x="7620185" y="2558024"/>
                    <a:pt x="7572796" y="2558024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" name="任意多边形: 形状 1402"/>
            <p:cNvSpPr/>
            <p:nvPr>
              <p:custDataLst>
                <p:tags r:id="rId23"/>
              </p:custDataLst>
            </p:nvPr>
          </p:nvSpPr>
          <p:spPr>
            <a:xfrm>
              <a:off x="633276" y="2496356"/>
              <a:ext cx="11557702" cy="2669181"/>
            </a:xfrm>
            <a:custGeom>
              <a:avLst/>
              <a:gdLst>
                <a:gd name="connsiteX0" fmla="*/ 7689368 w 11557702"/>
                <a:gd name="connsiteY0" fmla="*/ 2669181 h 2669181"/>
                <a:gd name="connsiteX1" fmla="*/ 7556349 w 11557702"/>
                <a:gd name="connsiteY1" fmla="*/ 2650096 h 2669181"/>
                <a:gd name="connsiteX2" fmla="*/ 7307848 w 11557702"/>
                <a:gd name="connsiteY2" fmla="*/ 2515317 h 2669181"/>
                <a:gd name="connsiteX3" fmla="*/ 7108741 w 11557702"/>
                <a:gd name="connsiteY3" fmla="*/ 2324811 h 2669181"/>
                <a:gd name="connsiteX4" fmla="*/ 6590418 w 11557702"/>
                <a:gd name="connsiteY4" fmla="*/ 1641947 h 2669181"/>
                <a:gd name="connsiteX5" fmla="*/ 6580936 w 11557702"/>
                <a:gd name="connsiteY5" fmla="*/ 1628032 h 2669181"/>
                <a:gd name="connsiteX6" fmla="*/ 6408778 w 11557702"/>
                <a:gd name="connsiteY6" fmla="*/ 1372301 h 2669181"/>
                <a:gd name="connsiteX7" fmla="*/ 6073291 w 11557702"/>
                <a:gd name="connsiteY7" fmla="*/ 882053 h 2669181"/>
                <a:gd name="connsiteX8" fmla="*/ 5532787 w 11557702"/>
                <a:gd name="connsiteY8" fmla="*/ 250799 h 2669181"/>
                <a:gd name="connsiteX9" fmla="*/ 5045933 w 11557702"/>
                <a:gd name="connsiteY9" fmla="*/ 36071 h 2669181"/>
                <a:gd name="connsiteX10" fmla="*/ 4714844 w 11557702"/>
                <a:gd name="connsiteY10" fmla="*/ 227597 h 2669181"/>
                <a:gd name="connsiteX11" fmla="*/ 4529264 w 11557702"/>
                <a:gd name="connsiteY11" fmla="*/ 678214 h 2669181"/>
                <a:gd name="connsiteX12" fmla="*/ 4343349 w 11557702"/>
                <a:gd name="connsiteY12" fmla="*/ 1173616 h 2669181"/>
                <a:gd name="connsiteX13" fmla="*/ 4006843 w 11557702"/>
                <a:gd name="connsiteY13" fmla="*/ 1685343 h 2669181"/>
                <a:gd name="connsiteX14" fmla="*/ 3744919 w 11557702"/>
                <a:gd name="connsiteY14" fmla="*/ 1922217 h 2669181"/>
                <a:gd name="connsiteX15" fmla="*/ 3400778 w 11557702"/>
                <a:gd name="connsiteY15" fmla="*/ 2133039 h 2669181"/>
                <a:gd name="connsiteX16" fmla="*/ 2959572 w 11557702"/>
                <a:gd name="connsiteY16" fmla="*/ 2307784 h 2669181"/>
                <a:gd name="connsiteX17" fmla="*/ 2406456 w 11557702"/>
                <a:gd name="connsiteY17" fmla="*/ 2436476 h 2669181"/>
                <a:gd name="connsiteX18" fmla="*/ 1485327 w 11557702"/>
                <a:gd name="connsiteY18" fmla="*/ 2566576 h 2669181"/>
                <a:gd name="connsiteX19" fmla="*/ 742250 w 11557702"/>
                <a:gd name="connsiteY19" fmla="*/ 2455738 h 2669181"/>
                <a:gd name="connsiteX20" fmla="*/ 129431 w 11557702"/>
                <a:gd name="connsiteY20" fmla="*/ 2127428 h 2669181"/>
                <a:gd name="connsiteX21" fmla="*/ 0 w 11557702"/>
                <a:gd name="connsiteY21" fmla="*/ 2048288 h 2669181"/>
                <a:gd name="connsiteX22" fmla="*/ 2076 w 11557702"/>
                <a:gd name="connsiteY22" fmla="*/ 2044840 h 2669181"/>
                <a:gd name="connsiteX23" fmla="*/ 131542 w 11557702"/>
                <a:gd name="connsiteY23" fmla="*/ 2123998 h 2669181"/>
                <a:gd name="connsiteX24" fmla="*/ 1484888 w 11557702"/>
                <a:gd name="connsiteY24" fmla="*/ 2562565 h 2669181"/>
                <a:gd name="connsiteX25" fmla="*/ 2405805 w 11557702"/>
                <a:gd name="connsiteY25" fmla="*/ 2432500 h 2669181"/>
                <a:gd name="connsiteX26" fmla="*/ 4525464 w 11557702"/>
                <a:gd name="connsiteY26" fmla="*/ 676930 h 2669181"/>
                <a:gd name="connsiteX27" fmla="*/ 4711519 w 11557702"/>
                <a:gd name="connsiteY27" fmla="*/ 225328 h 2669181"/>
                <a:gd name="connsiteX28" fmla="*/ 5045792 w 11557702"/>
                <a:gd name="connsiteY28" fmla="*/ 32008 h 2669181"/>
                <a:gd name="connsiteX29" fmla="*/ 5308437 w 11557702"/>
                <a:gd name="connsiteY29" fmla="*/ 93135 h 2669181"/>
                <a:gd name="connsiteX30" fmla="*/ 5535425 w 11557702"/>
                <a:gd name="connsiteY30" fmla="*/ 247685 h 2669181"/>
                <a:gd name="connsiteX31" fmla="*/ 6076598 w 11557702"/>
                <a:gd name="connsiteY31" fmla="*/ 879678 h 2669181"/>
                <a:gd name="connsiteX32" fmla="*/ 6412155 w 11557702"/>
                <a:gd name="connsiteY32" fmla="*/ 1370032 h 2669181"/>
                <a:gd name="connsiteX33" fmla="*/ 6584296 w 11557702"/>
                <a:gd name="connsiteY33" fmla="*/ 1625746 h 2669181"/>
                <a:gd name="connsiteX34" fmla="*/ 6593778 w 11557702"/>
                <a:gd name="connsiteY34" fmla="*/ 1639660 h 2669181"/>
                <a:gd name="connsiteX35" fmla="*/ 7111713 w 11557702"/>
                <a:gd name="connsiteY35" fmla="*/ 2322050 h 2669181"/>
                <a:gd name="connsiteX36" fmla="*/ 7557492 w 11557702"/>
                <a:gd name="connsiteY36" fmla="*/ 2646208 h 2669181"/>
                <a:gd name="connsiteX37" fmla="*/ 7833681 w 11557702"/>
                <a:gd name="connsiteY37" fmla="*/ 2643095 h 2669181"/>
                <a:gd name="connsiteX38" fmla="*/ 8480168 w 11557702"/>
                <a:gd name="connsiteY38" fmla="*/ 2085404 h 2669181"/>
                <a:gd name="connsiteX39" fmla="*/ 8521770 w 11557702"/>
                <a:gd name="connsiteY39" fmla="*/ 2033530 h 2669181"/>
                <a:gd name="connsiteX40" fmla="*/ 9059073 w 11557702"/>
                <a:gd name="connsiteY40" fmla="*/ 1272176 h 2669181"/>
                <a:gd name="connsiteX41" fmla="*/ 9577272 w 11557702"/>
                <a:gd name="connsiteY41" fmla="*/ 534024 h 2669181"/>
                <a:gd name="connsiteX42" fmla="*/ 9626579 w 11557702"/>
                <a:gd name="connsiteY42" fmla="*/ 470628 h 2669181"/>
                <a:gd name="connsiteX43" fmla="*/ 10378135 w 11557702"/>
                <a:gd name="connsiteY43" fmla="*/ 35790 h 2669181"/>
                <a:gd name="connsiteX44" fmla="*/ 10648079 w 11557702"/>
                <a:gd name="connsiteY44" fmla="*/ 298170 h 2669181"/>
                <a:gd name="connsiteX45" fmla="*/ 10739585 w 11557702"/>
                <a:gd name="connsiteY45" fmla="*/ 412421 h 2669181"/>
                <a:gd name="connsiteX46" fmla="*/ 10966872 w 11557702"/>
                <a:gd name="connsiteY46" fmla="*/ 606955 h 2669181"/>
                <a:gd name="connsiteX47" fmla="*/ 11319351 w 11557702"/>
                <a:gd name="connsiteY47" fmla="*/ 913434 h 2669181"/>
                <a:gd name="connsiteX48" fmla="*/ 11557703 w 11557702"/>
                <a:gd name="connsiteY48" fmla="*/ 1327076 h 2669181"/>
                <a:gd name="connsiteX49" fmla="*/ 11553780 w 11557702"/>
                <a:gd name="connsiteY49" fmla="*/ 1327991 h 2669181"/>
                <a:gd name="connsiteX50" fmla="*/ 10964410 w 11557702"/>
                <a:gd name="connsiteY50" fmla="*/ 610139 h 2669181"/>
                <a:gd name="connsiteX51" fmla="*/ 10736594 w 11557702"/>
                <a:gd name="connsiteY51" fmla="*/ 415112 h 2669181"/>
                <a:gd name="connsiteX52" fmla="*/ 10644878 w 11557702"/>
                <a:gd name="connsiteY52" fmla="*/ 300615 h 2669181"/>
                <a:gd name="connsiteX53" fmla="*/ 10376305 w 11557702"/>
                <a:gd name="connsiteY53" fmla="*/ 39378 h 2669181"/>
                <a:gd name="connsiteX54" fmla="*/ 9629745 w 11557702"/>
                <a:gd name="connsiteY54" fmla="*/ 473091 h 2669181"/>
                <a:gd name="connsiteX55" fmla="*/ 9580404 w 11557702"/>
                <a:gd name="connsiteY55" fmla="*/ 536540 h 2669181"/>
                <a:gd name="connsiteX56" fmla="*/ 9062415 w 11557702"/>
                <a:gd name="connsiteY56" fmla="*/ 1274392 h 2669181"/>
                <a:gd name="connsiteX57" fmla="*/ 8524883 w 11557702"/>
                <a:gd name="connsiteY57" fmla="*/ 2036063 h 2669181"/>
                <a:gd name="connsiteX58" fmla="*/ 8483300 w 11557702"/>
                <a:gd name="connsiteY58" fmla="*/ 2087920 h 2669181"/>
                <a:gd name="connsiteX59" fmla="*/ 8200286 w 11557702"/>
                <a:gd name="connsiteY59" fmla="*/ 2410653 h 2669181"/>
                <a:gd name="connsiteX60" fmla="*/ 7834824 w 11557702"/>
                <a:gd name="connsiteY60" fmla="*/ 2646929 h 2669181"/>
                <a:gd name="connsiteX61" fmla="*/ 7689368 w 11557702"/>
                <a:gd name="connsiteY61" fmla="*/ 2669181 h 2669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1557702" h="2669181">
                  <a:moveTo>
                    <a:pt x="7689368" y="2669181"/>
                  </a:moveTo>
                  <a:cubicBezTo>
                    <a:pt x="7644636" y="2669181"/>
                    <a:pt x="7600202" y="2662814"/>
                    <a:pt x="7556349" y="2650096"/>
                  </a:cubicBezTo>
                  <a:cubicBezTo>
                    <a:pt x="7472934" y="2625891"/>
                    <a:pt x="7391648" y="2581809"/>
                    <a:pt x="7307848" y="2515317"/>
                  </a:cubicBezTo>
                  <a:cubicBezTo>
                    <a:pt x="7234829" y="2457391"/>
                    <a:pt x="7169005" y="2389527"/>
                    <a:pt x="7108741" y="2324811"/>
                  </a:cubicBezTo>
                  <a:cubicBezTo>
                    <a:pt x="6911040" y="2112546"/>
                    <a:pt x="6748046" y="1873315"/>
                    <a:pt x="6590418" y="1641947"/>
                  </a:cubicBezTo>
                  <a:lnTo>
                    <a:pt x="6580936" y="1628032"/>
                  </a:lnTo>
                  <a:cubicBezTo>
                    <a:pt x="6523028" y="1543053"/>
                    <a:pt x="6464944" y="1456243"/>
                    <a:pt x="6408778" y="1372301"/>
                  </a:cubicBezTo>
                  <a:cubicBezTo>
                    <a:pt x="6300613" y="1210644"/>
                    <a:pt x="6188773" y="1043499"/>
                    <a:pt x="6073291" y="882053"/>
                  </a:cubicBezTo>
                  <a:cubicBezTo>
                    <a:pt x="5907623" y="650421"/>
                    <a:pt x="5741604" y="427848"/>
                    <a:pt x="5532787" y="250799"/>
                  </a:cubicBezTo>
                  <a:cubicBezTo>
                    <a:pt x="5419134" y="154438"/>
                    <a:pt x="5245023" y="27364"/>
                    <a:pt x="5045933" y="36071"/>
                  </a:cubicBezTo>
                  <a:cubicBezTo>
                    <a:pt x="4902588" y="42351"/>
                    <a:pt x="4797379" y="103214"/>
                    <a:pt x="4714844" y="227597"/>
                  </a:cubicBezTo>
                  <a:cubicBezTo>
                    <a:pt x="4639117" y="341707"/>
                    <a:pt x="4588210" y="497647"/>
                    <a:pt x="4529264" y="678214"/>
                  </a:cubicBezTo>
                  <a:cubicBezTo>
                    <a:pt x="4479817" y="829668"/>
                    <a:pt x="4423791" y="1001335"/>
                    <a:pt x="4343349" y="1173616"/>
                  </a:cubicBezTo>
                  <a:cubicBezTo>
                    <a:pt x="4250912" y="1371615"/>
                    <a:pt x="4140830" y="1539007"/>
                    <a:pt x="4006843" y="1685343"/>
                  </a:cubicBezTo>
                  <a:cubicBezTo>
                    <a:pt x="3928530" y="1770885"/>
                    <a:pt x="3840401" y="1850588"/>
                    <a:pt x="3744919" y="1922217"/>
                  </a:cubicBezTo>
                  <a:cubicBezTo>
                    <a:pt x="3641382" y="1999896"/>
                    <a:pt x="3525601" y="2070839"/>
                    <a:pt x="3400778" y="2133039"/>
                  </a:cubicBezTo>
                  <a:cubicBezTo>
                    <a:pt x="3267038" y="2199690"/>
                    <a:pt x="3118591" y="2258477"/>
                    <a:pt x="2959572" y="2307784"/>
                  </a:cubicBezTo>
                  <a:cubicBezTo>
                    <a:pt x="2790633" y="2360168"/>
                    <a:pt x="2604543" y="2403458"/>
                    <a:pt x="2406456" y="2436476"/>
                  </a:cubicBezTo>
                  <a:cubicBezTo>
                    <a:pt x="2079870" y="2490901"/>
                    <a:pt x="1778561" y="2533453"/>
                    <a:pt x="1485327" y="2566576"/>
                  </a:cubicBezTo>
                  <a:cubicBezTo>
                    <a:pt x="1242912" y="2593946"/>
                    <a:pt x="999846" y="2557693"/>
                    <a:pt x="742250" y="2455738"/>
                  </a:cubicBezTo>
                  <a:cubicBezTo>
                    <a:pt x="517689" y="2366853"/>
                    <a:pt x="311423" y="2239656"/>
                    <a:pt x="129431" y="2127428"/>
                  </a:cubicBezTo>
                  <a:cubicBezTo>
                    <a:pt x="84575" y="2099758"/>
                    <a:pt x="42182" y="2073636"/>
                    <a:pt x="0" y="2048288"/>
                  </a:cubicBezTo>
                  <a:lnTo>
                    <a:pt x="2076" y="2044840"/>
                  </a:lnTo>
                  <a:cubicBezTo>
                    <a:pt x="44275" y="2070206"/>
                    <a:pt x="86669" y="2096328"/>
                    <a:pt x="131542" y="2123998"/>
                  </a:cubicBezTo>
                  <a:cubicBezTo>
                    <a:pt x="492676" y="2346694"/>
                    <a:pt x="942114" y="2623850"/>
                    <a:pt x="1484888" y="2562565"/>
                  </a:cubicBezTo>
                  <a:cubicBezTo>
                    <a:pt x="1778051" y="2529460"/>
                    <a:pt x="2079289" y="2486926"/>
                    <a:pt x="2405805" y="2432500"/>
                  </a:cubicBezTo>
                  <a:cubicBezTo>
                    <a:pt x="4041355" y="2159918"/>
                    <a:pt x="4321150" y="1302784"/>
                    <a:pt x="4525464" y="676930"/>
                  </a:cubicBezTo>
                  <a:cubicBezTo>
                    <a:pt x="4584498" y="496081"/>
                    <a:pt x="4635476" y="339913"/>
                    <a:pt x="4711519" y="225328"/>
                  </a:cubicBezTo>
                  <a:cubicBezTo>
                    <a:pt x="4794828" y="99767"/>
                    <a:pt x="4901057" y="38340"/>
                    <a:pt x="5045792" y="32008"/>
                  </a:cubicBezTo>
                  <a:cubicBezTo>
                    <a:pt x="5130069" y="28331"/>
                    <a:pt x="5218443" y="48877"/>
                    <a:pt x="5308437" y="93135"/>
                  </a:cubicBezTo>
                  <a:cubicBezTo>
                    <a:pt x="5380013" y="128334"/>
                    <a:pt x="5454262" y="178889"/>
                    <a:pt x="5535425" y="247685"/>
                  </a:cubicBezTo>
                  <a:cubicBezTo>
                    <a:pt x="5744594" y="425033"/>
                    <a:pt x="5910772" y="647835"/>
                    <a:pt x="6076598" y="879678"/>
                  </a:cubicBezTo>
                  <a:cubicBezTo>
                    <a:pt x="6192097" y="1041159"/>
                    <a:pt x="6303973" y="1208340"/>
                    <a:pt x="6412155" y="1370032"/>
                  </a:cubicBezTo>
                  <a:cubicBezTo>
                    <a:pt x="6468321" y="1453974"/>
                    <a:pt x="6526405" y="1540783"/>
                    <a:pt x="6584296" y="1625746"/>
                  </a:cubicBezTo>
                  <a:lnTo>
                    <a:pt x="6593778" y="1639660"/>
                  </a:lnTo>
                  <a:cubicBezTo>
                    <a:pt x="6751318" y="1870905"/>
                    <a:pt x="6914224" y="2110013"/>
                    <a:pt x="7111713" y="2322050"/>
                  </a:cubicBezTo>
                  <a:cubicBezTo>
                    <a:pt x="7232014" y="2451199"/>
                    <a:pt x="7375588" y="2593419"/>
                    <a:pt x="7557492" y="2646208"/>
                  </a:cubicBezTo>
                  <a:cubicBezTo>
                    <a:pt x="7647925" y="2672453"/>
                    <a:pt x="7740839" y="2671398"/>
                    <a:pt x="7833681" y="2643095"/>
                  </a:cubicBezTo>
                  <a:cubicBezTo>
                    <a:pt x="8099017" y="2562565"/>
                    <a:pt x="8319321" y="2286781"/>
                    <a:pt x="8480168" y="2085404"/>
                  </a:cubicBezTo>
                  <a:cubicBezTo>
                    <a:pt x="8494734" y="2067163"/>
                    <a:pt x="8508489" y="2049941"/>
                    <a:pt x="8521770" y="2033530"/>
                  </a:cubicBezTo>
                  <a:cubicBezTo>
                    <a:pt x="8717341" y="1791607"/>
                    <a:pt x="8891066" y="1527538"/>
                    <a:pt x="9059073" y="1272176"/>
                  </a:cubicBezTo>
                  <a:cubicBezTo>
                    <a:pt x="9221328" y="1025539"/>
                    <a:pt x="9389107" y="770511"/>
                    <a:pt x="9577272" y="534024"/>
                  </a:cubicBezTo>
                  <a:cubicBezTo>
                    <a:pt x="9592348" y="515079"/>
                    <a:pt x="9608970" y="493478"/>
                    <a:pt x="9626579" y="470628"/>
                  </a:cubicBezTo>
                  <a:cubicBezTo>
                    <a:pt x="9795536" y="251168"/>
                    <a:pt x="10078339" y="-116122"/>
                    <a:pt x="10378135" y="35790"/>
                  </a:cubicBezTo>
                  <a:cubicBezTo>
                    <a:pt x="10492720" y="93839"/>
                    <a:pt x="10571701" y="197728"/>
                    <a:pt x="10648079" y="298170"/>
                  </a:cubicBezTo>
                  <a:cubicBezTo>
                    <a:pt x="10679109" y="338980"/>
                    <a:pt x="10708414" y="377521"/>
                    <a:pt x="10739585" y="412421"/>
                  </a:cubicBezTo>
                  <a:cubicBezTo>
                    <a:pt x="10791863" y="470962"/>
                    <a:pt x="10872956" y="533989"/>
                    <a:pt x="10966872" y="606955"/>
                  </a:cubicBezTo>
                  <a:cubicBezTo>
                    <a:pt x="11080489" y="695242"/>
                    <a:pt x="11209269" y="795314"/>
                    <a:pt x="11319351" y="913434"/>
                  </a:cubicBezTo>
                  <a:cubicBezTo>
                    <a:pt x="11446795" y="1050183"/>
                    <a:pt x="11524756" y="1185490"/>
                    <a:pt x="11557703" y="1327076"/>
                  </a:cubicBezTo>
                  <a:lnTo>
                    <a:pt x="11553780" y="1327991"/>
                  </a:lnTo>
                  <a:cubicBezTo>
                    <a:pt x="11479970" y="1010745"/>
                    <a:pt x="11194107" y="788630"/>
                    <a:pt x="10964410" y="610139"/>
                  </a:cubicBezTo>
                  <a:cubicBezTo>
                    <a:pt x="10870353" y="537050"/>
                    <a:pt x="10789120" y="473935"/>
                    <a:pt x="10736594" y="415112"/>
                  </a:cubicBezTo>
                  <a:cubicBezTo>
                    <a:pt x="10705318" y="380089"/>
                    <a:pt x="10675960" y="341478"/>
                    <a:pt x="10644878" y="300615"/>
                  </a:cubicBezTo>
                  <a:cubicBezTo>
                    <a:pt x="10568763" y="200525"/>
                    <a:pt x="10490063" y="97022"/>
                    <a:pt x="10376305" y="39378"/>
                  </a:cubicBezTo>
                  <a:cubicBezTo>
                    <a:pt x="10079465" y="-111021"/>
                    <a:pt x="9797946" y="254616"/>
                    <a:pt x="9629745" y="473091"/>
                  </a:cubicBezTo>
                  <a:cubicBezTo>
                    <a:pt x="9612137" y="495958"/>
                    <a:pt x="9595497" y="517577"/>
                    <a:pt x="9580404" y="536540"/>
                  </a:cubicBezTo>
                  <a:cubicBezTo>
                    <a:pt x="9392343" y="772886"/>
                    <a:pt x="9224617" y="1027843"/>
                    <a:pt x="9062415" y="1274392"/>
                  </a:cubicBezTo>
                  <a:cubicBezTo>
                    <a:pt x="8894355" y="1529842"/>
                    <a:pt x="8720578" y="1793999"/>
                    <a:pt x="8524883" y="2036063"/>
                  </a:cubicBezTo>
                  <a:cubicBezTo>
                    <a:pt x="8511603" y="2052475"/>
                    <a:pt x="8497864" y="2069696"/>
                    <a:pt x="8483300" y="2087920"/>
                  </a:cubicBezTo>
                  <a:cubicBezTo>
                    <a:pt x="8405831" y="2184914"/>
                    <a:pt x="8309399" y="2305602"/>
                    <a:pt x="8200286" y="2410653"/>
                  </a:cubicBezTo>
                  <a:cubicBezTo>
                    <a:pt x="8072314" y="2533857"/>
                    <a:pt x="7952769" y="2611150"/>
                    <a:pt x="7834824" y="2646929"/>
                  </a:cubicBezTo>
                  <a:cubicBezTo>
                    <a:pt x="7786240" y="2661776"/>
                    <a:pt x="7737637" y="2669181"/>
                    <a:pt x="7689368" y="266918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6" name="任意多边形: 形状 1403"/>
            <p:cNvSpPr/>
            <p:nvPr>
              <p:custDataLst>
                <p:tags r:id="rId24"/>
              </p:custDataLst>
            </p:nvPr>
          </p:nvSpPr>
          <p:spPr>
            <a:xfrm>
              <a:off x="554066" y="2433721"/>
              <a:ext cx="11636807" cy="2779996"/>
            </a:xfrm>
            <a:custGeom>
              <a:avLst/>
              <a:gdLst>
                <a:gd name="connsiteX0" fmla="*/ 7805976 w 11636807"/>
                <a:gd name="connsiteY0" fmla="*/ 2779996 h 2779996"/>
                <a:gd name="connsiteX1" fmla="*/ 7669509 w 11636807"/>
                <a:gd name="connsiteY1" fmla="*/ 2759820 h 2779996"/>
                <a:gd name="connsiteX2" fmla="*/ 7215796 w 11636807"/>
                <a:gd name="connsiteY2" fmla="*/ 2418212 h 2779996"/>
                <a:gd name="connsiteX3" fmla="*/ 6696735 w 11636807"/>
                <a:gd name="connsiteY3" fmla="*/ 1702118 h 2779996"/>
                <a:gd name="connsiteX4" fmla="*/ 6687675 w 11636807"/>
                <a:gd name="connsiteY4" fmla="*/ 1688169 h 2779996"/>
                <a:gd name="connsiteX5" fmla="*/ 6523943 w 11636807"/>
                <a:gd name="connsiteY5" fmla="*/ 1433107 h 2779996"/>
                <a:gd name="connsiteX6" fmla="*/ 6181121 w 11636807"/>
                <a:gd name="connsiteY6" fmla="*/ 908926 h 2779996"/>
                <a:gd name="connsiteX7" fmla="*/ 5636993 w 11636807"/>
                <a:gd name="connsiteY7" fmla="*/ 251884 h 2779996"/>
                <a:gd name="connsiteX8" fmla="*/ 5140412 w 11636807"/>
                <a:gd name="connsiteY8" fmla="*/ 31053 h 2779996"/>
                <a:gd name="connsiteX9" fmla="*/ 4817819 w 11636807"/>
                <a:gd name="connsiteY9" fmla="*/ 233819 h 2779996"/>
                <a:gd name="connsiteX10" fmla="*/ 4644816 w 11636807"/>
                <a:gd name="connsiteY10" fmla="*/ 704102 h 2779996"/>
                <a:gd name="connsiteX11" fmla="*/ 4467644 w 11636807"/>
                <a:gd name="connsiteY11" fmla="*/ 1232399 h 2779996"/>
                <a:gd name="connsiteX12" fmla="*/ 4133055 w 11636807"/>
                <a:gd name="connsiteY12" fmla="*/ 1778374 h 2779996"/>
                <a:gd name="connsiteX13" fmla="*/ 3866980 w 11636807"/>
                <a:gd name="connsiteY13" fmla="*/ 2030657 h 2779996"/>
                <a:gd name="connsiteX14" fmla="*/ 3513886 w 11636807"/>
                <a:gd name="connsiteY14" fmla="*/ 2254549 h 2779996"/>
                <a:gd name="connsiteX15" fmla="*/ 3057939 w 11636807"/>
                <a:gd name="connsiteY15" fmla="*/ 2439145 h 2779996"/>
                <a:gd name="connsiteX16" fmla="*/ 2483273 w 11636807"/>
                <a:gd name="connsiteY16" fmla="*/ 2573571 h 2779996"/>
                <a:gd name="connsiteX17" fmla="*/ 1538609 w 11636807"/>
                <a:gd name="connsiteY17" fmla="*/ 2697251 h 2779996"/>
                <a:gd name="connsiteX18" fmla="*/ 1407876 w 11636807"/>
                <a:gd name="connsiteY18" fmla="*/ 2703513 h 2779996"/>
                <a:gd name="connsiteX19" fmla="*/ 768231 w 11636807"/>
                <a:gd name="connsiteY19" fmla="*/ 2559921 h 2779996"/>
                <a:gd name="connsiteX20" fmla="*/ 130504 w 11636807"/>
                <a:gd name="connsiteY20" fmla="*/ 2190080 h 2779996"/>
                <a:gd name="connsiteX21" fmla="*/ 0 w 11636807"/>
                <a:gd name="connsiteY21" fmla="*/ 2104115 h 2779996"/>
                <a:gd name="connsiteX22" fmla="*/ 2146 w 11636807"/>
                <a:gd name="connsiteY22" fmla="*/ 2100790 h 2779996"/>
                <a:gd name="connsiteX23" fmla="*/ 132685 w 11636807"/>
                <a:gd name="connsiteY23" fmla="*/ 2186773 h 2779996"/>
                <a:gd name="connsiteX24" fmla="*/ 1538204 w 11636807"/>
                <a:gd name="connsiteY24" fmla="*/ 2693310 h 2779996"/>
                <a:gd name="connsiteX25" fmla="*/ 2482605 w 11636807"/>
                <a:gd name="connsiteY25" fmla="*/ 2569666 h 2779996"/>
                <a:gd name="connsiteX26" fmla="*/ 4640982 w 11636807"/>
                <a:gd name="connsiteY26" fmla="*/ 703029 h 2779996"/>
                <a:gd name="connsiteX27" fmla="*/ 4814389 w 11636807"/>
                <a:gd name="connsiteY27" fmla="*/ 231778 h 2779996"/>
                <a:gd name="connsiteX28" fmla="*/ 5140148 w 11636807"/>
                <a:gd name="connsiteY28" fmla="*/ 27112 h 2779996"/>
                <a:gd name="connsiteX29" fmla="*/ 5408703 w 11636807"/>
                <a:gd name="connsiteY29" fmla="*/ 88627 h 2779996"/>
                <a:gd name="connsiteX30" fmla="*/ 5639543 w 11636807"/>
                <a:gd name="connsiteY30" fmla="*/ 248911 h 2779996"/>
                <a:gd name="connsiteX31" fmla="*/ 6184340 w 11636807"/>
                <a:gd name="connsiteY31" fmla="*/ 906692 h 2779996"/>
                <a:gd name="connsiteX32" fmla="*/ 6527232 w 11636807"/>
                <a:gd name="connsiteY32" fmla="*/ 1430978 h 2779996"/>
                <a:gd name="connsiteX33" fmla="*/ 6690948 w 11636807"/>
                <a:gd name="connsiteY33" fmla="*/ 1686023 h 2779996"/>
                <a:gd name="connsiteX34" fmla="*/ 6700007 w 11636807"/>
                <a:gd name="connsiteY34" fmla="*/ 1699972 h 2779996"/>
                <a:gd name="connsiteX35" fmla="*/ 7218699 w 11636807"/>
                <a:gd name="connsiteY35" fmla="*/ 2415573 h 2779996"/>
                <a:gd name="connsiteX36" fmla="*/ 7670600 w 11636807"/>
                <a:gd name="connsiteY36" fmla="*/ 2756020 h 2779996"/>
                <a:gd name="connsiteX37" fmla="*/ 7952769 w 11636807"/>
                <a:gd name="connsiteY37" fmla="*/ 2753065 h 2779996"/>
                <a:gd name="connsiteX38" fmla="*/ 8610250 w 11636807"/>
                <a:gd name="connsiteY38" fmla="*/ 2166122 h 2779996"/>
                <a:gd name="connsiteX39" fmla="*/ 8648563 w 11636807"/>
                <a:gd name="connsiteY39" fmla="*/ 2116341 h 2779996"/>
                <a:gd name="connsiteX40" fmla="*/ 9185566 w 11636807"/>
                <a:gd name="connsiteY40" fmla="*/ 1324344 h 2779996"/>
                <a:gd name="connsiteX41" fmla="*/ 9704821 w 11636807"/>
                <a:gd name="connsiteY41" fmla="*/ 554881 h 2779996"/>
                <a:gd name="connsiteX42" fmla="*/ 9750610 w 11636807"/>
                <a:gd name="connsiteY42" fmla="*/ 493719 h 2779996"/>
                <a:gd name="connsiteX43" fmla="*/ 10080978 w 11636807"/>
                <a:gd name="connsiteY43" fmla="*/ 120483 h 2779996"/>
                <a:gd name="connsiteX44" fmla="*/ 10290710 w 11636807"/>
                <a:gd name="connsiteY44" fmla="*/ 9188 h 2779996"/>
                <a:gd name="connsiteX45" fmla="*/ 10517205 w 11636807"/>
                <a:gd name="connsiteY45" fmla="*/ 38335 h 2779996"/>
                <a:gd name="connsiteX46" fmla="*/ 10796772 w 11636807"/>
                <a:gd name="connsiteY46" fmla="*/ 323917 h 2779996"/>
                <a:gd name="connsiteX47" fmla="*/ 10880942 w 11636807"/>
                <a:gd name="connsiteY47" fmla="*/ 436180 h 2779996"/>
                <a:gd name="connsiteX48" fmla="*/ 11100015 w 11636807"/>
                <a:gd name="connsiteY48" fmla="*/ 642482 h 2779996"/>
                <a:gd name="connsiteX49" fmla="*/ 11636807 w 11636807"/>
                <a:gd name="connsiteY49" fmla="*/ 1339595 h 2779996"/>
                <a:gd name="connsiteX50" fmla="*/ 11632955 w 11636807"/>
                <a:gd name="connsiteY50" fmla="*/ 1340528 h 2779996"/>
                <a:gd name="connsiteX51" fmla="*/ 11097429 w 11636807"/>
                <a:gd name="connsiteY51" fmla="*/ 645490 h 2779996"/>
                <a:gd name="connsiteX52" fmla="*/ 10877864 w 11636807"/>
                <a:gd name="connsiteY52" fmla="*/ 438696 h 2779996"/>
                <a:gd name="connsiteX53" fmla="*/ 10793535 w 11636807"/>
                <a:gd name="connsiteY53" fmla="*/ 326222 h 2779996"/>
                <a:gd name="connsiteX54" fmla="*/ 10515340 w 11636807"/>
                <a:gd name="connsiteY54" fmla="*/ 41818 h 2779996"/>
                <a:gd name="connsiteX55" fmla="*/ 10083440 w 11636807"/>
                <a:gd name="connsiteY55" fmla="*/ 123561 h 2779996"/>
                <a:gd name="connsiteX56" fmla="*/ 9753759 w 11636807"/>
                <a:gd name="connsiteY56" fmla="*/ 496076 h 2779996"/>
                <a:gd name="connsiteX57" fmla="*/ 9707935 w 11636807"/>
                <a:gd name="connsiteY57" fmla="*/ 557274 h 2779996"/>
                <a:gd name="connsiteX58" fmla="*/ 9188874 w 11636807"/>
                <a:gd name="connsiteY58" fmla="*/ 1326455 h 2779996"/>
                <a:gd name="connsiteX59" fmla="*/ 8651658 w 11636807"/>
                <a:gd name="connsiteY59" fmla="*/ 2118750 h 2779996"/>
                <a:gd name="connsiteX60" fmla="*/ 8613364 w 11636807"/>
                <a:gd name="connsiteY60" fmla="*/ 2168514 h 2779996"/>
                <a:gd name="connsiteX61" fmla="*/ 8327430 w 11636807"/>
                <a:gd name="connsiteY61" fmla="*/ 2507396 h 2779996"/>
                <a:gd name="connsiteX62" fmla="*/ 7953930 w 11636807"/>
                <a:gd name="connsiteY62" fmla="*/ 2756812 h 2779996"/>
                <a:gd name="connsiteX63" fmla="*/ 7805976 w 11636807"/>
                <a:gd name="connsiteY63" fmla="*/ 2779996 h 2779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636807" h="2779996">
                  <a:moveTo>
                    <a:pt x="7805976" y="2779996"/>
                  </a:moveTo>
                  <a:cubicBezTo>
                    <a:pt x="7760100" y="2779996"/>
                    <a:pt x="7714523" y="2773277"/>
                    <a:pt x="7669509" y="2759820"/>
                  </a:cubicBezTo>
                  <a:cubicBezTo>
                    <a:pt x="7482134" y="2703794"/>
                    <a:pt x="7337065" y="2554116"/>
                    <a:pt x="7215796" y="2418212"/>
                  </a:cubicBezTo>
                  <a:cubicBezTo>
                    <a:pt x="7017006" y="2195428"/>
                    <a:pt x="6854187" y="1944657"/>
                    <a:pt x="6696735" y="1702118"/>
                  </a:cubicBezTo>
                  <a:lnTo>
                    <a:pt x="6687675" y="1688169"/>
                  </a:lnTo>
                  <a:cubicBezTo>
                    <a:pt x="6632635" y="1603400"/>
                    <a:pt x="6577383" y="1516820"/>
                    <a:pt x="6523943" y="1433107"/>
                  </a:cubicBezTo>
                  <a:cubicBezTo>
                    <a:pt x="6413597" y="1260227"/>
                    <a:pt x="6299505" y="1081454"/>
                    <a:pt x="6181121" y="908926"/>
                  </a:cubicBezTo>
                  <a:cubicBezTo>
                    <a:pt x="6015858" y="668059"/>
                    <a:pt x="5849891" y="436567"/>
                    <a:pt x="5636993" y="251884"/>
                  </a:cubicBezTo>
                  <a:cubicBezTo>
                    <a:pt x="5521212" y="151460"/>
                    <a:pt x="5343759" y="19320"/>
                    <a:pt x="5140412" y="31053"/>
                  </a:cubicBezTo>
                  <a:cubicBezTo>
                    <a:pt x="4999002" y="39215"/>
                    <a:pt x="4896502" y="103649"/>
                    <a:pt x="4817819" y="233819"/>
                  </a:cubicBezTo>
                  <a:cubicBezTo>
                    <a:pt x="4745628" y="353259"/>
                    <a:pt x="4698907" y="515848"/>
                    <a:pt x="4644816" y="704102"/>
                  </a:cubicBezTo>
                  <a:cubicBezTo>
                    <a:pt x="4598430" y="865548"/>
                    <a:pt x="4545852" y="1048542"/>
                    <a:pt x="4467644" y="1232399"/>
                  </a:cubicBezTo>
                  <a:cubicBezTo>
                    <a:pt x="4377721" y="1443801"/>
                    <a:pt x="4268291" y="1622398"/>
                    <a:pt x="4133055" y="1778374"/>
                  </a:cubicBezTo>
                  <a:cubicBezTo>
                    <a:pt x="4053985" y="1869581"/>
                    <a:pt x="3964467" y="1954455"/>
                    <a:pt x="3866980" y="2030657"/>
                  </a:cubicBezTo>
                  <a:cubicBezTo>
                    <a:pt x="3761226" y="2113315"/>
                    <a:pt x="3642437" y="2188638"/>
                    <a:pt x="3513886" y="2254549"/>
                  </a:cubicBezTo>
                  <a:cubicBezTo>
                    <a:pt x="3376116" y="2325193"/>
                    <a:pt x="3222727" y="2387288"/>
                    <a:pt x="3057939" y="2439145"/>
                  </a:cubicBezTo>
                  <a:cubicBezTo>
                    <a:pt x="2882860" y="2494238"/>
                    <a:pt x="2689505" y="2539464"/>
                    <a:pt x="2483273" y="2573571"/>
                  </a:cubicBezTo>
                  <a:cubicBezTo>
                    <a:pt x="2162141" y="2626677"/>
                    <a:pt x="1853145" y="2667135"/>
                    <a:pt x="1538609" y="2697251"/>
                  </a:cubicBezTo>
                  <a:cubicBezTo>
                    <a:pt x="1495108" y="2701419"/>
                    <a:pt x="1451536" y="2703513"/>
                    <a:pt x="1407876" y="2703513"/>
                  </a:cubicBezTo>
                  <a:cubicBezTo>
                    <a:pt x="1199956" y="2703513"/>
                    <a:pt x="989485" y="2656141"/>
                    <a:pt x="768231" y="2559921"/>
                  </a:cubicBezTo>
                  <a:cubicBezTo>
                    <a:pt x="534875" y="2458441"/>
                    <a:pt x="320042" y="2315870"/>
                    <a:pt x="130504" y="2190080"/>
                  </a:cubicBezTo>
                  <a:cubicBezTo>
                    <a:pt x="85279" y="2160071"/>
                    <a:pt x="42552" y="2131715"/>
                    <a:pt x="0" y="2104115"/>
                  </a:cubicBezTo>
                  <a:lnTo>
                    <a:pt x="2146" y="2100790"/>
                  </a:lnTo>
                  <a:cubicBezTo>
                    <a:pt x="44733" y="2128390"/>
                    <a:pt x="87460" y="2156746"/>
                    <a:pt x="132685" y="2186773"/>
                  </a:cubicBezTo>
                  <a:cubicBezTo>
                    <a:pt x="508824" y="2436383"/>
                    <a:pt x="976926" y="2747032"/>
                    <a:pt x="1538204" y="2693310"/>
                  </a:cubicBezTo>
                  <a:cubicBezTo>
                    <a:pt x="1852653" y="2663195"/>
                    <a:pt x="2161560" y="2622754"/>
                    <a:pt x="2482605" y="2569666"/>
                  </a:cubicBezTo>
                  <a:cubicBezTo>
                    <a:pt x="4185580" y="2288059"/>
                    <a:pt x="4448787" y="1371944"/>
                    <a:pt x="4640982" y="703029"/>
                  </a:cubicBezTo>
                  <a:cubicBezTo>
                    <a:pt x="4695143" y="514494"/>
                    <a:pt x="4741934" y="351658"/>
                    <a:pt x="4814389" y="231778"/>
                  </a:cubicBezTo>
                  <a:cubicBezTo>
                    <a:pt x="4893810" y="100395"/>
                    <a:pt x="4997313" y="35362"/>
                    <a:pt x="5140148" y="27112"/>
                  </a:cubicBezTo>
                  <a:cubicBezTo>
                    <a:pt x="5226395" y="22134"/>
                    <a:pt x="5316757" y="42838"/>
                    <a:pt x="5408703" y="88627"/>
                  </a:cubicBezTo>
                  <a:cubicBezTo>
                    <a:pt x="5481510" y="124898"/>
                    <a:pt x="5557026" y="177318"/>
                    <a:pt x="5639543" y="248911"/>
                  </a:cubicBezTo>
                  <a:cubicBezTo>
                    <a:pt x="5852793" y="433894"/>
                    <a:pt x="6018918" y="665614"/>
                    <a:pt x="6184340" y="906692"/>
                  </a:cubicBezTo>
                  <a:cubicBezTo>
                    <a:pt x="6302759" y="1079290"/>
                    <a:pt x="6416869" y="1258081"/>
                    <a:pt x="6527232" y="1430978"/>
                  </a:cubicBezTo>
                  <a:cubicBezTo>
                    <a:pt x="6580672" y="1514691"/>
                    <a:pt x="6635924" y="1601254"/>
                    <a:pt x="6690948" y="1686023"/>
                  </a:cubicBezTo>
                  <a:lnTo>
                    <a:pt x="6700007" y="1699972"/>
                  </a:lnTo>
                  <a:cubicBezTo>
                    <a:pt x="6857389" y="1942370"/>
                    <a:pt x="7020119" y="2193018"/>
                    <a:pt x="7218699" y="2415573"/>
                  </a:cubicBezTo>
                  <a:cubicBezTo>
                    <a:pt x="7339599" y="2551073"/>
                    <a:pt x="7484210" y="2700294"/>
                    <a:pt x="7670600" y="2756020"/>
                  </a:cubicBezTo>
                  <a:cubicBezTo>
                    <a:pt x="7763056" y="2783673"/>
                    <a:pt x="7857991" y="2782670"/>
                    <a:pt x="7952769" y="2753065"/>
                  </a:cubicBezTo>
                  <a:cubicBezTo>
                    <a:pt x="8225000" y="2668332"/>
                    <a:pt x="8456826" y="2366109"/>
                    <a:pt x="8610250" y="2166122"/>
                  </a:cubicBezTo>
                  <a:cubicBezTo>
                    <a:pt x="8623654" y="2148654"/>
                    <a:pt x="8636320" y="2132137"/>
                    <a:pt x="8648563" y="2116341"/>
                  </a:cubicBezTo>
                  <a:cubicBezTo>
                    <a:pt x="8844239" y="1863881"/>
                    <a:pt x="9017753" y="1589592"/>
                    <a:pt x="9185566" y="1324344"/>
                  </a:cubicBezTo>
                  <a:cubicBezTo>
                    <a:pt x="9348068" y="1067487"/>
                    <a:pt x="9516092" y="801888"/>
                    <a:pt x="9704821" y="554881"/>
                  </a:cubicBezTo>
                  <a:cubicBezTo>
                    <a:pt x="9718841" y="536534"/>
                    <a:pt x="9734268" y="515742"/>
                    <a:pt x="9750610" y="493719"/>
                  </a:cubicBezTo>
                  <a:cubicBezTo>
                    <a:pt x="9834358" y="380858"/>
                    <a:pt x="9949066" y="226290"/>
                    <a:pt x="10080978" y="120483"/>
                  </a:cubicBezTo>
                  <a:cubicBezTo>
                    <a:pt x="10153116" y="62610"/>
                    <a:pt x="10223689" y="25177"/>
                    <a:pt x="10290710" y="9188"/>
                  </a:cubicBezTo>
                  <a:cubicBezTo>
                    <a:pt x="10368969" y="-9476"/>
                    <a:pt x="10445172" y="322"/>
                    <a:pt x="10517205" y="38335"/>
                  </a:cubicBezTo>
                  <a:cubicBezTo>
                    <a:pt x="10637225" y="101661"/>
                    <a:pt x="10718336" y="214645"/>
                    <a:pt x="10796772" y="323917"/>
                  </a:cubicBezTo>
                  <a:cubicBezTo>
                    <a:pt x="10825391" y="363795"/>
                    <a:pt x="10852445" y="401474"/>
                    <a:pt x="10880942" y="436180"/>
                  </a:cubicBezTo>
                  <a:cubicBezTo>
                    <a:pt x="10932377" y="498838"/>
                    <a:pt x="11010057" y="565400"/>
                    <a:pt x="11100015" y="642482"/>
                  </a:cubicBezTo>
                  <a:cubicBezTo>
                    <a:pt x="11306756" y="819619"/>
                    <a:pt x="11564036" y="1040081"/>
                    <a:pt x="11636807" y="1339595"/>
                  </a:cubicBezTo>
                  <a:lnTo>
                    <a:pt x="11632955" y="1340528"/>
                  </a:lnTo>
                  <a:cubicBezTo>
                    <a:pt x="11560483" y="1042262"/>
                    <a:pt x="11303730" y="822257"/>
                    <a:pt x="11097429" y="645490"/>
                  </a:cubicBezTo>
                  <a:cubicBezTo>
                    <a:pt x="11007330" y="568285"/>
                    <a:pt x="10929527" y="501617"/>
                    <a:pt x="10877864" y="438696"/>
                  </a:cubicBezTo>
                  <a:cubicBezTo>
                    <a:pt x="10849280" y="403884"/>
                    <a:pt x="10822207" y="366170"/>
                    <a:pt x="10793535" y="326222"/>
                  </a:cubicBezTo>
                  <a:cubicBezTo>
                    <a:pt x="10715362" y="217319"/>
                    <a:pt x="10634534" y="104722"/>
                    <a:pt x="10515340" y="41818"/>
                  </a:cubicBezTo>
                  <a:cubicBezTo>
                    <a:pt x="10381406" y="-28843"/>
                    <a:pt x="10240119" y="-2105"/>
                    <a:pt x="10083440" y="123561"/>
                  </a:cubicBezTo>
                  <a:cubicBezTo>
                    <a:pt x="9951916" y="229052"/>
                    <a:pt x="9837384" y="383391"/>
                    <a:pt x="9753759" y="496076"/>
                  </a:cubicBezTo>
                  <a:cubicBezTo>
                    <a:pt x="9737417" y="518099"/>
                    <a:pt x="9721972" y="538909"/>
                    <a:pt x="9707935" y="557274"/>
                  </a:cubicBezTo>
                  <a:cubicBezTo>
                    <a:pt x="9519294" y="804157"/>
                    <a:pt x="9351322" y="1069668"/>
                    <a:pt x="9188874" y="1326455"/>
                  </a:cubicBezTo>
                  <a:cubicBezTo>
                    <a:pt x="9021007" y="1591791"/>
                    <a:pt x="8847441" y="1866150"/>
                    <a:pt x="8651658" y="2118750"/>
                  </a:cubicBezTo>
                  <a:cubicBezTo>
                    <a:pt x="8639415" y="2134547"/>
                    <a:pt x="8626768" y="2151047"/>
                    <a:pt x="8613364" y="2168514"/>
                  </a:cubicBezTo>
                  <a:cubicBezTo>
                    <a:pt x="8535420" y="2270135"/>
                    <a:pt x="8438408" y="2396593"/>
                    <a:pt x="8327430" y="2507396"/>
                  </a:cubicBezTo>
                  <a:cubicBezTo>
                    <a:pt x="8197032" y="2637601"/>
                    <a:pt x="8074848" y="2719186"/>
                    <a:pt x="7953930" y="2756812"/>
                  </a:cubicBezTo>
                  <a:cubicBezTo>
                    <a:pt x="7904571" y="2772274"/>
                    <a:pt x="7855106" y="2779996"/>
                    <a:pt x="7805976" y="2779996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7" name="任意多边形: 形状 1404"/>
            <p:cNvSpPr/>
            <p:nvPr>
              <p:custDataLst>
                <p:tags r:id="rId25"/>
              </p:custDataLst>
            </p:nvPr>
          </p:nvSpPr>
          <p:spPr>
            <a:xfrm>
              <a:off x="474909" y="2370874"/>
              <a:ext cx="11715947" cy="2891041"/>
            </a:xfrm>
            <a:custGeom>
              <a:avLst/>
              <a:gdLst>
                <a:gd name="connsiteX0" fmla="*/ 7922478 w 11715947"/>
                <a:gd name="connsiteY0" fmla="*/ 2891041 h 2891041"/>
                <a:gd name="connsiteX1" fmla="*/ 7782616 w 11715947"/>
                <a:gd name="connsiteY1" fmla="*/ 2869757 h 2891041"/>
                <a:gd name="connsiteX2" fmla="*/ 7322799 w 11715947"/>
                <a:gd name="connsiteY2" fmla="*/ 2511807 h 2891041"/>
                <a:gd name="connsiteX3" fmla="*/ 6802806 w 11715947"/>
                <a:gd name="connsiteY3" fmla="*/ 1762133 h 2891041"/>
                <a:gd name="connsiteX4" fmla="*/ 6794362 w 11715947"/>
                <a:gd name="connsiteY4" fmla="*/ 1748518 h 2891041"/>
                <a:gd name="connsiteX5" fmla="*/ 6638140 w 11715947"/>
                <a:gd name="connsiteY5" fmla="*/ 1493772 h 2891041"/>
                <a:gd name="connsiteX6" fmla="*/ 6288898 w 11715947"/>
                <a:gd name="connsiteY6" fmla="*/ 936011 h 2891041"/>
                <a:gd name="connsiteX7" fmla="*/ 5741164 w 11715947"/>
                <a:gd name="connsiteY7" fmla="*/ 253200 h 2891041"/>
                <a:gd name="connsiteX8" fmla="*/ 5234855 w 11715947"/>
                <a:gd name="connsiteY8" fmla="*/ 26246 h 2891041"/>
                <a:gd name="connsiteX9" fmla="*/ 4920267 w 11715947"/>
                <a:gd name="connsiteY9" fmla="*/ 239954 h 2891041"/>
                <a:gd name="connsiteX10" fmla="*/ 4759348 w 11715947"/>
                <a:gd name="connsiteY10" fmla="*/ 729586 h 2891041"/>
                <a:gd name="connsiteX11" fmla="*/ 4591165 w 11715947"/>
                <a:gd name="connsiteY11" fmla="*/ 1290918 h 2891041"/>
                <a:gd name="connsiteX12" fmla="*/ 4258792 w 11715947"/>
                <a:gd name="connsiteY12" fmla="*/ 1871353 h 2891041"/>
                <a:gd name="connsiteX13" fmla="*/ 3988689 w 11715947"/>
                <a:gd name="connsiteY13" fmla="*/ 2139134 h 2891041"/>
                <a:gd name="connsiteX14" fmla="*/ 3626799 w 11715947"/>
                <a:gd name="connsiteY14" fmla="*/ 2376184 h 2891041"/>
                <a:gd name="connsiteX15" fmla="*/ 3156217 w 11715947"/>
                <a:gd name="connsiteY15" fmla="*/ 2570665 h 2891041"/>
                <a:gd name="connsiteX16" fmla="*/ 2560074 w 11715947"/>
                <a:gd name="connsiteY16" fmla="*/ 2710809 h 2891041"/>
                <a:gd name="connsiteX17" fmla="*/ 1591873 w 11715947"/>
                <a:gd name="connsiteY17" fmla="*/ 2828067 h 2891041"/>
                <a:gd name="connsiteX18" fmla="*/ 1484184 w 11715947"/>
                <a:gd name="connsiteY18" fmla="*/ 2832359 h 2891041"/>
                <a:gd name="connsiteX19" fmla="*/ 794389 w 11715947"/>
                <a:gd name="connsiteY19" fmla="*/ 2664159 h 2891041"/>
                <a:gd name="connsiteX20" fmla="*/ 131876 w 11715947"/>
                <a:gd name="connsiteY20" fmla="*/ 2252716 h 2891041"/>
                <a:gd name="connsiteX21" fmla="*/ 0 w 11715947"/>
                <a:gd name="connsiteY21" fmla="*/ 2160084 h 2891041"/>
                <a:gd name="connsiteX22" fmla="*/ 2216 w 11715947"/>
                <a:gd name="connsiteY22" fmla="*/ 2156883 h 2891041"/>
                <a:gd name="connsiteX23" fmla="*/ 134128 w 11715947"/>
                <a:gd name="connsiteY23" fmla="*/ 2249532 h 2891041"/>
                <a:gd name="connsiteX24" fmla="*/ 1591557 w 11715947"/>
                <a:gd name="connsiteY24" fmla="*/ 2824180 h 2891041"/>
                <a:gd name="connsiteX25" fmla="*/ 2559441 w 11715947"/>
                <a:gd name="connsiteY25" fmla="*/ 2706957 h 2891041"/>
                <a:gd name="connsiteX26" fmla="*/ 4755584 w 11715947"/>
                <a:gd name="connsiteY26" fmla="*/ 728619 h 2891041"/>
                <a:gd name="connsiteX27" fmla="*/ 4916871 w 11715947"/>
                <a:gd name="connsiteY27" fmla="*/ 238054 h 2891041"/>
                <a:gd name="connsiteX28" fmla="*/ 5234592 w 11715947"/>
                <a:gd name="connsiteY28" fmla="*/ 22341 h 2891041"/>
                <a:gd name="connsiteX29" fmla="*/ 5509039 w 11715947"/>
                <a:gd name="connsiteY29" fmla="*/ 84225 h 2891041"/>
                <a:gd name="connsiteX30" fmla="*/ 5743750 w 11715947"/>
                <a:gd name="connsiteY30" fmla="*/ 250262 h 2891041"/>
                <a:gd name="connsiteX31" fmla="*/ 6292152 w 11715947"/>
                <a:gd name="connsiteY31" fmla="*/ 933848 h 2891041"/>
                <a:gd name="connsiteX32" fmla="*/ 6641465 w 11715947"/>
                <a:gd name="connsiteY32" fmla="*/ 1491732 h 2891041"/>
                <a:gd name="connsiteX33" fmla="*/ 6797669 w 11715947"/>
                <a:gd name="connsiteY33" fmla="*/ 1746443 h 2891041"/>
                <a:gd name="connsiteX34" fmla="*/ 6806112 w 11715947"/>
                <a:gd name="connsiteY34" fmla="*/ 1760058 h 2891041"/>
                <a:gd name="connsiteX35" fmla="*/ 7325755 w 11715947"/>
                <a:gd name="connsiteY35" fmla="*/ 2509256 h 2891041"/>
                <a:gd name="connsiteX36" fmla="*/ 7783760 w 11715947"/>
                <a:gd name="connsiteY36" fmla="*/ 2866010 h 2891041"/>
                <a:gd name="connsiteX37" fmla="*/ 8071909 w 11715947"/>
                <a:gd name="connsiteY37" fmla="*/ 2863195 h 2891041"/>
                <a:gd name="connsiteX38" fmla="*/ 8740420 w 11715947"/>
                <a:gd name="connsiteY38" fmla="*/ 2246594 h 2891041"/>
                <a:gd name="connsiteX39" fmla="*/ 8775391 w 11715947"/>
                <a:gd name="connsiteY39" fmla="*/ 2199329 h 2891041"/>
                <a:gd name="connsiteX40" fmla="*/ 9312253 w 11715947"/>
                <a:gd name="connsiteY40" fmla="*/ 1376567 h 2891041"/>
                <a:gd name="connsiteX41" fmla="*/ 9832406 w 11715947"/>
                <a:gd name="connsiteY41" fmla="*/ 575916 h 2891041"/>
                <a:gd name="connsiteX42" fmla="*/ 9874640 w 11715947"/>
                <a:gd name="connsiteY42" fmla="*/ 517392 h 2891041"/>
                <a:gd name="connsiteX43" fmla="*/ 10209248 w 11715947"/>
                <a:gd name="connsiteY43" fmla="*/ 126812 h 2891041"/>
                <a:gd name="connsiteX44" fmla="*/ 10423869 w 11715947"/>
                <a:gd name="connsiteY44" fmla="*/ 9571 h 2891041"/>
                <a:gd name="connsiteX45" fmla="*/ 10656311 w 11715947"/>
                <a:gd name="connsiteY45" fmla="*/ 41040 h 2891041"/>
                <a:gd name="connsiteX46" fmla="*/ 10946467 w 11715947"/>
                <a:gd name="connsiteY46" fmla="*/ 352111 h 2891041"/>
                <a:gd name="connsiteX47" fmla="*/ 11022300 w 11715947"/>
                <a:gd name="connsiteY47" fmla="*/ 460100 h 2891041"/>
                <a:gd name="connsiteX48" fmla="*/ 11231169 w 11715947"/>
                <a:gd name="connsiteY48" fmla="*/ 677694 h 2891041"/>
                <a:gd name="connsiteX49" fmla="*/ 11516752 w 11715947"/>
                <a:gd name="connsiteY49" fmla="*/ 976188 h 2891041"/>
                <a:gd name="connsiteX50" fmla="*/ 11715947 w 11715947"/>
                <a:gd name="connsiteY50" fmla="*/ 1352309 h 2891041"/>
                <a:gd name="connsiteX51" fmla="*/ 11712166 w 11715947"/>
                <a:gd name="connsiteY51" fmla="*/ 1353277 h 2891041"/>
                <a:gd name="connsiteX52" fmla="*/ 11228478 w 11715947"/>
                <a:gd name="connsiteY52" fmla="*/ 680544 h 2891041"/>
                <a:gd name="connsiteX53" fmla="*/ 11019186 w 11715947"/>
                <a:gd name="connsiteY53" fmla="*/ 462492 h 2891041"/>
                <a:gd name="connsiteX54" fmla="*/ 10943248 w 11715947"/>
                <a:gd name="connsiteY54" fmla="*/ 354345 h 2891041"/>
                <a:gd name="connsiteX55" fmla="*/ 10654429 w 11715947"/>
                <a:gd name="connsiteY55" fmla="*/ 44488 h 2891041"/>
                <a:gd name="connsiteX56" fmla="*/ 10211710 w 11715947"/>
                <a:gd name="connsiteY56" fmla="*/ 129855 h 2891041"/>
                <a:gd name="connsiteX57" fmla="*/ 9877789 w 11715947"/>
                <a:gd name="connsiteY57" fmla="*/ 519696 h 2891041"/>
                <a:gd name="connsiteX58" fmla="*/ 9835519 w 11715947"/>
                <a:gd name="connsiteY58" fmla="*/ 578255 h 2891041"/>
                <a:gd name="connsiteX59" fmla="*/ 9315543 w 11715947"/>
                <a:gd name="connsiteY59" fmla="*/ 1378624 h 2891041"/>
                <a:gd name="connsiteX60" fmla="*/ 8778486 w 11715947"/>
                <a:gd name="connsiteY60" fmla="*/ 2201686 h 2891041"/>
                <a:gd name="connsiteX61" fmla="*/ 8743516 w 11715947"/>
                <a:gd name="connsiteY61" fmla="*/ 2248952 h 2891041"/>
                <a:gd name="connsiteX62" fmla="*/ 8073071 w 11715947"/>
                <a:gd name="connsiteY62" fmla="*/ 2866942 h 2891041"/>
                <a:gd name="connsiteX63" fmla="*/ 7922478 w 11715947"/>
                <a:gd name="connsiteY63" fmla="*/ 2891041 h 2891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715947" h="2891041">
                  <a:moveTo>
                    <a:pt x="7922478" y="2891041"/>
                  </a:moveTo>
                  <a:cubicBezTo>
                    <a:pt x="7875476" y="2891041"/>
                    <a:pt x="7828774" y="2883952"/>
                    <a:pt x="7782616" y="2869757"/>
                  </a:cubicBezTo>
                  <a:cubicBezTo>
                    <a:pt x="7590756" y="2810741"/>
                    <a:pt x="7444667" y="2654062"/>
                    <a:pt x="7322799" y="2511807"/>
                  </a:cubicBezTo>
                  <a:cubicBezTo>
                    <a:pt x="7122831" y="2278398"/>
                    <a:pt x="6960135" y="2015947"/>
                    <a:pt x="6802806" y="1762133"/>
                  </a:cubicBezTo>
                  <a:lnTo>
                    <a:pt x="6794362" y="1748518"/>
                  </a:lnTo>
                  <a:cubicBezTo>
                    <a:pt x="6741855" y="1663837"/>
                    <a:pt x="6689135" y="1577380"/>
                    <a:pt x="6638140" y="1493772"/>
                  </a:cubicBezTo>
                  <a:cubicBezTo>
                    <a:pt x="6525913" y="1309775"/>
                    <a:pt x="6409868" y="1119534"/>
                    <a:pt x="6288898" y="936011"/>
                  </a:cubicBezTo>
                  <a:cubicBezTo>
                    <a:pt x="6124004" y="685874"/>
                    <a:pt x="5958020" y="445446"/>
                    <a:pt x="5741164" y="253200"/>
                  </a:cubicBezTo>
                  <a:cubicBezTo>
                    <a:pt x="5623255" y="148677"/>
                    <a:pt x="5442477" y="11435"/>
                    <a:pt x="5234855" y="26246"/>
                  </a:cubicBezTo>
                  <a:cubicBezTo>
                    <a:pt x="5095222" y="36220"/>
                    <a:pt x="4995255" y="104120"/>
                    <a:pt x="4920267" y="239954"/>
                  </a:cubicBezTo>
                  <a:cubicBezTo>
                    <a:pt x="4851452" y="364600"/>
                    <a:pt x="4808778" y="533751"/>
                    <a:pt x="4759348" y="729586"/>
                  </a:cubicBezTo>
                  <a:cubicBezTo>
                    <a:pt x="4716076" y="901059"/>
                    <a:pt x="4667033" y="1095399"/>
                    <a:pt x="4591165" y="1290918"/>
                  </a:cubicBezTo>
                  <a:cubicBezTo>
                    <a:pt x="4503881" y="1515813"/>
                    <a:pt x="4395154" y="1705668"/>
                    <a:pt x="4258792" y="1871353"/>
                  </a:cubicBezTo>
                  <a:cubicBezTo>
                    <a:pt x="4179036" y="1968259"/>
                    <a:pt x="4088164" y="2058358"/>
                    <a:pt x="3988689" y="2139134"/>
                  </a:cubicBezTo>
                  <a:cubicBezTo>
                    <a:pt x="3880771" y="2226788"/>
                    <a:pt x="3759009" y="2306543"/>
                    <a:pt x="3626799" y="2376184"/>
                  </a:cubicBezTo>
                  <a:cubicBezTo>
                    <a:pt x="3485054" y="2450821"/>
                    <a:pt x="3326740" y="2516257"/>
                    <a:pt x="3156217" y="2570665"/>
                  </a:cubicBezTo>
                  <a:cubicBezTo>
                    <a:pt x="2974999" y="2628485"/>
                    <a:pt x="2774432" y="2675645"/>
                    <a:pt x="2560074" y="2710809"/>
                  </a:cubicBezTo>
                  <a:cubicBezTo>
                    <a:pt x="2240155" y="2763316"/>
                    <a:pt x="1923455" y="2801664"/>
                    <a:pt x="1591873" y="2828067"/>
                  </a:cubicBezTo>
                  <a:cubicBezTo>
                    <a:pt x="1556041" y="2830917"/>
                    <a:pt x="1520139" y="2832359"/>
                    <a:pt x="1484184" y="2832359"/>
                  </a:cubicBezTo>
                  <a:cubicBezTo>
                    <a:pt x="1260432" y="2832359"/>
                    <a:pt x="1033690" y="2776949"/>
                    <a:pt x="794389" y="2664159"/>
                  </a:cubicBezTo>
                  <a:cubicBezTo>
                    <a:pt x="552255" y="2550031"/>
                    <a:pt x="328925" y="2392086"/>
                    <a:pt x="131876" y="2252716"/>
                  </a:cubicBezTo>
                  <a:cubicBezTo>
                    <a:pt x="86176" y="2220402"/>
                    <a:pt x="43026" y="2189882"/>
                    <a:pt x="0" y="2160084"/>
                  </a:cubicBezTo>
                  <a:lnTo>
                    <a:pt x="2216" y="2156883"/>
                  </a:lnTo>
                  <a:cubicBezTo>
                    <a:pt x="45260" y="2186699"/>
                    <a:pt x="88428" y="2217218"/>
                    <a:pt x="134128" y="2249532"/>
                  </a:cubicBezTo>
                  <a:cubicBezTo>
                    <a:pt x="525201" y="2526126"/>
                    <a:pt x="1011931" y="2870320"/>
                    <a:pt x="1591557" y="2824180"/>
                  </a:cubicBezTo>
                  <a:cubicBezTo>
                    <a:pt x="1923032" y="2797776"/>
                    <a:pt x="2239627" y="2759446"/>
                    <a:pt x="2559441" y="2706957"/>
                  </a:cubicBezTo>
                  <a:cubicBezTo>
                    <a:pt x="4329682" y="2416449"/>
                    <a:pt x="4575844" y="1440913"/>
                    <a:pt x="4755584" y="728619"/>
                  </a:cubicBezTo>
                  <a:cubicBezTo>
                    <a:pt x="4805066" y="532502"/>
                    <a:pt x="4847811" y="363141"/>
                    <a:pt x="4916871" y="238054"/>
                  </a:cubicBezTo>
                  <a:cubicBezTo>
                    <a:pt x="4992563" y="100953"/>
                    <a:pt x="5093516" y="32421"/>
                    <a:pt x="5234592" y="22341"/>
                  </a:cubicBezTo>
                  <a:cubicBezTo>
                    <a:pt x="5322808" y="16044"/>
                    <a:pt x="5415141" y="36871"/>
                    <a:pt x="5509039" y="84225"/>
                  </a:cubicBezTo>
                  <a:cubicBezTo>
                    <a:pt x="5583078" y="121570"/>
                    <a:pt x="5659861" y="175889"/>
                    <a:pt x="5743750" y="250262"/>
                  </a:cubicBezTo>
                  <a:cubicBezTo>
                    <a:pt x="5960975" y="442808"/>
                    <a:pt x="6127100" y="683482"/>
                    <a:pt x="6292152" y="933848"/>
                  </a:cubicBezTo>
                  <a:cubicBezTo>
                    <a:pt x="6413175" y="1117423"/>
                    <a:pt x="6529238" y="1307717"/>
                    <a:pt x="6641465" y="1491732"/>
                  </a:cubicBezTo>
                  <a:cubicBezTo>
                    <a:pt x="6692460" y="1575340"/>
                    <a:pt x="6745179" y="1661780"/>
                    <a:pt x="6797669" y="1746443"/>
                  </a:cubicBezTo>
                  <a:lnTo>
                    <a:pt x="6806112" y="1760058"/>
                  </a:lnTo>
                  <a:cubicBezTo>
                    <a:pt x="6963372" y="2013749"/>
                    <a:pt x="7125978" y="2276076"/>
                    <a:pt x="7325755" y="2509256"/>
                  </a:cubicBezTo>
                  <a:cubicBezTo>
                    <a:pt x="7447270" y="2651089"/>
                    <a:pt x="7592884" y="2807310"/>
                    <a:pt x="7783760" y="2866010"/>
                  </a:cubicBezTo>
                  <a:cubicBezTo>
                    <a:pt x="7878238" y="2895070"/>
                    <a:pt x="7975180" y="2894120"/>
                    <a:pt x="8071909" y="2863195"/>
                  </a:cubicBezTo>
                  <a:cubicBezTo>
                    <a:pt x="8351142" y="2774205"/>
                    <a:pt x="8585395" y="2456696"/>
                    <a:pt x="8740420" y="2246594"/>
                  </a:cubicBezTo>
                  <a:cubicBezTo>
                    <a:pt x="8752646" y="2230024"/>
                    <a:pt x="8764202" y="2214369"/>
                    <a:pt x="8775391" y="2199329"/>
                  </a:cubicBezTo>
                  <a:cubicBezTo>
                    <a:pt x="8971191" y="1936280"/>
                    <a:pt x="9144581" y="1651735"/>
                    <a:pt x="9312253" y="1376567"/>
                  </a:cubicBezTo>
                  <a:cubicBezTo>
                    <a:pt x="9474966" y="1109560"/>
                    <a:pt x="9643202" y="833441"/>
                    <a:pt x="9832406" y="575916"/>
                  </a:cubicBezTo>
                  <a:cubicBezTo>
                    <a:pt x="9845370" y="558272"/>
                    <a:pt x="9859583" y="538413"/>
                    <a:pt x="9874640" y="517392"/>
                  </a:cubicBezTo>
                  <a:cubicBezTo>
                    <a:pt x="9959004" y="399588"/>
                    <a:pt x="10074557" y="238265"/>
                    <a:pt x="10209248" y="126812"/>
                  </a:cubicBezTo>
                  <a:cubicBezTo>
                    <a:pt x="10283005" y="65790"/>
                    <a:pt x="10355214" y="26334"/>
                    <a:pt x="10423869" y="9571"/>
                  </a:cubicBezTo>
                  <a:cubicBezTo>
                    <a:pt x="10504153" y="-10060"/>
                    <a:pt x="10582360" y="547"/>
                    <a:pt x="10656311" y="41040"/>
                  </a:cubicBezTo>
                  <a:cubicBezTo>
                    <a:pt x="10782382" y="110101"/>
                    <a:pt x="10865796" y="233129"/>
                    <a:pt x="10946467" y="352111"/>
                  </a:cubicBezTo>
                  <a:cubicBezTo>
                    <a:pt x="10972343" y="390283"/>
                    <a:pt x="10996794" y="426326"/>
                    <a:pt x="11022300" y="460100"/>
                  </a:cubicBezTo>
                  <a:cubicBezTo>
                    <a:pt x="11072696" y="526820"/>
                    <a:pt x="11149673" y="600103"/>
                    <a:pt x="11231169" y="677694"/>
                  </a:cubicBezTo>
                  <a:cubicBezTo>
                    <a:pt x="11323380" y="765471"/>
                    <a:pt x="11427884" y="864963"/>
                    <a:pt x="11516752" y="976188"/>
                  </a:cubicBezTo>
                  <a:cubicBezTo>
                    <a:pt x="11618953" y="1104071"/>
                    <a:pt x="11684108" y="1227100"/>
                    <a:pt x="11715947" y="1352309"/>
                  </a:cubicBezTo>
                  <a:lnTo>
                    <a:pt x="11712166" y="1353277"/>
                  </a:lnTo>
                  <a:cubicBezTo>
                    <a:pt x="11640941" y="1073200"/>
                    <a:pt x="11412247" y="855482"/>
                    <a:pt x="11228478" y="680544"/>
                  </a:cubicBezTo>
                  <a:cubicBezTo>
                    <a:pt x="11146858" y="602847"/>
                    <a:pt x="11069776" y="529459"/>
                    <a:pt x="11019186" y="462492"/>
                  </a:cubicBezTo>
                  <a:cubicBezTo>
                    <a:pt x="10993628" y="428648"/>
                    <a:pt x="10969159" y="392552"/>
                    <a:pt x="10943248" y="354345"/>
                  </a:cubicBezTo>
                  <a:cubicBezTo>
                    <a:pt x="10862842" y="235750"/>
                    <a:pt x="10779691" y="113091"/>
                    <a:pt x="10654429" y="44488"/>
                  </a:cubicBezTo>
                  <a:cubicBezTo>
                    <a:pt x="10518858" y="-29762"/>
                    <a:pt x="10369919" y="-1036"/>
                    <a:pt x="10211710" y="129855"/>
                  </a:cubicBezTo>
                  <a:cubicBezTo>
                    <a:pt x="10077406" y="240974"/>
                    <a:pt x="9962030" y="402068"/>
                    <a:pt x="9877789" y="519696"/>
                  </a:cubicBezTo>
                  <a:cubicBezTo>
                    <a:pt x="9862731" y="540735"/>
                    <a:pt x="9848501" y="560594"/>
                    <a:pt x="9835519" y="578255"/>
                  </a:cubicBezTo>
                  <a:cubicBezTo>
                    <a:pt x="9646403" y="835640"/>
                    <a:pt x="9478220" y="1111670"/>
                    <a:pt x="9315543" y="1378624"/>
                  </a:cubicBezTo>
                  <a:cubicBezTo>
                    <a:pt x="9147817" y="1653881"/>
                    <a:pt x="8974374" y="1938514"/>
                    <a:pt x="8778486" y="2201686"/>
                  </a:cubicBezTo>
                  <a:cubicBezTo>
                    <a:pt x="8767299" y="2216726"/>
                    <a:pt x="8755741" y="2232381"/>
                    <a:pt x="8743516" y="2248952"/>
                  </a:cubicBezTo>
                  <a:cubicBezTo>
                    <a:pt x="8588209" y="2459457"/>
                    <a:pt x="8353499" y="2777582"/>
                    <a:pt x="8073071" y="2866942"/>
                  </a:cubicBezTo>
                  <a:cubicBezTo>
                    <a:pt x="8022832" y="2883002"/>
                    <a:pt x="7972489" y="2891041"/>
                    <a:pt x="7922478" y="289104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" name="任意多边形: 形状 1405"/>
            <p:cNvSpPr/>
            <p:nvPr>
              <p:custDataLst>
                <p:tags r:id="rId26"/>
              </p:custDataLst>
            </p:nvPr>
          </p:nvSpPr>
          <p:spPr>
            <a:xfrm>
              <a:off x="395751" y="2308026"/>
              <a:ext cx="11795086" cy="3002069"/>
            </a:xfrm>
            <a:custGeom>
              <a:avLst/>
              <a:gdLst>
                <a:gd name="connsiteX0" fmla="*/ 8038962 w 11795086"/>
                <a:gd name="connsiteY0" fmla="*/ 3002070 h 3002069"/>
                <a:gd name="connsiteX1" fmla="*/ 7895723 w 11795086"/>
                <a:gd name="connsiteY1" fmla="*/ 2979677 h 3002069"/>
                <a:gd name="connsiteX2" fmla="*/ 7634627 w 11795086"/>
                <a:gd name="connsiteY2" fmla="*/ 2824582 h 3002069"/>
                <a:gd name="connsiteX3" fmla="*/ 7429821 w 11795086"/>
                <a:gd name="connsiteY3" fmla="*/ 2605403 h 3002069"/>
                <a:gd name="connsiteX4" fmla="*/ 6914118 w 11795086"/>
                <a:gd name="connsiteY4" fmla="*/ 1830874 h 3002069"/>
                <a:gd name="connsiteX5" fmla="*/ 6901066 w 11795086"/>
                <a:gd name="connsiteY5" fmla="*/ 1808869 h 3002069"/>
                <a:gd name="connsiteX6" fmla="*/ 6751511 w 11795086"/>
                <a:gd name="connsiteY6" fmla="*/ 1554035 h 3002069"/>
                <a:gd name="connsiteX7" fmla="*/ 6396675 w 11795086"/>
                <a:gd name="connsiteY7" fmla="*/ 963098 h 3002069"/>
                <a:gd name="connsiteX8" fmla="*/ 5845317 w 11795086"/>
                <a:gd name="connsiteY8" fmla="*/ 254516 h 3002069"/>
                <a:gd name="connsiteX9" fmla="*/ 5329282 w 11795086"/>
                <a:gd name="connsiteY9" fmla="*/ 21459 h 3002069"/>
                <a:gd name="connsiteX10" fmla="*/ 5022397 w 11795086"/>
                <a:gd name="connsiteY10" fmla="*/ 246178 h 3002069"/>
                <a:gd name="connsiteX11" fmla="*/ 4873300 w 11795086"/>
                <a:gd name="connsiteY11" fmla="*/ 755530 h 3002069"/>
                <a:gd name="connsiteX12" fmla="*/ 4714440 w 11795086"/>
                <a:gd name="connsiteY12" fmla="*/ 1350776 h 3002069"/>
                <a:gd name="connsiteX13" fmla="*/ 4384617 w 11795086"/>
                <a:gd name="connsiteY13" fmla="*/ 1966269 h 3002069"/>
                <a:gd name="connsiteX14" fmla="*/ 4110609 w 11795086"/>
                <a:gd name="connsiteY14" fmla="*/ 2249582 h 3002069"/>
                <a:gd name="connsiteX15" fmla="*/ 3739942 w 11795086"/>
                <a:gd name="connsiteY15" fmla="*/ 2499508 h 3002069"/>
                <a:gd name="connsiteX16" fmla="*/ 3254671 w 11795086"/>
                <a:gd name="connsiteY16" fmla="*/ 2703277 h 3002069"/>
                <a:gd name="connsiteX17" fmla="*/ 2636874 w 11795086"/>
                <a:gd name="connsiteY17" fmla="*/ 2848118 h 3002069"/>
                <a:gd name="connsiteX18" fmla="*/ 1645137 w 11795086"/>
                <a:gd name="connsiteY18" fmla="*/ 2958956 h 3002069"/>
                <a:gd name="connsiteX19" fmla="*/ 1558592 w 11795086"/>
                <a:gd name="connsiteY19" fmla="*/ 2961735 h 3002069"/>
                <a:gd name="connsiteX20" fmla="*/ 820669 w 11795086"/>
                <a:gd name="connsiteY20" fmla="*/ 2768397 h 3002069"/>
                <a:gd name="connsiteX21" fmla="*/ 133459 w 11795086"/>
                <a:gd name="connsiteY21" fmla="*/ 2315300 h 3002069"/>
                <a:gd name="connsiteX22" fmla="*/ 0 w 11795086"/>
                <a:gd name="connsiteY22" fmla="*/ 2216125 h 3002069"/>
                <a:gd name="connsiteX23" fmla="*/ 2269 w 11795086"/>
                <a:gd name="connsiteY23" fmla="*/ 2213029 h 3002069"/>
                <a:gd name="connsiteX24" fmla="*/ 135764 w 11795086"/>
                <a:gd name="connsiteY24" fmla="*/ 2312222 h 3002069"/>
                <a:gd name="connsiteX25" fmla="*/ 1644891 w 11795086"/>
                <a:gd name="connsiteY25" fmla="*/ 2955121 h 3002069"/>
                <a:gd name="connsiteX26" fmla="*/ 2636259 w 11795086"/>
                <a:gd name="connsiteY26" fmla="*/ 2844318 h 3002069"/>
                <a:gd name="connsiteX27" fmla="*/ 4869571 w 11795086"/>
                <a:gd name="connsiteY27" fmla="*/ 754685 h 3002069"/>
                <a:gd name="connsiteX28" fmla="*/ 5019002 w 11795086"/>
                <a:gd name="connsiteY28" fmla="*/ 244437 h 3002069"/>
                <a:gd name="connsiteX29" fmla="*/ 5328982 w 11795086"/>
                <a:gd name="connsiteY29" fmla="*/ 17624 h 3002069"/>
                <a:gd name="connsiteX30" fmla="*/ 5847903 w 11795086"/>
                <a:gd name="connsiteY30" fmla="*/ 251649 h 3002069"/>
                <a:gd name="connsiteX31" fmla="*/ 6399930 w 11795086"/>
                <a:gd name="connsiteY31" fmla="*/ 961022 h 3002069"/>
                <a:gd name="connsiteX32" fmla="*/ 6754836 w 11795086"/>
                <a:gd name="connsiteY32" fmla="*/ 1552082 h 3002069"/>
                <a:gd name="connsiteX33" fmla="*/ 6904373 w 11795086"/>
                <a:gd name="connsiteY33" fmla="*/ 1806898 h 3002069"/>
                <a:gd name="connsiteX34" fmla="*/ 6917426 w 11795086"/>
                <a:gd name="connsiteY34" fmla="*/ 1828904 h 3002069"/>
                <a:gd name="connsiteX35" fmla="*/ 7432793 w 11795086"/>
                <a:gd name="connsiteY35" fmla="*/ 2602958 h 3002069"/>
                <a:gd name="connsiteX36" fmla="*/ 7896902 w 11795086"/>
                <a:gd name="connsiteY36" fmla="*/ 2976019 h 3002069"/>
                <a:gd name="connsiteX37" fmla="*/ 8191033 w 11795086"/>
                <a:gd name="connsiteY37" fmla="*/ 2973345 h 3002069"/>
                <a:gd name="connsiteX38" fmla="*/ 8870608 w 11795086"/>
                <a:gd name="connsiteY38" fmla="*/ 2326681 h 3002069"/>
                <a:gd name="connsiteX39" fmla="*/ 8902201 w 11795086"/>
                <a:gd name="connsiteY39" fmla="*/ 2282318 h 3002069"/>
                <a:gd name="connsiteX40" fmla="*/ 9439081 w 11795086"/>
                <a:gd name="connsiteY40" fmla="*/ 1428597 h 3002069"/>
                <a:gd name="connsiteX41" fmla="*/ 9959972 w 11795086"/>
                <a:gd name="connsiteY41" fmla="*/ 596951 h 3002069"/>
                <a:gd name="connsiteX42" fmla="*/ 9998618 w 11795086"/>
                <a:gd name="connsiteY42" fmla="*/ 541471 h 3002069"/>
                <a:gd name="connsiteX43" fmla="*/ 10337377 w 11795086"/>
                <a:gd name="connsiteY43" fmla="*/ 133388 h 3002069"/>
                <a:gd name="connsiteX44" fmla="*/ 10556943 w 11795086"/>
                <a:gd name="connsiteY44" fmla="*/ 9990 h 3002069"/>
                <a:gd name="connsiteX45" fmla="*/ 10795417 w 11795086"/>
                <a:gd name="connsiteY45" fmla="*/ 43764 h 3002069"/>
                <a:gd name="connsiteX46" fmla="*/ 11097253 w 11795086"/>
                <a:gd name="connsiteY46" fmla="*/ 383068 h 3002069"/>
                <a:gd name="connsiteX47" fmla="*/ 11163657 w 11795086"/>
                <a:gd name="connsiteY47" fmla="*/ 484037 h 3002069"/>
                <a:gd name="connsiteX48" fmla="*/ 11360073 w 11795086"/>
                <a:gd name="connsiteY48" fmla="*/ 711940 h 3002069"/>
                <a:gd name="connsiteX49" fmla="*/ 11613887 w 11795086"/>
                <a:gd name="connsiteY49" fmla="*/ 1006494 h 3002069"/>
                <a:gd name="connsiteX50" fmla="*/ 11795087 w 11795086"/>
                <a:gd name="connsiteY50" fmla="*/ 1365007 h 3002069"/>
                <a:gd name="connsiteX51" fmla="*/ 11791376 w 11795086"/>
                <a:gd name="connsiteY51" fmla="*/ 1365992 h 3002069"/>
                <a:gd name="connsiteX52" fmla="*/ 11357277 w 11795086"/>
                <a:gd name="connsiteY52" fmla="*/ 714561 h 3002069"/>
                <a:gd name="connsiteX53" fmla="*/ 11160508 w 11795086"/>
                <a:gd name="connsiteY53" fmla="*/ 486236 h 3002069"/>
                <a:gd name="connsiteX54" fmla="*/ 11094016 w 11795086"/>
                <a:gd name="connsiteY54" fmla="*/ 385143 h 3002069"/>
                <a:gd name="connsiteX55" fmla="*/ 10793517 w 11795086"/>
                <a:gd name="connsiteY55" fmla="*/ 47124 h 3002069"/>
                <a:gd name="connsiteX56" fmla="*/ 10339857 w 11795086"/>
                <a:gd name="connsiteY56" fmla="*/ 136343 h 3002069"/>
                <a:gd name="connsiteX57" fmla="*/ 10001767 w 11795086"/>
                <a:gd name="connsiteY57" fmla="*/ 543687 h 3002069"/>
                <a:gd name="connsiteX58" fmla="*/ 9963103 w 11795086"/>
                <a:gd name="connsiteY58" fmla="*/ 599203 h 3002069"/>
                <a:gd name="connsiteX59" fmla="*/ 9442388 w 11795086"/>
                <a:gd name="connsiteY59" fmla="*/ 1430584 h 3002069"/>
                <a:gd name="connsiteX60" fmla="*/ 8905331 w 11795086"/>
                <a:gd name="connsiteY60" fmla="*/ 2284587 h 3002069"/>
                <a:gd name="connsiteX61" fmla="*/ 8873739 w 11795086"/>
                <a:gd name="connsiteY61" fmla="*/ 2328933 h 3002069"/>
                <a:gd name="connsiteX62" fmla="*/ 8192229 w 11795086"/>
                <a:gd name="connsiteY62" fmla="*/ 2977021 h 3002069"/>
                <a:gd name="connsiteX63" fmla="*/ 8038962 w 11795086"/>
                <a:gd name="connsiteY63" fmla="*/ 3002070 h 3002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795086" h="3002069">
                  <a:moveTo>
                    <a:pt x="8038962" y="3002070"/>
                  </a:moveTo>
                  <a:cubicBezTo>
                    <a:pt x="7990853" y="3002070"/>
                    <a:pt x="7943006" y="2994611"/>
                    <a:pt x="7895723" y="2979677"/>
                  </a:cubicBezTo>
                  <a:cubicBezTo>
                    <a:pt x="7807102" y="2951691"/>
                    <a:pt x="7721700" y="2900959"/>
                    <a:pt x="7634627" y="2824582"/>
                  </a:cubicBezTo>
                  <a:cubicBezTo>
                    <a:pt x="7556314" y="2755890"/>
                    <a:pt x="7487148" y="2675238"/>
                    <a:pt x="7429821" y="2605403"/>
                  </a:cubicBezTo>
                  <a:cubicBezTo>
                    <a:pt x="7230396" y="2364413"/>
                    <a:pt x="7069619" y="2093167"/>
                    <a:pt x="6914118" y="1830874"/>
                  </a:cubicBezTo>
                  <a:lnTo>
                    <a:pt x="6901066" y="1808869"/>
                  </a:lnTo>
                  <a:cubicBezTo>
                    <a:pt x="6850827" y="1724135"/>
                    <a:pt x="6800343" y="1637660"/>
                    <a:pt x="6751511" y="1554035"/>
                  </a:cubicBezTo>
                  <a:cubicBezTo>
                    <a:pt x="6637683" y="1359061"/>
                    <a:pt x="6519985" y="1157456"/>
                    <a:pt x="6396675" y="963098"/>
                  </a:cubicBezTo>
                  <a:cubicBezTo>
                    <a:pt x="6239275" y="715001"/>
                    <a:pt x="6067064" y="455928"/>
                    <a:pt x="5845317" y="254516"/>
                  </a:cubicBezTo>
                  <a:cubicBezTo>
                    <a:pt x="5724840" y="145895"/>
                    <a:pt x="5540263" y="3570"/>
                    <a:pt x="5329282" y="21459"/>
                  </a:cubicBezTo>
                  <a:cubicBezTo>
                    <a:pt x="5191301" y="33174"/>
                    <a:pt x="5093797" y="104574"/>
                    <a:pt x="5022397" y="246178"/>
                  </a:cubicBezTo>
                  <a:cubicBezTo>
                    <a:pt x="4956872" y="376120"/>
                    <a:pt x="4918138" y="551937"/>
                    <a:pt x="4873300" y="755530"/>
                  </a:cubicBezTo>
                  <a:cubicBezTo>
                    <a:pt x="4833263" y="937310"/>
                    <a:pt x="4787880" y="1143331"/>
                    <a:pt x="4714440" y="1350776"/>
                  </a:cubicBezTo>
                  <a:cubicBezTo>
                    <a:pt x="4629935" y="1589479"/>
                    <a:pt x="4522052" y="1790821"/>
                    <a:pt x="4384617" y="1966269"/>
                  </a:cubicBezTo>
                  <a:cubicBezTo>
                    <a:pt x="4304211" y="2068927"/>
                    <a:pt x="4212019" y="2164233"/>
                    <a:pt x="4110609" y="2249582"/>
                  </a:cubicBezTo>
                  <a:cubicBezTo>
                    <a:pt x="4000563" y="2342196"/>
                    <a:pt x="3875846" y="2426297"/>
                    <a:pt x="3739942" y="2499508"/>
                  </a:cubicBezTo>
                  <a:cubicBezTo>
                    <a:pt x="3594221" y="2578015"/>
                    <a:pt x="3430964" y="2646565"/>
                    <a:pt x="3254671" y="2703277"/>
                  </a:cubicBezTo>
                  <a:cubicBezTo>
                    <a:pt x="3067297" y="2763542"/>
                    <a:pt x="2859430" y="2812268"/>
                    <a:pt x="2636874" y="2848118"/>
                  </a:cubicBezTo>
                  <a:cubicBezTo>
                    <a:pt x="2326489" y="2899271"/>
                    <a:pt x="1992814" y="2936563"/>
                    <a:pt x="1645137" y="2958956"/>
                  </a:cubicBezTo>
                  <a:cubicBezTo>
                    <a:pt x="1616342" y="2960803"/>
                    <a:pt x="1587475" y="2961735"/>
                    <a:pt x="1558592" y="2961735"/>
                  </a:cubicBezTo>
                  <a:cubicBezTo>
                    <a:pt x="1319695" y="2961735"/>
                    <a:pt x="1077403" y="2898145"/>
                    <a:pt x="820669" y="2768397"/>
                  </a:cubicBezTo>
                  <a:cubicBezTo>
                    <a:pt x="569810" y="2641622"/>
                    <a:pt x="337985" y="2468250"/>
                    <a:pt x="133459" y="2315300"/>
                  </a:cubicBezTo>
                  <a:cubicBezTo>
                    <a:pt x="87231" y="2280735"/>
                    <a:pt x="43572" y="2248069"/>
                    <a:pt x="0" y="2216125"/>
                  </a:cubicBezTo>
                  <a:lnTo>
                    <a:pt x="2269" y="2213029"/>
                  </a:lnTo>
                  <a:cubicBezTo>
                    <a:pt x="45859" y="2244991"/>
                    <a:pt x="89518" y="2277657"/>
                    <a:pt x="135764" y="2312222"/>
                  </a:cubicBezTo>
                  <a:cubicBezTo>
                    <a:pt x="541736" y="2615817"/>
                    <a:pt x="1046971" y="2993644"/>
                    <a:pt x="1644891" y="2955121"/>
                  </a:cubicBezTo>
                  <a:cubicBezTo>
                    <a:pt x="1992445" y="2932728"/>
                    <a:pt x="2325979" y="2895454"/>
                    <a:pt x="2636259" y="2844318"/>
                  </a:cubicBezTo>
                  <a:cubicBezTo>
                    <a:pt x="4474452" y="2548304"/>
                    <a:pt x="4712223" y="1468932"/>
                    <a:pt x="4869571" y="754685"/>
                  </a:cubicBezTo>
                  <a:cubicBezTo>
                    <a:pt x="4914479" y="550846"/>
                    <a:pt x="4953249" y="374800"/>
                    <a:pt x="5019002" y="244437"/>
                  </a:cubicBezTo>
                  <a:cubicBezTo>
                    <a:pt x="5091053" y="101531"/>
                    <a:pt x="5189560" y="29463"/>
                    <a:pt x="5328982" y="17624"/>
                  </a:cubicBezTo>
                  <a:cubicBezTo>
                    <a:pt x="5541423" y="-406"/>
                    <a:pt x="5726898" y="142552"/>
                    <a:pt x="5847903" y="251649"/>
                  </a:cubicBezTo>
                  <a:cubicBezTo>
                    <a:pt x="6070001" y="453395"/>
                    <a:pt x="6242389" y="712714"/>
                    <a:pt x="6399930" y="961022"/>
                  </a:cubicBezTo>
                  <a:cubicBezTo>
                    <a:pt x="6523274" y="1155451"/>
                    <a:pt x="6640990" y="1357091"/>
                    <a:pt x="6754836" y="1552082"/>
                  </a:cubicBezTo>
                  <a:cubicBezTo>
                    <a:pt x="6803650" y="1635707"/>
                    <a:pt x="6854135" y="1722183"/>
                    <a:pt x="6904373" y="1806898"/>
                  </a:cubicBezTo>
                  <a:lnTo>
                    <a:pt x="6917426" y="1828904"/>
                  </a:lnTo>
                  <a:cubicBezTo>
                    <a:pt x="7072856" y="2091074"/>
                    <a:pt x="7233562" y="2362179"/>
                    <a:pt x="7432793" y="2602958"/>
                  </a:cubicBezTo>
                  <a:cubicBezTo>
                    <a:pt x="7563174" y="2761783"/>
                    <a:pt x="7709650" y="2916897"/>
                    <a:pt x="7896902" y="2976019"/>
                  </a:cubicBezTo>
                  <a:cubicBezTo>
                    <a:pt x="7993421" y="3006485"/>
                    <a:pt x="8092368" y="3005588"/>
                    <a:pt x="8191033" y="2973345"/>
                  </a:cubicBezTo>
                  <a:cubicBezTo>
                    <a:pt x="8477389" y="2880027"/>
                    <a:pt x="8714017" y="2547038"/>
                    <a:pt x="8870608" y="2326681"/>
                  </a:cubicBezTo>
                  <a:cubicBezTo>
                    <a:pt x="8881532" y="2311307"/>
                    <a:pt x="8892068" y="2296478"/>
                    <a:pt x="8902201" y="2282318"/>
                  </a:cubicBezTo>
                  <a:cubicBezTo>
                    <a:pt x="9098124" y="2008627"/>
                    <a:pt x="9271461" y="1713757"/>
                    <a:pt x="9439081" y="1428597"/>
                  </a:cubicBezTo>
                  <a:cubicBezTo>
                    <a:pt x="9601970" y="1151475"/>
                    <a:pt x="9770399" y="864925"/>
                    <a:pt x="9959972" y="596951"/>
                  </a:cubicBezTo>
                  <a:cubicBezTo>
                    <a:pt x="9971863" y="580152"/>
                    <a:pt x="9984863" y="561365"/>
                    <a:pt x="9998618" y="541471"/>
                  </a:cubicBezTo>
                  <a:cubicBezTo>
                    <a:pt x="10083563" y="418724"/>
                    <a:pt x="10199890" y="250629"/>
                    <a:pt x="10337377" y="133388"/>
                  </a:cubicBezTo>
                  <a:cubicBezTo>
                    <a:pt x="10412753" y="69112"/>
                    <a:pt x="10486616" y="27598"/>
                    <a:pt x="10556943" y="9990"/>
                  </a:cubicBezTo>
                  <a:cubicBezTo>
                    <a:pt x="10639301" y="-10644"/>
                    <a:pt x="10719531" y="720"/>
                    <a:pt x="10795417" y="43764"/>
                  </a:cubicBezTo>
                  <a:cubicBezTo>
                    <a:pt x="10928261" y="119104"/>
                    <a:pt x="11014173" y="253285"/>
                    <a:pt x="11097253" y="383068"/>
                  </a:cubicBezTo>
                  <a:cubicBezTo>
                    <a:pt x="11119998" y="418583"/>
                    <a:pt x="11141476" y="452146"/>
                    <a:pt x="11163657" y="484037"/>
                  </a:cubicBezTo>
                  <a:cubicBezTo>
                    <a:pt x="11212770" y="554681"/>
                    <a:pt x="11284328" y="631059"/>
                    <a:pt x="11360073" y="711940"/>
                  </a:cubicBezTo>
                  <a:cubicBezTo>
                    <a:pt x="11442010" y="799418"/>
                    <a:pt x="11534871" y="898576"/>
                    <a:pt x="11613887" y="1006494"/>
                  </a:cubicBezTo>
                  <a:cubicBezTo>
                    <a:pt x="11704425" y="1130155"/>
                    <a:pt x="11763706" y="1247432"/>
                    <a:pt x="11795087" y="1365007"/>
                  </a:cubicBezTo>
                  <a:lnTo>
                    <a:pt x="11791376" y="1365992"/>
                  </a:lnTo>
                  <a:cubicBezTo>
                    <a:pt x="11721207" y="1103136"/>
                    <a:pt x="11527870" y="896711"/>
                    <a:pt x="11357277" y="714561"/>
                  </a:cubicBezTo>
                  <a:cubicBezTo>
                    <a:pt x="11281426" y="633575"/>
                    <a:pt x="11209797" y="557091"/>
                    <a:pt x="11160508" y="486236"/>
                  </a:cubicBezTo>
                  <a:cubicBezTo>
                    <a:pt x="11138275" y="454274"/>
                    <a:pt x="11116779" y="420694"/>
                    <a:pt x="11094016" y="385143"/>
                  </a:cubicBezTo>
                  <a:cubicBezTo>
                    <a:pt x="11011183" y="255765"/>
                    <a:pt x="10925534" y="121989"/>
                    <a:pt x="10793517" y="47124"/>
                  </a:cubicBezTo>
                  <a:cubicBezTo>
                    <a:pt x="10654429" y="-31752"/>
                    <a:pt x="10501796" y="-1743"/>
                    <a:pt x="10339857" y="136343"/>
                  </a:cubicBezTo>
                  <a:cubicBezTo>
                    <a:pt x="10202757" y="253267"/>
                    <a:pt x="10086589" y="421134"/>
                    <a:pt x="10001767" y="543687"/>
                  </a:cubicBezTo>
                  <a:cubicBezTo>
                    <a:pt x="9987994" y="563582"/>
                    <a:pt x="9974995" y="582369"/>
                    <a:pt x="9963103" y="599203"/>
                  </a:cubicBezTo>
                  <a:cubicBezTo>
                    <a:pt x="9773635" y="867054"/>
                    <a:pt x="9605241" y="1153533"/>
                    <a:pt x="9442388" y="1430584"/>
                  </a:cubicBezTo>
                  <a:cubicBezTo>
                    <a:pt x="9274733" y="1715815"/>
                    <a:pt x="9101343" y="2010773"/>
                    <a:pt x="8905331" y="2284587"/>
                  </a:cubicBezTo>
                  <a:cubicBezTo>
                    <a:pt x="8895200" y="2298748"/>
                    <a:pt x="8884662" y="2313576"/>
                    <a:pt x="8873739" y="2328933"/>
                  </a:cubicBezTo>
                  <a:cubicBezTo>
                    <a:pt x="8716867" y="2549694"/>
                    <a:pt x="8479781" y="2883317"/>
                    <a:pt x="8192229" y="2977021"/>
                  </a:cubicBezTo>
                  <a:cubicBezTo>
                    <a:pt x="8141093" y="2993714"/>
                    <a:pt x="8089870" y="3002070"/>
                    <a:pt x="8038962" y="3002070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9" name="任意多边形: 形状 1406"/>
            <p:cNvSpPr/>
            <p:nvPr>
              <p:custDataLst>
                <p:tags r:id="rId27"/>
              </p:custDataLst>
            </p:nvPr>
          </p:nvSpPr>
          <p:spPr>
            <a:xfrm>
              <a:off x="316541" y="2245264"/>
              <a:ext cx="11874174" cy="3113100"/>
            </a:xfrm>
            <a:custGeom>
              <a:avLst/>
              <a:gdLst>
                <a:gd name="connsiteX0" fmla="*/ 8155272 w 11874174"/>
                <a:gd name="connsiteY0" fmla="*/ 3113101 h 3113100"/>
                <a:gd name="connsiteX1" fmla="*/ 8008901 w 11874174"/>
                <a:gd name="connsiteY1" fmla="*/ 3089529 h 3113100"/>
                <a:gd name="connsiteX2" fmla="*/ 7743600 w 11874174"/>
                <a:gd name="connsiteY2" fmla="*/ 2927749 h 3113100"/>
                <a:gd name="connsiteX3" fmla="*/ 7536876 w 11874174"/>
                <a:gd name="connsiteY3" fmla="*/ 2698914 h 3113100"/>
                <a:gd name="connsiteX4" fmla="*/ 7018888 w 11874174"/>
                <a:gd name="connsiteY4" fmla="*/ 1888641 h 3113100"/>
                <a:gd name="connsiteX5" fmla="*/ 7007788 w 11874174"/>
                <a:gd name="connsiteY5" fmla="*/ 1869116 h 3113100"/>
                <a:gd name="connsiteX6" fmla="*/ 6864196 w 11874174"/>
                <a:gd name="connsiteY6" fmla="*/ 1613842 h 3113100"/>
                <a:gd name="connsiteX7" fmla="*/ 6504488 w 11874174"/>
                <a:gd name="connsiteY7" fmla="*/ 990081 h 3113100"/>
                <a:gd name="connsiteX8" fmla="*/ 5949506 w 11874174"/>
                <a:gd name="connsiteY8" fmla="*/ 255729 h 3113100"/>
                <a:gd name="connsiteX9" fmla="*/ 5423743 w 11874174"/>
                <a:gd name="connsiteY9" fmla="*/ 16568 h 3113100"/>
                <a:gd name="connsiteX10" fmla="*/ 5124017 w 11874174"/>
                <a:gd name="connsiteY10" fmla="*/ 251701 h 3113100"/>
                <a:gd name="connsiteX11" fmla="*/ 4986143 w 11874174"/>
                <a:gd name="connsiteY11" fmla="*/ 779716 h 3113100"/>
                <a:gd name="connsiteX12" fmla="*/ 4509492 w 11874174"/>
                <a:gd name="connsiteY12" fmla="*/ 2058354 h 3113100"/>
                <a:gd name="connsiteX13" fmla="*/ 4231720 w 11874174"/>
                <a:gd name="connsiteY13" fmla="*/ 2357394 h 3113100"/>
                <a:gd name="connsiteX14" fmla="*/ 3852468 w 11874174"/>
                <a:gd name="connsiteY14" fmla="*/ 2620706 h 3113100"/>
                <a:gd name="connsiteX15" fmla="*/ 3352791 w 11874174"/>
                <a:gd name="connsiteY15" fmla="*/ 2834572 h 3113100"/>
                <a:gd name="connsiteX16" fmla="*/ 2713674 w 11874174"/>
                <a:gd name="connsiteY16" fmla="*/ 2985305 h 3113100"/>
                <a:gd name="connsiteX17" fmla="*/ 1698419 w 11874174"/>
                <a:gd name="connsiteY17" fmla="*/ 3089741 h 3113100"/>
                <a:gd name="connsiteX18" fmla="*/ 847090 w 11874174"/>
                <a:gd name="connsiteY18" fmla="*/ 2872497 h 3113100"/>
                <a:gd name="connsiteX19" fmla="*/ 135236 w 11874174"/>
                <a:gd name="connsiteY19" fmla="*/ 2377693 h 3113100"/>
                <a:gd name="connsiteX20" fmla="*/ 0 w 11874174"/>
                <a:gd name="connsiteY20" fmla="*/ 2272080 h 3113100"/>
                <a:gd name="connsiteX21" fmla="*/ 2304 w 11874174"/>
                <a:gd name="connsiteY21" fmla="*/ 2269089 h 3113100"/>
                <a:gd name="connsiteX22" fmla="*/ 137558 w 11874174"/>
                <a:gd name="connsiteY22" fmla="*/ 2374738 h 3113100"/>
                <a:gd name="connsiteX23" fmla="*/ 1698208 w 11874174"/>
                <a:gd name="connsiteY23" fmla="*/ 3085994 h 3113100"/>
                <a:gd name="connsiteX24" fmla="*/ 2713059 w 11874174"/>
                <a:gd name="connsiteY24" fmla="*/ 2981612 h 3113100"/>
                <a:gd name="connsiteX25" fmla="*/ 4982414 w 11874174"/>
                <a:gd name="connsiteY25" fmla="*/ 779030 h 3113100"/>
                <a:gd name="connsiteX26" fmla="*/ 5120570 w 11874174"/>
                <a:gd name="connsiteY26" fmla="*/ 250153 h 3113100"/>
                <a:gd name="connsiteX27" fmla="*/ 5423356 w 11874174"/>
                <a:gd name="connsiteY27" fmla="*/ 12856 h 3113100"/>
                <a:gd name="connsiteX28" fmla="*/ 5952040 w 11874174"/>
                <a:gd name="connsiteY28" fmla="*/ 253003 h 3113100"/>
                <a:gd name="connsiteX29" fmla="*/ 6507672 w 11874174"/>
                <a:gd name="connsiteY29" fmla="*/ 988164 h 3113100"/>
                <a:gd name="connsiteX30" fmla="*/ 6867451 w 11874174"/>
                <a:gd name="connsiteY30" fmla="*/ 1612047 h 3113100"/>
                <a:gd name="connsiteX31" fmla="*/ 7011025 w 11874174"/>
                <a:gd name="connsiteY31" fmla="*/ 1867304 h 3113100"/>
                <a:gd name="connsiteX32" fmla="*/ 7022124 w 11874174"/>
                <a:gd name="connsiteY32" fmla="*/ 1886829 h 3113100"/>
                <a:gd name="connsiteX33" fmla="*/ 7539779 w 11874174"/>
                <a:gd name="connsiteY33" fmla="*/ 2696610 h 3113100"/>
                <a:gd name="connsiteX34" fmla="*/ 8009991 w 11874174"/>
                <a:gd name="connsiteY34" fmla="*/ 3085994 h 3113100"/>
                <a:gd name="connsiteX35" fmla="*/ 8310121 w 11874174"/>
                <a:gd name="connsiteY35" fmla="*/ 3083478 h 3113100"/>
                <a:gd name="connsiteX36" fmla="*/ 9000796 w 11874174"/>
                <a:gd name="connsiteY36" fmla="*/ 2406366 h 3113100"/>
                <a:gd name="connsiteX37" fmla="*/ 9028993 w 11874174"/>
                <a:gd name="connsiteY37" fmla="*/ 2365292 h 3113100"/>
                <a:gd name="connsiteX38" fmla="*/ 9566014 w 11874174"/>
                <a:gd name="connsiteY38" fmla="*/ 1480488 h 3113100"/>
                <a:gd name="connsiteX39" fmla="*/ 10087521 w 11874174"/>
                <a:gd name="connsiteY39" fmla="*/ 617971 h 3113100"/>
                <a:gd name="connsiteX40" fmla="*/ 10122544 w 11874174"/>
                <a:gd name="connsiteY40" fmla="*/ 565956 h 3113100"/>
                <a:gd name="connsiteX41" fmla="*/ 10465348 w 11874174"/>
                <a:gd name="connsiteY41" fmla="*/ 140212 h 3113100"/>
                <a:gd name="connsiteX42" fmla="*/ 10689891 w 11874174"/>
                <a:gd name="connsiteY42" fmla="*/ 10447 h 3113100"/>
                <a:gd name="connsiteX43" fmla="*/ 10934470 w 11874174"/>
                <a:gd name="connsiteY43" fmla="*/ 46472 h 3113100"/>
                <a:gd name="connsiteX44" fmla="*/ 11249130 w 11874174"/>
                <a:gd name="connsiteY44" fmla="*/ 417245 h 3113100"/>
                <a:gd name="connsiteX45" fmla="*/ 11304962 w 11874174"/>
                <a:gd name="connsiteY45" fmla="*/ 507960 h 3113100"/>
                <a:gd name="connsiteX46" fmla="*/ 11486162 w 11874174"/>
                <a:gd name="connsiteY46" fmla="*/ 744130 h 3113100"/>
                <a:gd name="connsiteX47" fmla="*/ 11874174 w 11874174"/>
                <a:gd name="connsiteY47" fmla="*/ 1377689 h 3113100"/>
                <a:gd name="connsiteX48" fmla="*/ 11870550 w 11874174"/>
                <a:gd name="connsiteY48" fmla="*/ 1378709 h 3113100"/>
                <a:gd name="connsiteX49" fmla="*/ 11483260 w 11874174"/>
                <a:gd name="connsiteY49" fmla="*/ 746523 h 3113100"/>
                <a:gd name="connsiteX50" fmla="*/ 11301796 w 11874174"/>
                <a:gd name="connsiteY50" fmla="*/ 509983 h 3113100"/>
                <a:gd name="connsiteX51" fmla="*/ 11245910 w 11874174"/>
                <a:gd name="connsiteY51" fmla="*/ 419198 h 3113100"/>
                <a:gd name="connsiteX52" fmla="*/ 10932570 w 11874174"/>
                <a:gd name="connsiteY52" fmla="*/ 49726 h 3113100"/>
                <a:gd name="connsiteX53" fmla="*/ 10125675 w 11874174"/>
                <a:gd name="connsiteY53" fmla="*/ 568067 h 3113100"/>
                <a:gd name="connsiteX54" fmla="*/ 10090635 w 11874174"/>
                <a:gd name="connsiteY54" fmla="*/ 620117 h 3113100"/>
                <a:gd name="connsiteX55" fmla="*/ 9569287 w 11874174"/>
                <a:gd name="connsiteY55" fmla="*/ 1482370 h 3113100"/>
                <a:gd name="connsiteX56" fmla="*/ 9032089 w 11874174"/>
                <a:gd name="connsiteY56" fmla="*/ 2367455 h 3113100"/>
                <a:gd name="connsiteX57" fmla="*/ 9003891 w 11874174"/>
                <a:gd name="connsiteY57" fmla="*/ 2408512 h 3113100"/>
                <a:gd name="connsiteX58" fmla="*/ 8311299 w 11874174"/>
                <a:gd name="connsiteY58" fmla="*/ 3087067 h 3113100"/>
                <a:gd name="connsiteX59" fmla="*/ 8155272 w 11874174"/>
                <a:gd name="connsiteY59" fmla="*/ 3113101 h 311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11874174" h="3113100">
                  <a:moveTo>
                    <a:pt x="8155272" y="3113101"/>
                  </a:moveTo>
                  <a:cubicBezTo>
                    <a:pt x="8106035" y="3113101"/>
                    <a:pt x="8057151" y="3105256"/>
                    <a:pt x="8008901" y="3089529"/>
                  </a:cubicBezTo>
                  <a:cubicBezTo>
                    <a:pt x="7918590" y="3060487"/>
                    <a:pt x="7831817" y="3007575"/>
                    <a:pt x="7743600" y="2927749"/>
                  </a:cubicBezTo>
                  <a:cubicBezTo>
                    <a:pt x="7664284" y="2855980"/>
                    <a:pt x="7594591" y="2771792"/>
                    <a:pt x="7536876" y="2698914"/>
                  </a:cubicBezTo>
                  <a:cubicBezTo>
                    <a:pt x="7335781" y="2446560"/>
                    <a:pt x="7174687" y="2162930"/>
                    <a:pt x="7018888" y="1888641"/>
                  </a:cubicBezTo>
                  <a:lnTo>
                    <a:pt x="7007788" y="1869116"/>
                  </a:lnTo>
                  <a:cubicBezTo>
                    <a:pt x="6959555" y="1784224"/>
                    <a:pt x="6911075" y="1697608"/>
                    <a:pt x="6864196" y="1613842"/>
                  </a:cubicBezTo>
                  <a:cubicBezTo>
                    <a:pt x="6748996" y="1408015"/>
                    <a:pt x="6629873" y="1195169"/>
                    <a:pt x="6504488" y="990081"/>
                  </a:cubicBezTo>
                  <a:cubicBezTo>
                    <a:pt x="6347228" y="732872"/>
                    <a:pt x="6174841" y="464318"/>
                    <a:pt x="5949506" y="255729"/>
                  </a:cubicBezTo>
                  <a:cubicBezTo>
                    <a:pt x="5826935" y="142939"/>
                    <a:pt x="5639086" y="-4558"/>
                    <a:pt x="5423743" y="16568"/>
                  </a:cubicBezTo>
                  <a:cubicBezTo>
                    <a:pt x="5287258" y="29955"/>
                    <a:pt x="5192023" y="104679"/>
                    <a:pt x="5124017" y="251701"/>
                  </a:cubicBezTo>
                  <a:cubicBezTo>
                    <a:pt x="5061606" y="386638"/>
                    <a:pt x="5026636" y="568788"/>
                    <a:pt x="4986143" y="779716"/>
                  </a:cubicBezTo>
                  <a:cubicBezTo>
                    <a:pt x="4912386" y="1163876"/>
                    <a:pt x="4820598" y="1641969"/>
                    <a:pt x="4509492" y="2058354"/>
                  </a:cubicBezTo>
                  <a:cubicBezTo>
                    <a:pt x="4428488" y="2166783"/>
                    <a:pt x="4335030" y="2267401"/>
                    <a:pt x="4231720" y="2357394"/>
                  </a:cubicBezTo>
                  <a:cubicBezTo>
                    <a:pt x="4119598" y="2455092"/>
                    <a:pt x="3991996" y="2543678"/>
                    <a:pt x="3852468" y="2620706"/>
                  </a:cubicBezTo>
                  <a:cubicBezTo>
                    <a:pt x="3702861" y="2703312"/>
                    <a:pt x="3534730" y="2775257"/>
                    <a:pt x="3352791" y="2834572"/>
                  </a:cubicBezTo>
                  <a:cubicBezTo>
                    <a:pt x="3159348" y="2897634"/>
                    <a:pt x="2944322" y="2948348"/>
                    <a:pt x="2713674" y="2985305"/>
                  </a:cubicBezTo>
                  <a:cubicBezTo>
                    <a:pt x="2399578" y="3036582"/>
                    <a:pt x="2057987" y="3071710"/>
                    <a:pt x="1698419" y="3089741"/>
                  </a:cubicBezTo>
                  <a:cubicBezTo>
                    <a:pt x="1423303" y="3103514"/>
                    <a:pt x="1144845" y="3032466"/>
                    <a:pt x="847090" y="2872497"/>
                  </a:cubicBezTo>
                  <a:cubicBezTo>
                    <a:pt x="587542" y="2733057"/>
                    <a:pt x="347255" y="2544258"/>
                    <a:pt x="135236" y="2377693"/>
                  </a:cubicBezTo>
                  <a:cubicBezTo>
                    <a:pt x="88410" y="2340894"/>
                    <a:pt x="44170" y="2306153"/>
                    <a:pt x="0" y="2272080"/>
                  </a:cubicBezTo>
                  <a:lnTo>
                    <a:pt x="2304" y="2269089"/>
                  </a:lnTo>
                  <a:cubicBezTo>
                    <a:pt x="46492" y="2303179"/>
                    <a:pt x="90732" y="2337938"/>
                    <a:pt x="137558" y="2374738"/>
                  </a:cubicBezTo>
                  <a:cubicBezTo>
                    <a:pt x="558394" y="2705370"/>
                    <a:pt x="1082082" y="3116883"/>
                    <a:pt x="1698208" y="3085994"/>
                  </a:cubicBezTo>
                  <a:cubicBezTo>
                    <a:pt x="2057653" y="3067981"/>
                    <a:pt x="2399085" y="3032870"/>
                    <a:pt x="2713059" y="2981612"/>
                  </a:cubicBezTo>
                  <a:cubicBezTo>
                    <a:pt x="4618149" y="2676293"/>
                    <a:pt x="4837362" y="1534544"/>
                    <a:pt x="4982414" y="779030"/>
                  </a:cubicBezTo>
                  <a:cubicBezTo>
                    <a:pt x="5022960" y="567873"/>
                    <a:pt x="5057965" y="385512"/>
                    <a:pt x="5120570" y="250153"/>
                  </a:cubicBezTo>
                  <a:cubicBezTo>
                    <a:pt x="5189190" y="101794"/>
                    <a:pt x="5285393" y="26384"/>
                    <a:pt x="5423356" y="12856"/>
                  </a:cubicBezTo>
                  <a:cubicBezTo>
                    <a:pt x="5640194" y="-8410"/>
                    <a:pt x="5828923" y="139719"/>
                    <a:pt x="5952040" y="253003"/>
                  </a:cubicBezTo>
                  <a:cubicBezTo>
                    <a:pt x="6177743" y="461925"/>
                    <a:pt x="6350289" y="730744"/>
                    <a:pt x="6507672" y="988164"/>
                  </a:cubicBezTo>
                  <a:cubicBezTo>
                    <a:pt x="6633092" y="1193322"/>
                    <a:pt x="6752233" y="1406185"/>
                    <a:pt x="6867451" y="1612047"/>
                  </a:cubicBezTo>
                  <a:cubicBezTo>
                    <a:pt x="6914330" y="1695814"/>
                    <a:pt x="6962809" y="1782429"/>
                    <a:pt x="7011025" y="1867304"/>
                  </a:cubicBezTo>
                  <a:lnTo>
                    <a:pt x="7022124" y="1886829"/>
                  </a:lnTo>
                  <a:cubicBezTo>
                    <a:pt x="7177854" y="2160995"/>
                    <a:pt x="7338877" y="2444484"/>
                    <a:pt x="7539779" y="2696610"/>
                  </a:cubicBezTo>
                  <a:cubicBezTo>
                    <a:pt x="7671180" y="2862559"/>
                    <a:pt x="7819098" y="3024585"/>
                    <a:pt x="8009991" y="3085994"/>
                  </a:cubicBezTo>
                  <a:cubicBezTo>
                    <a:pt x="8108234" y="3117973"/>
                    <a:pt x="8209204" y="3117147"/>
                    <a:pt x="8310121" y="3083478"/>
                  </a:cubicBezTo>
                  <a:cubicBezTo>
                    <a:pt x="8603689" y="2985763"/>
                    <a:pt x="8842657" y="2637083"/>
                    <a:pt x="9000796" y="2406366"/>
                  </a:cubicBezTo>
                  <a:cubicBezTo>
                    <a:pt x="9010523" y="2392170"/>
                    <a:pt x="9019917" y="2378449"/>
                    <a:pt x="9028993" y="2365292"/>
                  </a:cubicBezTo>
                  <a:cubicBezTo>
                    <a:pt x="9225057" y="2080923"/>
                    <a:pt x="9398394" y="1775675"/>
                    <a:pt x="9566014" y="1480488"/>
                  </a:cubicBezTo>
                  <a:cubicBezTo>
                    <a:pt x="9729079" y="1193322"/>
                    <a:pt x="9897702" y="896376"/>
                    <a:pt x="10087521" y="617971"/>
                  </a:cubicBezTo>
                  <a:cubicBezTo>
                    <a:pt x="10098322" y="602122"/>
                    <a:pt x="10110090" y="584549"/>
                    <a:pt x="10122544" y="565956"/>
                  </a:cubicBezTo>
                  <a:cubicBezTo>
                    <a:pt x="10203179" y="445478"/>
                    <a:pt x="10325064" y="263398"/>
                    <a:pt x="10465348" y="140212"/>
                  </a:cubicBezTo>
                  <a:cubicBezTo>
                    <a:pt x="10542359" y="72594"/>
                    <a:pt x="10617911" y="28934"/>
                    <a:pt x="10689891" y="10447"/>
                  </a:cubicBezTo>
                  <a:cubicBezTo>
                    <a:pt x="10774343" y="-11243"/>
                    <a:pt x="10856632" y="877"/>
                    <a:pt x="10934470" y="46472"/>
                  </a:cubicBezTo>
                  <a:cubicBezTo>
                    <a:pt x="11074896" y="128743"/>
                    <a:pt x="11167474" y="282009"/>
                    <a:pt x="11249130" y="417245"/>
                  </a:cubicBezTo>
                  <a:cubicBezTo>
                    <a:pt x="11268303" y="449014"/>
                    <a:pt x="11286439" y="479006"/>
                    <a:pt x="11304962" y="507960"/>
                  </a:cubicBezTo>
                  <a:cubicBezTo>
                    <a:pt x="11352386" y="582016"/>
                    <a:pt x="11417366" y="660769"/>
                    <a:pt x="11486162" y="744130"/>
                  </a:cubicBezTo>
                  <a:cubicBezTo>
                    <a:pt x="11635400" y="924996"/>
                    <a:pt x="11804569" y="1129979"/>
                    <a:pt x="11874174" y="1377689"/>
                  </a:cubicBezTo>
                  <a:lnTo>
                    <a:pt x="11870550" y="1378709"/>
                  </a:lnTo>
                  <a:cubicBezTo>
                    <a:pt x="11801155" y="1131773"/>
                    <a:pt x="11632269" y="927107"/>
                    <a:pt x="11483260" y="746523"/>
                  </a:cubicBezTo>
                  <a:cubicBezTo>
                    <a:pt x="11414393" y="663056"/>
                    <a:pt x="11349343" y="584232"/>
                    <a:pt x="11301796" y="509983"/>
                  </a:cubicBezTo>
                  <a:cubicBezTo>
                    <a:pt x="11283238" y="480993"/>
                    <a:pt x="11265102" y="450966"/>
                    <a:pt x="11245910" y="419198"/>
                  </a:cubicBezTo>
                  <a:cubicBezTo>
                    <a:pt x="11164467" y="284349"/>
                    <a:pt x="11072169" y="131522"/>
                    <a:pt x="10932570" y="49726"/>
                  </a:cubicBezTo>
                  <a:cubicBezTo>
                    <a:pt x="10602167" y="-143840"/>
                    <a:pt x="10292205" y="319266"/>
                    <a:pt x="10125675" y="568067"/>
                  </a:cubicBezTo>
                  <a:cubicBezTo>
                    <a:pt x="10113221" y="586677"/>
                    <a:pt x="10101453" y="604250"/>
                    <a:pt x="10090635" y="620117"/>
                  </a:cubicBezTo>
                  <a:cubicBezTo>
                    <a:pt x="9900886" y="898382"/>
                    <a:pt x="9732315" y="1195257"/>
                    <a:pt x="9569287" y="1482370"/>
                  </a:cubicBezTo>
                  <a:cubicBezTo>
                    <a:pt x="9401631" y="1777627"/>
                    <a:pt x="9228259" y="2082946"/>
                    <a:pt x="9032089" y="2367455"/>
                  </a:cubicBezTo>
                  <a:cubicBezTo>
                    <a:pt x="9023012" y="2380613"/>
                    <a:pt x="9013619" y="2394334"/>
                    <a:pt x="9003891" y="2408512"/>
                  </a:cubicBezTo>
                  <a:cubicBezTo>
                    <a:pt x="8845471" y="2639651"/>
                    <a:pt x="8606081" y="2988964"/>
                    <a:pt x="8311299" y="3087067"/>
                  </a:cubicBezTo>
                  <a:cubicBezTo>
                    <a:pt x="8259249" y="3104411"/>
                    <a:pt x="8207075" y="3113101"/>
                    <a:pt x="8155272" y="311310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" name="任意多边形: 形状 767"/>
            <p:cNvSpPr/>
            <p:nvPr>
              <p:custDataLst>
                <p:tags r:id="rId28"/>
              </p:custDataLst>
            </p:nvPr>
          </p:nvSpPr>
          <p:spPr>
            <a:xfrm>
              <a:off x="237437" y="2182363"/>
              <a:ext cx="11953349" cy="3224181"/>
            </a:xfrm>
            <a:custGeom>
              <a:avLst/>
              <a:gdLst>
                <a:gd name="connsiteX0" fmla="*/ 8271738 w 11953349"/>
                <a:gd name="connsiteY0" fmla="*/ 3224182 h 3224181"/>
                <a:gd name="connsiteX1" fmla="*/ 8121973 w 11953349"/>
                <a:gd name="connsiteY1" fmla="*/ 3199538 h 3224181"/>
                <a:gd name="connsiteX2" fmla="*/ 7852538 w 11953349"/>
                <a:gd name="connsiteY2" fmla="*/ 3030915 h 3224181"/>
                <a:gd name="connsiteX3" fmla="*/ 7643862 w 11953349"/>
                <a:gd name="connsiteY3" fmla="*/ 2792598 h 3224181"/>
                <a:gd name="connsiteX4" fmla="*/ 7123499 w 11953349"/>
                <a:gd name="connsiteY4" fmla="*/ 1946106 h 3224181"/>
                <a:gd name="connsiteX5" fmla="*/ 7114475 w 11953349"/>
                <a:gd name="connsiteY5" fmla="*/ 1929536 h 3224181"/>
                <a:gd name="connsiteX6" fmla="*/ 6976266 w 11953349"/>
                <a:gd name="connsiteY6" fmla="*/ 1673558 h 3224181"/>
                <a:gd name="connsiteX7" fmla="*/ 6612247 w 11953349"/>
                <a:gd name="connsiteY7" fmla="*/ 1017238 h 3224181"/>
                <a:gd name="connsiteX8" fmla="*/ 6053642 w 11953349"/>
                <a:gd name="connsiteY8" fmla="*/ 257098 h 3224181"/>
                <a:gd name="connsiteX9" fmla="*/ 5518151 w 11953349"/>
                <a:gd name="connsiteY9" fmla="*/ 11833 h 3224181"/>
                <a:gd name="connsiteX10" fmla="*/ 5225234 w 11953349"/>
                <a:gd name="connsiteY10" fmla="*/ 257169 h 3224181"/>
                <a:gd name="connsiteX11" fmla="*/ 5098230 w 11953349"/>
                <a:gd name="connsiteY11" fmla="*/ 803566 h 3224181"/>
                <a:gd name="connsiteX12" fmla="*/ 4633998 w 11953349"/>
                <a:gd name="connsiteY12" fmla="*/ 2150333 h 3224181"/>
                <a:gd name="connsiteX13" fmla="*/ 4352567 w 11953349"/>
                <a:gd name="connsiteY13" fmla="*/ 2465203 h 3224181"/>
                <a:gd name="connsiteX14" fmla="*/ 3964854 w 11953349"/>
                <a:gd name="connsiteY14" fmla="*/ 2741973 h 3224181"/>
                <a:gd name="connsiteX15" fmla="*/ 3450823 w 11953349"/>
                <a:gd name="connsiteY15" fmla="*/ 2965988 h 3224181"/>
                <a:gd name="connsiteX16" fmla="*/ 2790457 w 11953349"/>
                <a:gd name="connsiteY16" fmla="*/ 3122632 h 3224181"/>
                <a:gd name="connsiteX17" fmla="*/ 1751666 w 11953349"/>
                <a:gd name="connsiteY17" fmla="*/ 3220646 h 3224181"/>
                <a:gd name="connsiteX18" fmla="*/ 873581 w 11953349"/>
                <a:gd name="connsiteY18" fmla="*/ 2976683 h 3224181"/>
                <a:gd name="connsiteX19" fmla="*/ 137171 w 11953349"/>
                <a:gd name="connsiteY19" fmla="*/ 2440137 h 3224181"/>
                <a:gd name="connsiteX20" fmla="*/ 0 w 11953349"/>
                <a:gd name="connsiteY20" fmla="*/ 2328138 h 3224181"/>
                <a:gd name="connsiteX21" fmla="*/ 2322 w 11953349"/>
                <a:gd name="connsiteY21" fmla="*/ 2325253 h 3224181"/>
                <a:gd name="connsiteX22" fmla="*/ 139511 w 11953349"/>
                <a:gd name="connsiteY22" fmla="*/ 2437270 h 3224181"/>
                <a:gd name="connsiteX23" fmla="*/ 1751507 w 11953349"/>
                <a:gd name="connsiteY23" fmla="*/ 3216935 h 3224181"/>
                <a:gd name="connsiteX24" fmla="*/ 2789841 w 11953349"/>
                <a:gd name="connsiteY24" fmla="*/ 3118973 h 3224181"/>
                <a:gd name="connsiteX25" fmla="*/ 5094553 w 11953349"/>
                <a:gd name="connsiteY25" fmla="*/ 802950 h 3224181"/>
                <a:gd name="connsiteX26" fmla="*/ 5221803 w 11953349"/>
                <a:gd name="connsiteY26" fmla="*/ 255708 h 3224181"/>
                <a:gd name="connsiteX27" fmla="*/ 5517729 w 11953349"/>
                <a:gd name="connsiteY27" fmla="*/ 8139 h 3224181"/>
                <a:gd name="connsiteX28" fmla="*/ 6056175 w 11953349"/>
                <a:gd name="connsiteY28" fmla="*/ 254389 h 3224181"/>
                <a:gd name="connsiteX29" fmla="*/ 6615431 w 11953349"/>
                <a:gd name="connsiteY29" fmla="*/ 1015338 h 3224181"/>
                <a:gd name="connsiteX30" fmla="*/ 6979520 w 11953349"/>
                <a:gd name="connsiteY30" fmla="*/ 1671782 h 3224181"/>
                <a:gd name="connsiteX31" fmla="*/ 7117711 w 11953349"/>
                <a:gd name="connsiteY31" fmla="*/ 1927742 h 3224181"/>
                <a:gd name="connsiteX32" fmla="*/ 7126735 w 11953349"/>
                <a:gd name="connsiteY32" fmla="*/ 1944312 h 3224181"/>
                <a:gd name="connsiteX33" fmla="*/ 7646799 w 11953349"/>
                <a:gd name="connsiteY33" fmla="*/ 2790329 h 3224181"/>
                <a:gd name="connsiteX34" fmla="*/ 8123133 w 11953349"/>
                <a:gd name="connsiteY34" fmla="*/ 3196020 h 3224181"/>
                <a:gd name="connsiteX35" fmla="*/ 8429244 w 11953349"/>
                <a:gd name="connsiteY35" fmla="*/ 3193663 h 3224181"/>
                <a:gd name="connsiteX36" fmla="*/ 9131036 w 11953349"/>
                <a:gd name="connsiteY36" fmla="*/ 2485714 h 3224181"/>
                <a:gd name="connsiteX37" fmla="*/ 9155821 w 11953349"/>
                <a:gd name="connsiteY37" fmla="*/ 2448316 h 3224181"/>
                <a:gd name="connsiteX38" fmla="*/ 9693106 w 11953349"/>
                <a:gd name="connsiteY38" fmla="*/ 1532236 h 3224181"/>
                <a:gd name="connsiteX39" fmla="*/ 10215106 w 11953349"/>
                <a:gd name="connsiteY39" fmla="*/ 639041 h 3224181"/>
                <a:gd name="connsiteX40" fmla="*/ 10246452 w 11953349"/>
                <a:gd name="connsiteY40" fmla="*/ 590896 h 3224181"/>
                <a:gd name="connsiteX41" fmla="*/ 10593214 w 11953349"/>
                <a:gd name="connsiteY41" fmla="*/ 147333 h 3224181"/>
                <a:gd name="connsiteX42" fmla="*/ 10822805 w 11953349"/>
                <a:gd name="connsiteY42" fmla="*/ 10954 h 3224181"/>
                <a:gd name="connsiteX43" fmla="*/ 11073594 w 11953349"/>
                <a:gd name="connsiteY43" fmla="*/ 49213 h 3224181"/>
                <a:gd name="connsiteX44" fmla="*/ 11402326 w 11953349"/>
                <a:gd name="connsiteY44" fmla="*/ 455361 h 3224181"/>
                <a:gd name="connsiteX45" fmla="*/ 11446355 w 11953349"/>
                <a:gd name="connsiteY45" fmla="*/ 531898 h 3224181"/>
                <a:gd name="connsiteX46" fmla="*/ 11608293 w 11953349"/>
                <a:gd name="connsiteY46" fmla="*/ 771516 h 3224181"/>
                <a:gd name="connsiteX47" fmla="*/ 11953349 w 11953349"/>
                <a:gd name="connsiteY47" fmla="*/ 1390386 h 3224181"/>
                <a:gd name="connsiteX48" fmla="*/ 11949796 w 11953349"/>
                <a:gd name="connsiteY48" fmla="*/ 1391441 h 3224181"/>
                <a:gd name="connsiteX49" fmla="*/ 11605285 w 11953349"/>
                <a:gd name="connsiteY49" fmla="*/ 773662 h 3224181"/>
                <a:gd name="connsiteX50" fmla="*/ 11443153 w 11953349"/>
                <a:gd name="connsiteY50" fmla="*/ 533762 h 3224181"/>
                <a:gd name="connsiteX51" fmla="*/ 11399089 w 11953349"/>
                <a:gd name="connsiteY51" fmla="*/ 457173 h 3224181"/>
                <a:gd name="connsiteX52" fmla="*/ 11071676 w 11953349"/>
                <a:gd name="connsiteY52" fmla="*/ 52362 h 3224181"/>
                <a:gd name="connsiteX53" fmla="*/ 10595711 w 11953349"/>
                <a:gd name="connsiteY53" fmla="*/ 150060 h 3224181"/>
                <a:gd name="connsiteX54" fmla="*/ 10249583 w 11953349"/>
                <a:gd name="connsiteY54" fmla="*/ 592884 h 3224181"/>
                <a:gd name="connsiteX55" fmla="*/ 10218219 w 11953349"/>
                <a:gd name="connsiteY55" fmla="*/ 641064 h 3224181"/>
                <a:gd name="connsiteX56" fmla="*/ 9696378 w 11953349"/>
                <a:gd name="connsiteY56" fmla="*/ 1533995 h 3224181"/>
                <a:gd name="connsiteX57" fmla="*/ 9158917 w 11953349"/>
                <a:gd name="connsiteY57" fmla="*/ 2450339 h 3224181"/>
                <a:gd name="connsiteX58" fmla="*/ 9134132 w 11953349"/>
                <a:gd name="connsiteY58" fmla="*/ 2487719 h 3224181"/>
                <a:gd name="connsiteX59" fmla="*/ 8836975 w 11953349"/>
                <a:gd name="connsiteY59" fmla="*/ 2892583 h 3224181"/>
                <a:gd name="connsiteX60" fmla="*/ 8430457 w 11953349"/>
                <a:gd name="connsiteY60" fmla="*/ 3197128 h 3224181"/>
                <a:gd name="connsiteX61" fmla="*/ 8271738 w 11953349"/>
                <a:gd name="connsiteY61" fmla="*/ 3224182 h 322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1953349" h="3224181">
                  <a:moveTo>
                    <a:pt x="8271738" y="3224182"/>
                  </a:moveTo>
                  <a:cubicBezTo>
                    <a:pt x="8221395" y="3224182"/>
                    <a:pt x="8171384" y="3215967"/>
                    <a:pt x="8121973" y="3199538"/>
                  </a:cubicBezTo>
                  <a:cubicBezTo>
                    <a:pt x="8029992" y="3169212"/>
                    <a:pt x="7941845" y="3114048"/>
                    <a:pt x="7852538" y="3030915"/>
                  </a:cubicBezTo>
                  <a:cubicBezTo>
                    <a:pt x="7771868" y="2955803"/>
                    <a:pt x="7701770" y="2868290"/>
                    <a:pt x="7643862" y="2792598"/>
                  </a:cubicBezTo>
                  <a:cubicBezTo>
                    <a:pt x="7441043" y="2528740"/>
                    <a:pt x="7279615" y="2232551"/>
                    <a:pt x="7123499" y="1946106"/>
                  </a:cubicBezTo>
                  <a:lnTo>
                    <a:pt x="7114475" y="1929536"/>
                  </a:lnTo>
                  <a:cubicBezTo>
                    <a:pt x="7068071" y="1844398"/>
                    <a:pt x="7021403" y="1757553"/>
                    <a:pt x="6976266" y="1673558"/>
                  </a:cubicBezTo>
                  <a:cubicBezTo>
                    <a:pt x="6859887" y="1456949"/>
                    <a:pt x="6739533" y="1232968"/>
                    <a:pt x="6612247" y="1017238"/>
                  </a:cubicBezTo>
                  <a:cubicBezTo>
                    <a:pt x="6455111" y="750917"/>
                    <a:pt x="6282548" y="472846"/>
                    <a:pt x="6053642" y="257098"/>
                  </a:cubicBezTo>
                  <a:cubicBezTo>
                    <a:pt x="5928961" y="140121"/>
                    <a:pt x="5737822" y="-12582"/>
                    <a:pt x="5518151" y="11833"/>
                  </a:cubicBezTo>
                  <a:cubicBezTo>
                    <a:pt x="5383021" y="26856"/>
                    <a:pt x="5289949" y="104799"/>
                    <a:pt x="5225234" y="257169"/>
                  </a:cubicBezTo>
                  <a:cubicBezTo>
                    <a:pt x="5165830" y="397013"/>
                    <a:pt x="5134501" y="585426"/>
                    <a:pt x="5098230" y="803566"/>
                  </a:cubicBezTo>
                  <a:cubicBezTo>
                    <a:pt x="5030964" y="1208166"/>
                    <a:pt x="4947233" y="1711712"/>
                    <a:pt x="4633998" y="2150333"/>
                  </a:cubicBezTo>
                  <a:cubicBezTo>
                    <a:pt x="4552413" y="2264565"/>
                    <a:pt x="4457741" y="2370513"/>
                    <a:pt x="4352567" y="2465203"/>
                  </a:cubicBezTo>
                  <a:cubicBezTo>
                    <a:pt x="4238387" y="2568020"/>
                    <a:pt x="4107953" y="2661127"/>
                    <a:pt x="3964854" y="2741973"/>
                  </a:cubicBezTo>
                  <a:cubicBezTo>
                    <a:pt x="3811377" y="2828677"/>
                    <a:pt x="3638426" y="2904052"/>
                    <a:pt x="3450823" y="2965988"/>
                  </a:cubicBezTo>
                  <a:cubicBezTo>
                    <a:pt x="3251347" y="3031847"/>
                    <a:pt x="3029161" y="3084548"/>
                    <a:pt x="2790457" y="3122632"/>
                  </a:cubicBezTo>
                  <a:cubicBezTo>
                    <a:pt x="2472315" y="3174102"/>
                    <a:pt x="2122808" y="3207066"/>
                    <a:pt x="1751666" y="3220646"/>
                  </a:cubicBezTo>
                  <a:cubicBezTo>
                    <a:pt x="1468493" y="3231007"/>
                    <a:pt x="1181275" y="3151199"/>
                    <a:pt x="873581" y="2976683"/>
                  </a:cubicBezTo>
                  <a:cubicBezTo>
                    <a:pt x="605361" y="2824560"/>
                    <a:pt x="356631" y="2620334"/>
                    <a:pt x="137171" y="2440137"/>
                  </a:cubicBezTo>
                  <a:cubicBezTo>
                    <a:pt x="89677" y="2401139"/>
                    <a:pt x="44821" y="2364304"/>
                    <a:pt x="0" y="2328138"/>
                  </a:cubicBezTo>
                  <a:lnTo>
                    <a:pt x="2322" y="2325253"/>
                  </a:lnTo>
                  <a:cubicBezTo>
                    <a:pt x="47143" y="2361437"/>
                    <a:pt x="92016" y="2398271"/>
                    <a:pt x="139511" y="2437270"/>
                  </a:cubicBezTo>
                  <a:cubicBezTo>
                    <a:pt x="575158" y="2794955"/>
                    <a:pt x="1117351" y="3240119"/>
                    <a:pt x="1751507" y="3216935"/>
                  </a:cubicBezTo>
                  <a:cubicBezTo>
                    <a:pt x="2122492" y="3203372"/>
                    <a:pt x="2471840" y="3170408"/>
                    <a:pt x="2789841" y="3118973"/>
                  </a:cubicBezTo>
                  <a:cubicBezTo>
                    <a:pt x="4761776" y="2804366"/>
                    <a:pt x="4962027" y="1599942"/>
                    <a:pt x="5094553" y="802950"/>
                  </a:cubicBezTo>
                  <a:cubicBezTo>
                    <a:pt x="5130860" y="584564"/>
                    <a:pt x="5162224" y="395958"/>
                    <a:pt x="5221803" y="255708"/>
                  </a:cubicBezTo>
                  <a:cubicBezTo>
                    <a:pt x="5287099" y="101985"/>
                    <a:pt x="5381139" y="23320"/>
                    <a:pt x="5517729" y="8139"/>
                  </a:cubicBezTo>
                  <a:cubicBezTo>
                    <a:pt x="5738912" y="-16452"/>
                    <a:pt x="5930966" y="136902"/>
                    <a:pt x="6056175" y="254389"/>
                  </a:cubicBezTo>
                  <a:cubicBezTo>
                    <a:pt x="6285433" y="470471"/>
                    <a:pt x="6458154" y="748789"/>
                    <a:pt x="6615431" y="1015338"/>
                  </a:cubicBezTo>
                  <a:cubicBezTo>
                    <a:pt x="6742751" y="1231121"/>
                    <a:pt x="6863124" y="1455155"/>
                    <a:pt x="6979520" y="1671782"/>
                  </a:cubicBezTo>
                  <a:cubicBezTo>
                    <a:pt x="7024640" y="1755777"/>
                    <a:pt x="7071308" y="1842621"/>
                    <a:pt x="7117711" y="1927742"/>
                  </a:cubicBezTo>
                  <a:lnTo>
                    <a:pt x="7126735" y="1944312"/>
                  </a:lnTo>
                  <a:cubicBezTo>
                    <a:pt x="7282781" y="2230633"/>
                    <a:pt x="7444139" y="2526682"/>
                    <a:pt x="7646799" y="2790329"/>
                  </a:cubicBezTo>
                  <a:cubicBezTo>
                    <a:pt x="7778922" y="2963033"/>
                    <a:pt x="7928073" y="3131708"/>
                    <a:pt x="8123133" y="3196020"/>
                  </a:cubicBezTo>
                  <a:cubicBezTo>
                    <a:pt x="8223488" y="3229406"/>
                    <a:pt x="8326480" y="3228615"/>
                    <a:pt x="8429244" y="3193663"/>
                  </a:cubicBezTo>
                  <a:cubicBezTo>
                    <a:pt x="8730147" y="3091497"/>
                    <a:pt x="8971401" y="2726933"/>
                    <a:pt x="9131036" y="2485714"/>
                  </a:cubicBezTo>
                  <a:cubicBezTo>
                    <a:pt x="9139567" y="2472838"/>
                    <a:pt x="9147817" y="2460348"/>
                    <a:pt x="9155821" y="2448316"/>
                  </a:cubicBezTo>
                  <a:cubicBezTo>
                    <a:pt x="9352043" y="2153200"/>
                    <a:pt x="9525433" y="1837520"/>
                    <a:pt x="9693106" y="1532236"/>
                  </a:cubicBezTo>
                  <a:cubicBezTo>
                    <a:pt x="9856329" y="1235079"/>
                    <a:pt x="10025093" y="927808"/>
                    <a:pt x="10215106" y="639041"/>
                  </a:cubicBezTo>
                  <a:cubicBezTo>
                    <a:pt x="10224816" y="624265"/>
                    <a:pt x="10235335" y="608065"/>
                    <a:pt x="10246452" y="590896"/>
                  </a:cubicBezTo>
                  <a:cubicBezTo>
                    <a:pt x="10327544" y="465757"/>
                    <a:pt x="10450097" y="276659"/>
                    <a:pt x="10593214" y="147333"/>
                  </a:cubicBezTo>
                  <a:cubicBezTo>
                    <a:pt x="10671861" y="76267"/>
                    <a:pt x="10749119" y="30391"/>
                    <a:pt x="10822805" y="10954"/>
                  </a:cubicBezTo>
                  <a:cubicBezTo>
                    <a:pt x="10909386" y="-11861"/>
                    <a:pt x="10993750" y="998"/>
                    <a:pt x="11073594" y="49213"/>
                  </a:cubicBezTo>
                  <a:cubicBezTo>
                    <a:pt x="11222621" y="139206"/>
                    <a:pt x="11318084" y="307178"/>
                    <a:pt x="11402326" y="455361"/>
                  </a:cubicBezTo>
                  <a:cubicBezTo>
                    <a:pt x="11417489" y="482028"/>
                    <a:pt x="11431807" y="507236"/>
                    <a:pt x="11446355" y="531898"/>
                  </a:cubicBezTo>
                  <a:cubicBezTo>
                    <a:pt x="11491246" y="608012"/>
                    <a:pt x="11548099" y="687433"/>
                    <a:pt x="11608293" y="771516"/>
                  </a:cubicBezTo>
                  <a:cubicBezTo>
                    <a:pt x="11737478" y="951960"/>
                    <a:pt x="11883884" y="1156467"/>
                    <a:pt x="11953349" y="1390386"/>
                  </a:cubicBezTo>
                  <a:lnTo>
                    <a:pt x="11949796" y="1391441"/>
                  </a:lnTo>
                  <a:cubicBezTo>
                    <a:pt x="11880525" y="1158103"/>
                    <a:pt x="11734294" y="953859"/>
                    <a:pt x="11605285" y="773662"/>
                  </a:cubicBezTo>
                  <a:cubicBezTo>
                    <a:pt x="11545038" y="689509"/>
                    <a:pt x="11488132" y="610017"/>
                    <a:pt x="11443153" y="533762"/>
                  </a:cubicBezTo>
                  <a:cubicBezTo>
                    <a:pt x="11428589" y="509065"/>
                    <a:pt x="11414270" y="483858"/>
                    <a:pt x="11399089" y="457173"/>
                  </a:cubicBezTo>
                  <a:cubicBezTo>
                    <a:pt x="11315077" y="309377"/>
                    <a:pt x="11219876" y="141863"/>
                    <a:pt x="11071676" y="52362"/>
                  </a:cubicBezTo>
                  <a:cubicBezTo>
                    <a:pt x="10925376" y="-35995"/>
                    <a:pt x="10765231" y="-3119"/>
                    <a:pt x="10595711" y="150060"/>
                  </a:cubicBezTo>
                  <a:cubicBezTo>
                    <a:pt x="10452947" y="279051"/>
                    <a:pt x="10330569" y="467921"/>
                    <a:pt x="10249583" y="592884"/>
                  </a:cubicBezTo>
                  <a:cubicBezTo>
                    <a:pt x="10238448" y="610052"/>
                    <a:pt x="10227946" y="626271"/>
                    <a:pt x="10218219" y="641064"/>
                  </a:cubicBezTo>
                  <a:cubicBezTo>
                    <a:pt x="10028312" y="929690"/>
                    <a:pt x="9859565" y="1236909"/>
                    <a:pt x="9696378" y="1533995"/>
                  </a:cubicBezTo>
                  <a:cubicBezTo>
                    <a:pt x="9528652" y="1839349"/>
                    <a:pt x="9355227" y="2155099"/>
                    <a:pt x="9158917" y="2450339"/>
                  </a:cubicBezTo>
                  <a:cubicBezTo>
                    <a:pt x="9150931" y="2462371"/>
                    <a:pt x="9142664" y="2474843"/>
                    <a:pt x="9134132" y="2487719"/>
                  </a:cubicBezTo>
                  <a:cubicBezTo>
                    <a:pt x="9054535" y="2608003"/>
                    <a:pt x="8955482" y="2757699"/>
                    <a:pt x="8836975" y="2892583"/>
                  </a:cubicBezTo>
                  <a:cubicBezTo>
                    <a:pt x="8696690" y="3052270"/>
                    <a:pt x="8563724" y="3151885"/>
                    <a:pt x="8430457" y="3197128"/>
                  </a:cubicBezTo>
                  <a:cubicBezTo>
                    <a:pt x="8377475" y="3215176"/>
                    <a:pt x="8324439" y="3224182"/>
                    <a:pt x="8271738" y="3224182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1" name="任意多边形: 形状 768"/>
            <p:cNvSpPr/>
            <p:nvPr>
              <p:custDataLst>
                <p:tags r:id="rId29"/>
              </p:custDataLst>
            </p:nvPr>
          </p:nvSpPr>
          <p:spPr>
            <a:xfrm>
              <a:off x="158279" y="2119305"/>
              <a:ext cx="12032418" cy="3352113"/>
            </a:xfrm>
            <a:custGeom>
              <a:avLst/>
              <a:gdLst>
                <a:gd name="connsiteX0" fmla="*/ 1771437 w 12032418"/>
                <a:gd name="connsiteY0" fmla="*/ 3352114 h 3352113"/>
                <a:gd name="connsiteX1" fmla="*/ 901040 w 12032418"/>
                <a:gd name="connsiteY1" fmla="*/ 3081923 h 3352113"/>
                <a:gd name="connsiteX2" fmla="*/ 140689 w 12032418"/>
                <a:gd name="connsiteY2" fmla="*/ 2503915 h 3352113"/>
                <a:gd name="connsiteX3" fmla="*/ 0 w 12032418"/>
                <a:gd name="connsiteY3" fmla="*/ 2384335 h 3352113"/>
                <a:gd name="connsiteX4" fmla="*/ 2340 w 12032418"/>
                <a:gd name="connsiteY4" fmla="*/ 2381556 h 3352113"/>
                <a:gd name="connsiteX5" fmla="*/ 143046 w 12032418"/>
                <a:gd name="connsiteY5" fmla="*/ 2501154 h 3352113"/>
                <a:gd name="connsiteX6" fmla="*/ 1804824 w 12032418"/>
                <a:gd name="connsiteY6" fmla="*/ 3348050 h 3352113"/>
                <a:gd name="connsiteX7" fmla="*/ 2866642 w 12032418"/>
                <a:gd name="connsiteY7" fmla="*/ 3256509 h 3352113"/>
                <a:gd name="connsiteX8" fmla="*/ 5206060 w 12032418"/>
                <a:gd name="connsiteY8" fmla="*/ 826587 h 3352113"/>
                <a:gd name="connsiteX9" fmla="*/ 5322720 w 12032418"/>
                <a:gd name="connsiteY9" fmla="*/ 261228 h 3352113"/>
                <a:gd name="connsiteX10" fmla="*/ 5612102 w 12032418"/>
                <a:gd name="connsiteY10" fmla="*/ 3614 h 3352113"/>
                <a:gd name="connsiteX11" fmla="*/ 5909963 w 12032418"/>
                <a:gd name="connsiteY11" fmla="*/ 66729 h 3352113"/>
                <a:gd name="connsiteX12" fmla="*/ 6160294 w 12032418"/>
                <a:gd name="connsiteY12" fmla="*/ 255986 h 3352113"/>
                <a:gd name="connsiteX13" fmla="*/ 6723156 w 12032418"/>
                <a:gd name="connsiteY13" fmla="*/ 1042722 h 3352113"/>
                <a:gd name="connsiteX14" fmla="*/ 7079575 w 12032418"/>
                <a:gd name="connsiteY14" fmla="*/ 1710160 h 3352113"/>
                <a:gd name="connsiteX15" fmla="*/ 7224345 w 12032418"/>
                <a:gd name="connsiteY15" fmla="*/ 1988407 h 3352113"/>
                <a:gd name="connsiteX16" fmla="*/ 7753767 w 12032418"/>
                <a:gd name="connsiteY16" fmla="*/ 2884241 h 3352113"/>
                <a:gd name="connsiteX17" fmla="*/ 8236223 w 12032418"/>
                <a:gd name="connsiteY17" fmla="*/ 3306238 h 3352113"/>
                <a:gd name="connsiteX18" fmla="*/ 8548332 w 12032418"/>
                <a:gd name="connsiteY18" fmla="*/ 3304021 h 3352113"/>
                <a:gd name="connsiteX19" fmla="*/ 9261259 w 12032418"/>
                <a:gd name="connsiteY19" fmla="*/ 2564832 h 3352113"/>
                <a:gd name="connsiteX20" fmla="*/ 9282596 w 12032418"/>
                <a:gd name="connsiteY20" fmla="*/ 2531515 h 3352113"/>
                <a:gd name="connsiteX21" fmla="*/ 9820268 w 12032418"/>
                <a:gd name="connsiteY21" fmla="*/ 1584001 h 3352113"/>
                <a:gd name="connsiteX22" fmla="*/ 10342619 w 12032418"/>
                <a:gd name="connsiteY22" fmla="*/ 660304 h 3352113"/>
                <a:gd name="connsiteX23" fmla="*/ 10370254 w 12032418"/>
                <a:gd name="connsiteY23" fmla="*/ 616451 h 3352113"/>
                <a:gd name="connsiteX24" fmla="*/ 10720991 w 12032418"/>
                <a:gd name="connsiteY24" fmla="*/ 154699 h 3352113"/>
                <a:gd name="connsiteX25" fmla="*/ 10955684 w 12032418"/>
                <a:gd name="connsiteY25" fmla="*/ 11460 h 3352113"/>
                <a:gd name="connsiteX26" fmla="*/ 11212612 w 12032418"/>
                <a:gd name="connsiteY26" fmla="*/ 52146 h 3352113"/>
                <a:gd name="connsiteX27" fmla="*/ 11556331 w 12032418"/>
                <a:gd name="connsiteY27" fmla="*/ 497662 h 3352113"/>
                <a:gd name="connsiteX28" fmla="*/ 11587624 w 12032418"/>
                <a:gd name="connsiteY28" fmla="*/ 556028 h 3352113"/>
                <a:gd name="connsiteX29" fmla="*/ 11722139 w 12032418"/>
                <a:gd name="connsiteY29" fmla="*/ 784880 h 3352113"/>
                <a:gd name="connsiteX30" fmla="*/ 12032418 w 12032418"/>
                <a:gd name="connsiteY30" fmla="*/ 1403293 h 3352113"/>
                <a:gd name="connsiteX31" fmla="*/ 12028935 w 12032418"/>
                <a:gd name="connsiteY31" fmla="*/ 1404384 h 3352113"/>
                <a:gd name="connsiteX32" fmla="*/ 11719026 w 12032418"/>
                <a:gd name="connsiteY32" fmla="*/ 786762 h 3352113"/>
                <a:gd name="connsiteX33" fmla="*/ 11584423 w 12032418"/>
                <a:gd name="connsiteY33" fmla="*/ 557751 h 3352113"/>
                <a:gd name="connsiteX34" fmla="*/ 11553129 w 12032418"/>
                <a:gd name="connsiteY34" fmla="*/ 499351 h 3352113"/>
                <a:gd name="connsiteX35" fmla="*/ 11210712 w 12032418"/>
                <a:gd name="connsiteY35" fmla="*/ 55225 h 3352113"/>
                <a:gd name="connsiteX36" fmla="*/ 10723507 w 12032418"/>
                <a:gd name="connsiteY36" fmla="*/ 157338 h 3352113"/>
                <a:gd name="connsiteX37" fmla="*/ 10373367 w 12032418"/>
                <a:gd name="connsiteY37" fmla="*/ 618351 h 3352113"/>
                <a:gd name="connsiteX38" fmla="*/ 10345715 w 12032418"/>
                <a:gd name="connsiteY38" fmla="*/ 662222 h 3352113"/>
                <a:gd name="connsiteX39" fmla="*/ 9823505 w 12032418"/>
                <a:gd name="connsiteY39" fmla="*/ 1585672 h 3352113"/>
                <a:gd name="connsiteX40" fmla="*/ 9285674 w 12032418"/>
                <a:gd name="connsiteY40" fmla="*/ 2533450 h 3352113"/>
                <a:gd name="connsiteX41" fmla="*/ 9264337 w 12032418"/>
                <a:gd name="connsiteY41" fmla="*/ 2566766 h 3352113"/>
                <a:gd name="connsiteX42" fmla="*/ 8964524 w 12032418"/>
                <a:gd name="connsiteY42" fmla="*/ 2988447 h 3352113"/>
                <a:gd name="connsiteX43" fmla="*/ 8769990 w 12032418"/>
                <a:gd name="connsiteY43" fmla="*/ 3180782 h 3352113"/>
                <a:gd name="connsiteX44" fmla="*/ 8549527 w 12032418"/>
                <a:gd name="connsiteY44" fmla="*/ 3307434 h 3352113"/>
                <a:gd name="connsiteX45" fmla="*/ 8235062 w 12032418"/>
                <a:gd name="connsiteY45" fmla="*/ 3309650 h 3352113"/>
                <a:gd name="connsiteX46" fmla="*/ 7750865 w 12032418"/>
                <a:gd name="connsiteY46" fmla="*/ 2886369 h 3352113"/>
                <a:gd name="connsiteX47" fmla="*/ 7221143 w 12032418"/>
                <a:gd name="connsiteY47" fmla="*/ 1990043 h 3352113"/>
                <a:gd name="connsiteX48" fmla="*/ 7076356 w 12032418"/>
                <a:gd name="connsiteY48" fmla="*/ 1711778 h 3352113"/>
                <a:gd name="connsiteX49" fmla="*/ 6719989 w 12032418"/>
                <a:gd name="connsiteY49" fmla="*/ 1044464 h 3352113"/>
                <a:gd name="connsiteX50" fmla="*/ 6157778 w 12032418"/>
                <a:gd name="connsiteY50" fmla="*/ 258554 h 3352113"/>
                <a:gd name="connsiteX51" fmla="*/ 5612542 w 12032418"/>
                <a:gd name="connsiteY51" fmla="*/ 7168 h 3352113"/>
                <a:gd name="connsiteX52" fmla="*/ 5326098 w 12032418"/>
                <a:gd name="connsiteY52" fmla="*/ 262494 h 3352113"/>
                <a:gd name="connsiteX53" fmla="*/ 5209649 w 12032418"/>
                <a:gd name="connsiteY53" fmla="*/ 827045 h 3352113"/>
                <a:gd name="connsiteX54" fmla="*/ 4758187 w 12032418"/>
                <a:gd name="connsiteY54" fmla="*/ 2242186 h 3352113"/>
                <a:gd name="connsiteX55" fmla="*/ 4473203 w 12032418"/>
                <a:gd name="connsiteY55" fmla="*/ 2572958 h 3352113"/>
                <a:gd name="connsiteX56" fmla="*/ 4077099 w 12032418"/>
                <a:gd name="connsiteY56" fmla="*/ 2863255 h 3352113"/>
                <a:gd name="connsiteX57" fmla="*/ 3548803 w 12032418"/>
                <a:gd name="connsiteY57" fmla="*/ 3097473 h 3352113"/>
                <a:gd name="connsiteX58" fmla="*/ 2867205 w 12032418"/>
                <a:gd name="connsiteY58" fmla="*/ 3260045 h 3352113"/>
                <a:gd name="connsiteX59" fmla="*/ 1804895 w 12032418"/>
                <a:gd name="connsiteY59" fmla="*/ 3351639 h 3352113"/>
                <a:gd name="connsiteX60" fmla="*/ 1771437 w 12032418"/>
                <a:gd name="connsiteY60" fmla="*/ 3352114 h 335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2032418" h="3352113">
                  <a:moveTo>
                    <a:pt x="1771437" y="3352114"/>
                  </a:moveTo>
                  <a:cubicBezTo>
                    <a:pt x="1491326" y="3352114"/>
                    <a:pt x="1206218" y="3263545"/>
                    <a:pt x="901040" y="3081923"/>
                  </a:cubicBezTo>
                  <a:cubicBezTo>
                    <a:pt x="624411" y="2917293"/>
                    <a:pt x="367414" y="2697675"/>
                    <a:pt x="140689" y="2503915"/>
                  </a:cubicBezTo>
                  <a:cubicBezTo>
                    <a:pt x="91981" y="2462296"/>
                    <a:pt x="45982" y="2422981"/>
                    <a:pt x="0" y="2384335"/>
                  </a:cubicBezTo>
                  <a:lnTo>
                    <a:pt x="2340" y="2381556"/>
                  </a:lnTo>
                  <a:cubicBezTo>
                    <a:pt x="48321" y="2420202"/>
                    <a:pt x="94338" y="2459535"/>
                    <a:pt x="143046" y="2501154"/>
                  </a:cubicBezTo>
                  <a:cubicBezTo>
                    <a:pt x="593153" y="2885789"/>
                    <a:pt x="1153376" y="3364532"/>
                    <a:pt x="1804824" y="3348050"/>
                  </a:cubicBezTo>
                  <a:cubicBezTo>
                    <a:pt x="2182898" y="3339660"/>
                    <a:pt x="2540144" y="3308859"/>
                    <a:pt x="2866642" y="3256509"/>
                  </a:cubicBezTo>
                  <a:cubicBezTo>
                    <a:pt x="4905350" y="2932650"/>
                    <a:pt x="5086303" y="1665252"/>
                    <a:pt x="5206060" y="826587"/>
                  </a:cubicBezTo>
                  <a:cubicBezTo>
                    <a:pt x="5238251" y="601077"/>
                    <a:pt x="5266061" y="406314"/>
                    <a:pt x="5322720" y="261228"/>
                  </a:cubicBezTo>
                  <a:cubicBezTo>
                    <a:pt x="5384815" y="102244"/>
                    <a:pt x="5476761" y="20378"/>
                    <a:pt x="5612102" y="3614"/>
                  </a:cubicBezTo>
                  <a:cubicBezTo>
                    <a:pt x="5708006" y="-8277"/>
                    <a:pt x="5808219" y="12955"/>
                    <a:pt x="5909963" y="66729"/>
                  </a:cubicBezTo>
                  <a:cubicBezTo>
                    <a:pt x="5988786" y="108401"/>
                    <a:pt x="6070670" y="170302"/>
                    <a:pt x="6160294" y="255986"/>
                  </a:cubicBezTo>
                  <a:cubicBezTo>
                    <a:pt x="6390712" y="476923"/>
                    <a:pt x="6558015" y="754202"/>
                    <a:pt x="6723156" y="1042722"/>
                  </a:cubicBezTo>
                  <a:cubicBezTo>
                    <a:pt x="6847802" y="1262270"/>
                    <a:pt x="6965641" y="1489962"/>
                    <a:pt x="7079575" y="1710160"/>
                  </a:cubicBezTo>
                  <a:cubicBezTo>
                    <a:pt x="7126824" y="1801473"/>
                    <a:pt x="7175690" y="1895881"/>
                    <a:pt x="7224345" y="1988407"/>
                  </a:cubicBezTo>
                  <a:cubicBezTo>
                    <a:pt x="7381868" y="2290472"/>
                    <a:pt x="7544774" y="2602810"/>
                    <a:pt x="7753767" y="2884241"/>
                  </a:cubicBezTo>
                  <a:cubicBezTo>
                    <a:pt x="7886611" y="3063682"/>
                    <a:pt x="8037010" y="3239007"/>
                    <a:pt x="8236223" y="3306238"/>
                  </a:cubicBezTo>
                  <a:cubicBezTo>
                    <a:pt x="8338671" y="3341014"/>
                    <a:pt x="8443685" y="3340275"/>
                    <a:pt x="8548332" y="3304021"/>
                  </a:cubicBezTo>
                  <a:cubicBezTo>
                    <a:pt x="8856694" y="3197317"/>
                    <a:pt x="9109945" y="2801389"/>
                    <a:pt x="9261259" y="2564832"/>
                  </a:cubicBezTo>
                  <a:cubicBezTo>
                    <a:pt x="9268576" y="2553398"/>
                    <a:pt x="9275682" y="2542280"/>
                    <a:pt x="9282596" y="2531515"/>
                  </a:cubicBezTo>
                  <a:cubicBezTo>
                    <a:pt x="9478977" y="2225598"/>
                    <a:pt x="9652472" y="1899434"/>
                    <a:pt x="9820268" y="1584001"/>
                  </a:cubicBezTo>
                  <a:cubicBezTo>
                    <a:pt x="9983631" y="1276905"/>
                    <a:pt x="10152535" y="959361"/>
                    <a:pt x="10342619" y="660304"/>
                  </a:cubicBezTo>
                  <a:cubicBezTo>
                    <a:pt x="10351221" y="646759"/>
                    <a:pt x="10360473" y="632036"/>
                    <a:pt x="10370254" y="616451"/>
                  </a:cubicBezTo>
                  <a:cubicBezTo>
                    <a:pt x="10451786" y="486615"/>
                    <a:pt x="10574990" y="290393"/>
                    <a:pt x="10720991" y="154699"/>
                  </a:cubicBezTo>
                  <a:cubicBezTo>
                    <a:pt x="10801327" y="80045"/>
                    <a:pt x="10880291" y="31847"/>
                    <a:pt x="10955684" y="11460"/>
                  </a:cubicBezTo>
                  <a:cubicBezTo>
                    <a:pt x="11044394" y="-12516"/>
                    <a:pt x="11130851" y="1169"/>
                    <a:pt x="11212612" y="52146"/>
                  </a:cubicBezTo>
                  <a:cubicBezTo>
                    <a:pt x="11371366" y="150442"/>
                    <a:pt x="11469627" y="334914"/>
                    <a:pt x="11556331" y="497662"/>
                  </a:cubicBezTo>
                  <a:cubicBezTo>
                    <a:pt x="11567114" y="517909"/>
                    <a:pt x="11577298" y="537047"/>
                    <a:pt x="11587624" y="556028"/>
                  </a:cubicBezTo>
                  <a:cubicBezTo>
                    <a:pt x="11627678" y="629802"/>
                    <a:pt x="11673554" y="705125"/>
                    <a:pt x="11722139" y="784880"/>
                  </a:cubicBezTo>
                  <a:cubicBezTo>
                    <a:pt x="11834244" y="968930"/>
                    <a:pt x="11961317" y="1177554"/>
                    <a:pt x="12032418" y="1403293"/>
                  </a:cubicBezTo>
                  <a:lnTo>
                    <a:pt x="12028935" y="1404384"/>
                  </a:lnTo>
                  <a:cubicBezTo>
                    <a:pt x="11957975" y="1179049"/>
                    <a:pt x="11831025" y="970636"/>
                    <a:pt x="11719026" y="786762"/>
                  </a:cubicBezTo>
                  <a:cubicBezTo>
                    <a:pt x="11670423" y="706972"/>
                    <a:pt x="11624512" y="631596"/>
                    <a:pt x="11584423" y="557751"/>
                  </a:cubicBezTo>
                  <a:cubicBezTo>
                    <a:pt x="11574115" y="538753"/>
                    <a:pt x="11563912" y="519615"/>
                    <a:pt x="11553129" y="499351"/>
                  </a:cubicBezTo>
                  <a:cubicBezTo>
                    <a:pt x="11466654" y="337008"/>
                    <a:pt x="11368640" y="152993"/>
                    <a:pt x="11210712" y="55225"/>
                  </a:cubicBezTo>
                  <a:cubicBezTo>
                    <a:pt x="11060876" y="-38199"/>
                    <a:pt x="10896949" y="-3844"/>
                    <a:pt x="10723507" y="157338"/>
                  </a:cubicBezTo>
                  <a:cubicBezTo>
                    <a:pt x="10577857" y="292697"/>
                    <a:pt x="10454794" y="488673"/>
                    <a:pt x="10373367" y="618351"/>
                  </a:cubicBezTo>
                  <a:cubicBezTo>
                    <a:pt x="10363587" y="633936"/>
                    <a:pt x="10354334" y="648677"/>
                    <a:pt x="10345715" y="662222"/>
                  </a:cubicBezTo>
                  <a:cubicBezTo>
                    <a:pt x="10155702" y="961173"/>
                    <a:pt x="9986815" y="1278647"/>
                    <a:pt x="9823505" y="1585672"/>
                  </a:cubicBezTo>
                  <a:cubicBezTo>
                    <a:pt x="9655673" y="1901176"/>
                    <a:pt x="9482126" y="2227410"/>
                    <a:pt x="9285674" y="2533450"/>
                  </a:cubicBezTo>
                  <a:cubicBezTo>
                    <a:pt x="9278761" y="2544216"/>
                    <a:pt x="9271654" y="2555333"/>
                    <a:pt x="9264337" y="2566766"/>
                  </a:cubicBezTo>
                  <a:cubicBezTo>
                    <a:pt x="9184406" y="2691730"/>
                    <a:pt x="9084914" y="2847265"/>
                    <a:pt x="8964524" y="2988447"/>
                  </a:cubicBezTo>
                  <a:cubicBezTo>
                    <a:pt x="8899017" y="3065265"/>
                    <a:pt x="8833562" y="3129980"/>
                    <a:pt x="8769990" y="3180782"/>
                  </a:cubicBezTo>
                  <a:cubicBezTo>
                    <a:pt x="8696198" y="3239745"/>
                    <a:pt x="8622019" y="3282367"/>
                    <a:pt x="8549527" y="3307434"/>
                  </a:cubicBezTo>
                  <a:cubicBezTo>
                    <a:pt x="8444108" y="3343952"/>
                    <a:pt x="8338301" y="3344708"/>
                    <a:pt x="8235062" y="3309650"/>
                  </a:cubicBezTo>
                  <a:cubicBezTo>
                    <a:pt x="8034900" y="3242103"/>
                    <a:pt x="7884061" y="3066303"/>
                    <a:pt x="7750865" y="2886369"/>
                  </a:cubicBezTo>
                  <a:cubicBezTo>
                    <a:pt x="7541696" y="2604692"/>
                    <a:pt x="7378738" y="2292231"/>
                    <a:pt x="7221143" y="1990043"/>
                  </a:cubicBezTo>
                  <a:cubicBezTo>
                    <a:pt x="7172471" y="1897517"/>
                    <a:pt x="7123622" y="1803091"/>
                    <a:pt x="7076356" y="1711778"/>
                  </a:cubicBezTo>
                  <a:cubicBezTo>
                    <a:pt x="6962422" y="1491615"/>
                    <a:pt x="6844618" y="1263941"/>
                    <a:pt x="6719989" y="1044464"/>
                  </a:cubicBezTo>
                  <a:cubicBezTo>
                    <a:pt x="6554990" y="756190"/>
                    <a:pt x="6387827" y="479139"/>
                    <a:pt x="6157778" y="258554"/>
                  </a:cubicBezTo>
                  <a:cubicBezTo>
                    <a:pt x="6030986" y="137338"/>
                    <a:pt x="5836540" y="-20590"/>
                    <a:pt x="5612542" y="7168"/>
                  </a:cubicBezTo>
                  <a:cubicBezTo>
                    <a:pt x="5478678" y="23755"/>
                    <a:pt x="5387647" y="104901"/>
                    <a:pt x="5326098" y="262494"/>
                  </a:cubicBezTo>
                  <a:cubicBezTo>
                    <a:pt x="5269597" y="407176"/>
                    <a:pt x="5241804" y="601745"/>
                    <a:pt x="5209649" y="827045"/>
                  </a:cubicBezTo>
                  <a:cubicBezTo>
                    <a:pt x="5148961" y="1252138"/>
                    <a:pt x="5073409" y="1781191"/>
                    <a:pt x="4758187" y="2242186"/>
                  </a:cubicBezTo>
                  <a:cubicBezTo>
                    <a:pt x="4676075" y="2362259"/>
                    <a:pt x="4580189" y="2473554"/>
                    <a:pt x="4473203" y="2572958"/>
                  </a:cubicBezTo>
                  <a:cubicBezTo>
                    <a:pt x="4357017" y="2680912"/>
                    <a:pt x="4223751" y="2778574"/>
                    <a:pt x="4077099" y="2863255"/>
                  </a:cubicBezTo>
                  <a:cubicBezTo>
                    <a:pt x="3919770" y="2954093"/>
                    <a:pt x="3742035" y="3032898"/>
                    <a:pt x="3548803" y="3097473"/>
                  </a:cubicBezTo>
                  <a:cubicBezTo>
                    <a:pt x="3343310" y="3166147"/>
                    <a:pt x="3113982" y="3220853"/>
                    <a:pt x="2867205" y="3260045"/>
                  </a:cubicBezTo>
                  <a:cubicBezTo>
                    <a:pt x="2540548" y="3312429"/>
                    <a:pt x="2183126" y="3343231"/>
                    <a:pt x="1804895" y="3351639"/>
                  </a:cubicBezTo>
                  <a:cubicBezTo>
                    <a:pt x="1793777" y="3351973"/>
                    <a:pt x="1782607" y="3352114"/>
                    <a:pt x="1771437" y="3352114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2" name="任意多边形: 形状 769"/>
            <p:cNvSpPr/>
            <p:nvPr>
              <p:custDataLst>
                <p:tags r:id="rId30"/>
              </p:custDataLst>
            </p:nvPr>
          </p:nvSpPr>
          <p:spPr>
            <a:xfrm>
              <a:off x="79139" y="2051468"/>
              <a:ext cx="12111540" cy="3487639"/>
            </a:xfrm>
            <a:custGeom>
              <a:avLst/>
              <a:gdLst>
                <a:gd name="connsiteX0" fmla="*/ 1841817 w 12111540"/>
                <a:gd name="connsiteY0" fmla="*/ 3487640 h 3487639"/>
                <a:gd name="connsiteX1" fmla="*/ 927250 w 12111540"/>
                <a:gd name="connsiteY1" fmla="*/ 3190535 h 3487639"/>
                <a:gd name="connsiteX2" fmla="*/ 142149 w 12111540"/>
                <a:gd name="connsiteY2" fmla="*/ 2570610 h 3487639"/>
                <a:gd name="connsiteX3" fmla="*/ 0 w 12111540"/>
                <a:gd name="connsiteY3" fmla="*/ 2445365 h 3487639"/>
                <a:gd name="connsiteX4" fmla="*/ 2357 w 12111540"/>
                <a:gd name="connsiteY4" fmla="*/ 2442674 h 3487639"/>
                <a:gd name="connsiteX5" fmla="*/ 144524 w 12111540"/>
                <a:gd name="connsiteY5" fmla="*/ 2567936 h 3487639"/>
                <a:gd name="connsiteX6" fmla="*/ 1842186 w 12111540"/>
                <a:gd name="connsiteY6" fmla="*/ 3484069 h 3487639"/>
                <a:gd name="connsiteX7" fmla="*/ 1858141 w 12111540"/>
                <a:gd name="connsiteY7" fmla="*/ 3483963 h 3487639"/>
                <a:gd name="connsiteX8" fmla="*/ 2943460 w 12111540"/>
                <a:gd name="connsiteY8" fmla="*/ 3398843 h 3487639"/>
                <a:gd name="connsiteX9" fmla="*/ 5316986 w 12111540"/>
                <a:gd name="connsiteY9" fmla="*/ 854600 h 3487639"/>
                <a:gd name="connsiteX10" fmla="*/ 5423374 w 12111540"/>
                <a:gd name="connsiteY10" fmla="*/ 271368 h 3487639"/>
                <a:gd name="connsiteX11" fmla="*/ 5706511 w 12111540"/>
                <a:gd name="connsiteY11" fmla="*/ 3869 h 3487639"/>
                <a:gd name="connsiteX12" fmla="*/ 6010211 w 12111540"/>
                <a:gd name="connsiteY12" fmla="*/ 67195 h 3487639"/>
                <a:gd name="connsiteX13" fmla="*/ 6264447 w 12111540"/>
                <a:gd name="connsiteY13" fmla="*/ 262344 h 3487639"/>
                <a:gd name="connsiteX14" fmla="*/ 6577225 w 12111540"/>
                <a:gd name="connsiteY14" fmla="*/ 647911 h 3487639"/>
                <a:gd name="connsiteX15" fmla="*/ 6830933 w 12111540"/>
                <a:gd name="connsiteY15" fmla="*/ 1074869 h 3487639"/>
                <a:gd name="connsiteX16" fmla="*/ 7196552 w 12111540"/>
                <a:gd name="connsiteY16" fmla="*/ 1784875 h 3487639"/>
                <a:gd name="connsiteX17" fmla="*/ 7331049 w 12111540"/>
                <a:gd name="connsiteY17" fmla="*/ 2053817 h 3487639"/>
                <a:gd name="connsiteX18" fmla="*/ 7860805 w 12111540"/>
                <a:gd name="connsiteY18" fmla="*/ 2982914 h 3487639"/>
                <a:gd name="connsiteX19" fmla="*/ 8349365 w 12111540"/>
                <a:gd name="connsiteY19" fmla="*/ 3421218 h 3487639"/>
                <a:gd name="connsiteX20" fmla="*/ 8667455 w 12111540"/>
                <a:gd name="connsiteY20" fmla="*/ 3419159 h 3487639"/>
                <a:gd name="connsiteX21" fmla="*/ 9388949 w 12111540"/>
                <a:gd name="connsiteY21" fmla="*/ 2652441 h 3487639"/>
                <a:gd name="connsiteX22" fmla="*/ 9409423 w 12111540"/>
                <a:gd name="connsiteY22" fmla="*/ 2619476 h 3487639"/>
                <a:gd name="connsiteX23" fmla="*/ 9944387 w 12111540"/>
                <a:gd name="connsiteY23" fmla="*/ 1645523 h 3487639"/>
                <a:gd name="connsiteX24" fmla="*/ 10470221 w 12111540"/>
                <a:gd name="connsiteY24" fmla="*/ 686311 h 3487639"/>
                <a:gd name="connsiteX25" fmla="*/ 10494091 w 12111540"/>
                <a:gd name="connsiteY25" fmla="*/ 647207 h 3487639"/>
                <a:gd name="connsiteX26" fmla="*/ 10747659 w 12111540"/>
                <a:gd name="connsiteY26" fmla="*/ 276452 h 3487639"/>
                <a:gd name="connsiteX27" fmla="*/ 10915683 w 12111540"/>
                <a:gd name="connsiteY27" fmla="*/ 109201 h 3487639"/>
                <a:gd name="connsiteX28" fmla="*/ 11103216 w 12111540"/>
                <a:gd name="connsiteY28" fmla="*/ 13332 h 3487639"/>
                <a:gd name="connsiteX29" fmla="*/ 11351717 w 12111540"/>
                <a:gd name="connsiteY29" fmla="*/ 59842 h 3487639"/>
                <a:gd name="connsiteX30" fmla="*/ 11563050 w 12111540"/>
                <a:gd name="connsiteY30" fmla="*/ 280322 h 3487639"/>
                <a:gd name="connsiteX31" fmla="*/ 11712429 w 12111540"/>
                <a:gd name="connsiteY31" fmla="*/ 551691 h 3487639"/>
                <a:gd name="connsiteX32" fmla="*/ 11728964 w 12111540"/>
                <a:gd name="connsiteY32" fmla="*/ 584919 h 3487639"/>
                <a:gd name="connsiteX33" fmla="*/ 11799995 w 12111540"/>
                <a:gd name="connsiteY33" fmla="*/ 725309 h 3487639"/>
                <a:gd name="connsiteX34" fmla="*/ 12111541 w 12111540"/>
                <a:gd name="connsiteY34" fmla="*/ 1420980 h 3487639"/>
                <a:gd name="connsiteX35" fmla="*/ 12108146 w 12111540"/>
                <a:gd name="connsiteY35" fmla="*/ 1422123 h 3487639"/>
                <a:gd name="connsiteX36" fmla="*/ 11796811 w 12111540"/>
                <a:gd name="connsiteY36" fmla="*/ 726945 h 3487639"/>
                <a:gd name="connsiteX37" fmla="*/ 11725763 w 12111540"/>
                <a:gd name="connsiteY37" fmla="*/ 586538 h 3487639"/>
                <a:gd name="connsiteX38" fmla="*/ 11709210 w 12111540"/>
                <a:gd name="connsiteY38" fmla="*/ 553309 h 3487639"/>
                <a:gd name="connsiteX39" fmla="*/ 11349783 w 12111540"/>
                <a:gd name="connsiteY39" fmla="*/ 62885 h 3487639"/>
                <a:gd name="connsiteX40" fmla="*/ 11104026 w 12111540"/>
                <a:gd name="connsiteY40" fmla="*/ 16851 h 3487639"/>
                <a:gd name="connsiteX41" fmla="*/ 10750421 w 12111540"/>
                <a:gd name="connsiteY41" fmla="*/ 278774 h 3487639"/>
                <a:gd name="connsiteX42" fmla="*/ 10497152 w 12111540"/>
                <a:gd name="connsiteY42" fmla="*/ 649090 h 3487639"/>
                <a:gd name="connsiteX43" fmla="*/ 10473264 w 12111540"/>
                <a:gd name="connsiteY43" fmla="*/ 688193 h 3487639"/>
                <a:gd name="connsiteX44" fmla="*/ 9947571 w 12111540"/>
                <a:gd name="connsiteY44" fmla="*/ 1647177 h 3487639"/>
                <a:gd name="connsiteX45" fmla="*/ 9412467 w 12111540"/>
                <a:gd name="connsiteY45" fmla="*/ 2621376 h 3487639"/>
                <a:gd name="connsiteX46" fmla="*/ 9391974 w 12111540"/>
                <a:gd name="connsiteY46" fmla="*/ 2654341 h 3487639"/>
                <a:gd name="connsiteX47" fmla="*/ 9090032 w 12111540"/>
                <a:gd name="connsiteY47" fmla="*/ 3091149 h 3487639"/>
                <a:gd name="connsiteX48" fmla="*/ 8892877 w 12111540"/>
                <a:gd name="connsiteY48" fmla="*/ 3290960 h 3487639"/>
                <a:gd name="connsiteX49" fmla="*/ 8668651 w 12111540"/>
                <a:gd name="connsiteY49" fmla="*/ 3422537 h 3487639"/>
                <a:gd name="connsiteX50" fmla="*/ 8348204 w 12111540"/>
                <a:gd name="connsiteY50" fmla="*/ 3424613 h 3487639"/>
                <a:gd name="connsiteX51" fmla="*/ 7857903 w 12111540"/>
                <a:gd name="connsiteY51" fmla="*/ 2985008 h 3487639"/>
                <a:gd name="connsiteX52" fmla="*/ 7327866 w 12111540"/>
                <a:gd name="connsiteY52" fmla="*/ 2055436 h 3487639"/>
                <a:gd name="connsiteX53" fmla="*/ 7193368 w 12111540"/>
                <a:gd name="connsiteY53" fmla="*/ 1786476 h 3487639"/>
                <a:gd name="connsiteX54" fmla="*/ 6827819 w 12111540"/>
                <a:gd name="connsiteY54" fmla="*/ 1076593 h 3487639"/>
                <a:gd name="connsiteX55" fmla="*/ 6261985 w 12111540"/>
                <a:gd name="connsiteY55" fmla="*/ 264895 h 3487639"/>
                <a:gd name="connsiteX56" fmla="*/ 5707021 w 12111540"/>
                <a:gd name="connsiteY56" fmla="*/ 7404 h 3487639"/>
                <a:gd name="connsiteX57" fmla="*/ 5426768 w 12111540"/>
                <a:gd name="connsiteY57" fmla="*/ 272564 h 3487639"/>
                <a:gd name="connsiteX58" fmla="*/ 5320557 w 12111540"/>
                <a:gd name="connsiteY58" fmla="*/ 855022 h 3487639"/>
                <a:gd name="connsiteX59" fmla="*/ 4882183 w 12111540"/>
                <a:gd name="connsiteY59" fmla="*/ 2338731 h 3487639"/>
                <a:gd name="connsiteX60" fmla="*/ 4593733 w 12111540"/>
                <a:gd name="connsiteY60" fmla="*/ 2685494 h 3487639"/>
                <a:gd name="connsiteX61" fmla="*/ 4189327 w 12111540"/>
                <a:gd name="connsiteY61" fmla="*/ 2989405 h 3487639"/>
                <a:gd name="connsiteX62" fmla="*/ 3646817 w 12111540"/>
                <a:gd name="connsiteY62" fmla="*/ 3233878 h 3487639"/>
                <a:gd name="connsiteX63" fmla="*/ 2944040 w 12111540"/>
                <a:gd name="connsiteY63" fmla="*/ 3402396 h 3487639"/>
                <a:gd name="connsiteX64" fmla="*/ 1858211 w 12111540"/>
                <a:gd name="connsiteY64" fmla="*/ 3487569 h 3487639"/>
                <a:gd name="connsiteX65" fmla="*/ 1841817 w 12111540"/>
                <a:gd name="connsiteY65" fmla="*/ 3487640 h 3487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12111540" h="3487639">
                  <a:moveTo>
                    <a:pt x="1841817" y="3487640"/>
                  </a:moveTo>
                  <a:cubicBezTo>
                    <a:pt x="1548002" y="3487640"/>
                    <a:pt x="1248664" y="3390364"/>
                    <a:pt x="927250" y="3190535"/>
                  </a:cubicBezTo>
                  <a:cubicBezTo>
                    <a:pt x="641861" y="3013117"/>
                    <a:pt x="376385" y="2778019"/>
                    <a:pt x="142149" y="2570610"/>
                  </a:cubicBezTo>
                  <a:cubicBezTo>
                    <a:pt x="92948" y="2527038"/>
                    <a:pt x="46474" y="2485876"/>
                    <a:pt x="0" y="2445365"/>
                  </a:cubicBezTo>
                  <a:lnTo>
                    <a:pt x="2357" y="2442674"/>
                  </a:lnTo>
                  <a:cubicBezTo>
                    <a:pt x="48831" y="2483202"/>
                    <a:pt x="95306" y="2524364"/>
                    <a:pt x="144524" y="2567936"/>
                  </a:cubicBezTo>
                  <a:cubicBezTo>
                    <a:pt x="605836" y="2976423"/>
                    <a:pt x="1179146" y="3484069"/>
                    <a:pt x="1842186" y="3484069"/>
                  </a:cubicBezTo>
                  <a:cubicBezTo>
                    <a:pt x="1847534" y="3484069"/>
                    <a:pt x="1852776" y="3484033"/>
                    <a:pt x="1858141" y="3483963"/>
                  </a:cubicBezTo>
                  <a:cubicBezTo>
                    <a:pt x="2249530" y="3479741"/>
                    <a:pt x="2614675" y="3451104"/>
                    <a:pt x="2943460" y="3398843"/>
                  </a:cubicBezTo>
                  <a:cubicBezTo>
                    <a:pt x="5048888" y="3065766"/>
                    <a:pt x="5210229" y="1735112"/>
                    <a:pt x="5316986" y="854600"/>
                  </a:cubicBezTo>
                  <a:cubicBezTo>
                    <a:pt x="5345183" y="622035"/>
                    <a:pt x="5369529" y="421204"/>
                    <a:pt x="5423374" y="271368"/>
                  </a:cubicBezTo>
                  <a:cubicBezTo>
                    <a:pt x="5482372" y="107196"/>
                    <a:pt x="5572330" y="22198"/>
                    <a:pt x="5706511" y="3869"/>
                  </a:cubicBezTo>
                  <a:cubicBezTo>
                    <a:pt x="5804331" y="-9500"/>
                    <a:pt x="5906515" y="11820"/>
                    <a:pt x="6010211" y="67195"/>
                  </a:cubicBezTo>
                  <a:cubicBezTo>
                    <a:pt x="6090336" y="109992"/>
                    <a:pt x="6173504" y="173829"/>
                    <a:pt x="6264447" y="262344"/>
                  </a:cubicBezTo>
                  <a:cubicBezTo>
                    <a:pt x="6371820" y="367008"/>
                    <a:pt x="6474126" y="493132"/>
                    <a:pt x="6577225" y="647911"/>
                  </a:cubicBezTo>
                  <a:cubicBezTo>
                    <a:pt x="6673533" y="792505"/>
                    <a:pt x="6758688" y="944118"/>
                    <a:pt x="6830933" y="1074869"/>
                  </a:cubicBezTo>
                  <a:cubicBezTo>
                    <a:pt x="6959361" y="1308242"/>
                    <a:pt x="7079945" y="1550552"/>
                    <a:pt x="7196552" y="1784875"/>
                  </a:cubicBezTo>
                  <a:cubicBezTo>
                    <a:pt x="7240458" y="1873110"/>
                    <a:pt x="7285877" y="1964352"/>
                    <a:pt x="7331049" y="2053817"/>
                  </a:cubicBezTo>
                  <a:cubicBezTo>
                    <a:pt x="7488977" y="2367896"/>
                    <a:pt x="7652270" y="2692670"/>
                    <a:pt x="7860805" y="2982914"/>
                  </a:cubicBezTo>
                  <a:cubicBezTo>
                    <a:pt x="7994371" y="3169110"/>
                    <a:pt x="8146001" y="3351066"/>
                    <a:pt x="8349365" y="3421218"/>
                  </a:cubicBezTo>
                  <a:cubicBezTo>
                    <a:pt x="8453923" y="3457384"/>
                    <a:pt x="8560944" y="3456698"/>
                    <a:pt x="8667455" y="3419159"/>
                  </a:cubicBezTo>
                  <a:cubicBezTo>
                    <a:pt x="8981657" y="3308480"/>
                    <a:pt x="9236614" y="2897811"/>
                    <a:pt x="9388949" y="2652441"/>
                  </a:cubicBezTo>
                  <a:cubicBezTo>
                    <a:pt x="9395967" y="2641130"/>
                    <a:pt x="9402792" y="2630136"/>
                    <a:pt x="9409423" y="2619476"/>
                  </a:cubicBezTo>
                  <a:cubicBezTo>
                    <a:pt x="9604327" y="2304113"/>
                    <a:pt x="9777206" y="1969312"/>
                    <a:pt x="9944387" y="1645523"/>
                  </a:cubicBezTo>
                  <a:cubicBezTo>
                    <a:pt x="10108911" y="1326871"/>
                    <a:pt x="10279047" y="997365"/>
                    <a:pt x="10470221" y="686311"/>
                  </a:cubicBezTo>
                  <a:cubicBezTo>
                    <a:pt x="10477697" y="674139"/>
                    <a:pt x="10485665" y="661051"/>
                    <a:pt x="10494091" y="647207"/>
                  </a:cubicBezTo>
                  <a:cubicBezTo>
                    <a:pt x="10557135" y="543652"/>
                    <a:pt x="10643488" y="401819"/>
                    <a:pt x="10747659" y="276452"/>
                  </a:cubicBezTo>
                  <a:cubicBezTo>
                    <a:pt x="10804687" y="207813"/>
                    <a:pt x="10861223" y="151559"/>
                    <a:pt x="10915683" y="109201"/>
                  </a:cubicBezTo>
                  <a:cubicBezTo>
                    <a:pt x="10979414" y="59648"/>
                    <a:pt x="11042511" y="27387"/>
                    <a:pt x="11103216" y="13332"/>
                  </a:cubicBezTo>
                  <a:cubicBezTo>
                    <a:pt x="11188830" y="-6492"/>
                    <a:pt x="11272437" y="9163"/>
                    <a:pt x="11351717" y="59842"/>
                  </a:cubicBezTo>
                  <a:cubicBezTo>
                    <a:pt x="11427586" y="108181"/>
                    <a:pt x="11496716" y="180302"/>
                    <a:pt x="11563050" y="280322"/>
                  </a:cubicBezTo>
                  <a:cubicBezTo>
                    <a:pt x="11620958" y="367623"/>
                    <a:pt x="11669543" y="465409"/>
                    <a:pt x="11712429" y="551691"/>
                  </a:cubicBezTo>
                  <a:cubicBezTo>
                    <a:pt x="11718005" y="562896"/>
                    <a:pt x="11723512" y="573978"/>
                    <a:pt x="11728964" y="584919"/>
                  </a:cubicBezTo>
                  <a:cubicBezTo>
                    <a:pt x="11752043" y="631095"/>
                    <a:pt x="11775333" y="676848"/>
                    <a:pt x="11799995" y="725309"/>
                  </a:cubicBezTo>
                  <a:cubicBezTo>
                    <a:pt x="11912662" y="946616"/>
                    <a:pt x="12029182" y="1175434"/>
                    <a:pt x="12111541" y="1420980"/>
                  </a:cubicBezTo>
                  <a:lnTo>
                    <a:pt x="12108146" y="1422123"/>
                  </a:lnTo>
                  <a:cubicBezTo>
                    <a:pt x="12025857" y="1176841"/>
                    <a:pt x="11909408" y="948129"/>
                    <a:pt x="11796811" y="726945"/>
                  </a:cubicBezTo>
                  <a:cubicBezTo>
                    <a:pt x="11772131" y="678483"/>
                    <a:pt x="11748842" y="632713"/>
                    <a:pt x="11725763" y="586538"/>
                  </a:cubicBezTo>
                  <a:cubicBezTo>
                    <a:pt x="11720292" y="575596"/>
                    <a:pt x="11714787" y="564514"/>
                    <a:pt x="11709210" y="553309"/>
                  </a:cubicBezTo>
                  <a:cubicBezTo>
                    <a:pt x="11620097" y="373991"/>
                    <a:pt x="11519092" y="170750"/>
                    <a:pt x="11349783" y="62885"/>
                  </a:cubicBezTo>
                  <a:cubicBezTo>
                    <a:pt x="11271346" y="12734"/>
                    <a:pt x="11188671" y="-2763"/>
                    <a:pt x="11104026" y="16851"/>
                  </a:cubicBezTo>
                  <a:cubicBezTo>
                    <a:pt x="10992308" y="42726"/>
                    <a:pt x="10873343" y="130837"/>
                    <a:pt x="10750421" y="278774"/>
                  </a:cubicBezTo>
                  <a:cubicBezTo>
                    <a:pt x="10646425" y="403930"/>
                    <a:pt x="10560143" y="545640"/>
                    <a:pt x="10497152" y="649090"/>
                  </a:cubicBezTo>
                  <a:cubicBezTo>
                    <a:pt x="10488726" y="662933"/>
                    <a:pt x="10480757" y="676021"/>
                    <a:pt x="10473264" y="688193"/>
                  </a:cubicBezTo>
                  <a:cubicBezTo>
                    <a:pt x="10282178" y="999124"/>
                    <a:pt x="10112078" y="1328577"/>
                    <a:pt x="9947571" y="1647177"/>
                  </a:cubicBezTo>
                  <a:cubicBezTo>
                    <a:pt x="9780355" y="1971019"/>
                    <a:pt x="9607458" y="2305890"/>
                    <a:pt x="9412467" y="2621376"/>
                  </a:cubicBezTo>
                  <a:cubicBezTo>
                    <a:pt x="9405835" y="2632036"/>
                    <a:pt x="9398993" y="2643030"/>
                    <a:pt x="9391974" y="2654341"/>
                  </a:cubicBezTo>
                  <a:cubicBezTo>
                    <a:pt x="9311708" y="2783631"/>
                    <a:pt x="9211812" y="2944549"/>
                    <a:pt x="9090032" y="3091149"/>
                  </a:cubicBezTo>
                  <a:cubicBezTo>
                    <a:pt x="9023734" y="3170957"/>
                    <a:pt x="8957400" y="3238188"/>
                    <a:pt x="8892877" y="3290960"/>
                  </a:cubicBezTo>
                  <a:cubicBezTo>
                    <a:pt x="8817942" y="3352245"/>
                    <a:pt x="8742496" y="3396521"/>
                    <a:pt x="8668651" y="3422537"/>
                  </a:cubicBezTo>
                  <a:cubicBezTo>
                    <a:pt x="8561348" y="3460357"/>
                    <a:pt x="8453537" y="3461042"/>
                    <a:pt x="8348204" y="3424613"/>
                  </a:cubicBezTo>
                  <a:cubicBezTo>
                    <a:pt x="8143890" y="3354127"/>
                    <a:pt x="7991803" y="3171678"/>
                    <a:pt x="7857903" y="2985008"/>
                  </a:cubicBezTo>
                  <a:cubicBezTo>
                    <a:pt x="7649210" y="2694535"/>
                    <a:pt x="7485846" y="2369638"/>
                    <a:pt x="7327866" y="2055436"/>
                  </a:cubicBezTo>
                  <a:cubicBezTo>
                    <a:pt x="7282693" y="1965970"/>
                    <a:pt x="7237274" y="1874728"/>
                    <a:pt x="7193368" y="1786476"/>
                  </a:cubicBezTo>
                  <a:cubicBezTo>
                    <a:pt x="7076778" y="1552170"/>
                    <a:pt x="6956213" y="1309896"/>
                    <a:pt x="6827819" y="1076593"/>
                  </a:cubicBezTo>
                  <a:cubicBezTo>
                    <a:pt x="6670190" y="791309"/>
                    <a:pt x="6496660" y="493642"/>
                    <a:pt x="6261985" y="264895"/>
                  </a:cubicBezTo>
                  <a:cubicBezTo>
                    <a:pt x="6133064" y="139421"/>
                    <a:pt x="5935276" y="-23784"/>
                    <a:pt x="5707021" y="7404"/>
                  </a:cubicBezTo>
                  <a:cubicBezTo>
                    <a:pt x="5574300" y="25540"/>
                    <a:pt x="5485257" y="109799"/>
                    <a:pt x="5426768" y="272564"/>
                  </a:cubicBezTo>
                  <a:cubicBezTo>
                    <a:pt x="5373064" y="422013"/>
                    <a:pt x="5348737" y="622669"/>
                    <a:pt x="5320557" y="855022"/>
                  </a:cubicBezTo>
                  <a:cubicBezTo>
                    <a:pt x="5266518" y="1300661"/>
                    <a:pt x="5199287" y="1855255"/>
                    <a:pt x="4882183" y="2338731"/>
                  </a:cubicBezTo>
                  <a:cubicBezTo>
                    <a:pt x="4799578" y="2464679"/>
                    <a:pt x="4702531" y="2581340"/>
                    <a:pt x="4593733" y="2685494"/>
                  </a:cubicBezTo>
                  <a:cubicBezTo>
                    <a:pt x="4475560" y="2798618"/>
                    <a:pt x="4339497" y="2900854"/>
                    <a:pt x="4189327" y="2989405"/>
                  </a:cubicBezTo>
                  <a:cubicBezTo>
                    <a:pt x="4028197" y="3084394"/>
                    <a:pt x="3845660" y="3166648"/>
                    <a:pt x="3646817" y="3233878"/>
                  </a:cubicBezTo>
                  <a:cubicBezTo>
                    <a:pt x="3435309" y="3305384"/>
                    <a:pt x="3198857" y="3362078"/>
                    <a:pt x="2944040" y="3402396"/>
                  </a:cubicBezTo>
                  <a:cubicBezTo>
                    <a:pt x="2615097" y="3454675"/>
                    <a:pt x="2249777" y="3483330"/>
                    <a:pt x="1858211" y="3487569"/>
                  </a:cubicBezTo>
                  <a:cubicBezTo>
                    <a:pt x="1852741" y="3487604"/>
                    <a:pt x="1847270" y="3487640"/>
                    <a:pt x="1841817" y="3487640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3" name="任意多边形: 形状 770"/>
            <p:cNvSpPr/>
            <p:nvPr>
              <p:custDataLst>
                <p:tags r:id="rId31"/>
              </p:custDataLst>
            </p:nvPr>
          </p:nvSpPr>
          <p:spPr>
            <a:xfrm>
              <a:off x="0" y="1983176"/>
              <a:ext cx="12190575" cy="3623830"/>
            </a:xfrm>
            <a:custGeom>
              <a:avLst/>
              <a:gdLst>
                <a:gd name="connsiteX0" fmla="*/ 1911423 w 12190575"/>
                <a:gd name="connsiteY0" fmla="*/ 3623831 h 3623830"/>
                <a:gd name="connsiteX1" fmla="*/ 953513 w 12190575"/>
                <a:gd name="connsiteY1" fmla="*/ 3299550 h 3623830"/>
                <a:gd name="connsiteX2" fmla="*/ 143697 w 12190575"/>
                <a:gd name="connsiteY2" fmla="*/ 2637635 h 3623830"/>
                <a:gd name="connsiteX3" fmla="*/ 0 w 12190575"/>
                <a:gd name="connsiteY3" fmla="*/ 2506814 h 3623830"/>
                <a:gd name="connsiteX4" fmla="*/ 2357 w 12190575"/>
                <a:gd name="connsiteY4" fmla="*/ 2504193 h 3623830"/>
                <a:gd name="connsiteX5" fmla="*/ 146072 w 12190575"/>
                <a:gd name="connsiteY5" fmla="*/ 2635032 h 3623830"/>
                <a:gd name="connsiteX6" fmla="*/ 1911423 w 12190575"/>
                <a:gd name="connsiteY6" fmla="*/ 3620313 h 3623830"/>
                <a:gd name="connsiteX7" fmla="*/ 4843062 w 12190575"/>
                <a:gd name="connsiteY7" fmla="*/ 2653168 h 3623830"/>
                <a:gd name="connsiteX8" fmla="*/ 5427296 w 12190575"/>
                <a:gd name="connsiteY8" fmla="*/ 882680 h 3623830"/>
                <a:gd name="connsiteX9" fmla="*/ 5523674 w 12190575"/>
                <a:gd name="connsiteY9" fmla="*/ 281787 h 3623830"/>
                <a:gd name="connsiteX10" fmla="*/ 5800849 w 12190575"/>
                <a:gd name="connsiteY10" fmla="*/ 4578 h 3623830"/>
                <a:gd name="connsiteX11" fmla="*/ 6110389 w 12190575"/>
                <a:gd name="connsiteY11" fmla="*/ 68098 h 3623830"/>
                <a:gd name="connsiteX12" fmla="*/ 6368548 w 12190575"/>
                <a:gd name="connsiteY12" fmla="*/ 269175 h 3623830"/>
                <a:gd name="connsiteX13" fmla="*/ 6938640 w 12190575"/>
                <a:gd name="connsiteY13" fmla="*/ 1107487 h 3623830"/>
                <a:gd name="connsiteX14" fmla="*/ 7312773 w 12190575"/>
                <a:gd name="connsiteY14" fmla="*/ 1860116 h 3623830"/>
                <a:gd name="connsiteX15" fmla="*/ 7437666 w 12190575"/>
                <a:gd name="connsiteY15" fmla="*/ 2119699 h 3623830"/>
                <a:gd name="connsiteX16" fmla="*/ 7440058 w 12190575"/>
                <a:gd name="connsiteY16" fmla="*/ 2124642 h 3623830"/>
                <a:gd name="connsiteX17" fmla="*/ 7967739 w 12190575"/>
                <a:gd name="connsiteY17" fmla="*/ 3082060 h 3623830"/>
                <a:gd name="connsiteX18" fmla="*/ 8462419 w 12190575"/>
                <a:gd name="connsiteY18" fmla="*/ 3536687 h 3623830"/>
                <a:gd name="connsiteX19" fmla="*/ 8620980 w 12190575"/>
                <a:gd name="connsiteY19" fmla="*/ 3564498 h 3623830"/>
                <a:gd name="connsiteX20" fmla="*/ 9521757 w 12190575"/>
                <a:gd name="connsiteY20" fmla="*/ 2731991 h 3623830"/>
                <a:gd name="connsiteX21" fmla="*/ 9536163 w 12190575"/>
                <a:gd name="connsiteY21" fmla="*/ 2707962 h 3623830"/>
                <a:gd name="connsiteX22" fmla="*/ 10074962 w 12190575"/>
                <a:gd name="connsiteY22" fmla="*/ 1696981 h 3623830"/>
                <a:gd name="connsiteX23" fmla="*/ 10597700 w 12190575"/>
                <a:gd name="connsiteY23" fmla="*/ 712844 h 3623830"/>
                <a:gd name="connsiteX24" fmla="*/ 10617770 w 12190575"/>
                <a:gd name="connsiteY24" fmla="*/ 678929 h 3623830"/>
                <a:gd name="connsiteX25" fmla="*/ 11237696 w 12190575"/>
                <a:gd name="connsiteY25" fmla="*/ 18985 h 3623830"/>
                <a:gd name="connsiteX26" fmla="*/ 11490700 w 12190575"/>
                <a:gd name="connsiteY26" fmla="*/ 68062 h 3623830"/>
                <a:gd name="connsiteX27" fmla="*/ 11870058 w 12190575"/>
                <a:gd name="connsiteY27" fmla="*/ 614020 h 3623830"/>
                <a:gd name="connsiteX28" fmla="*/ 11870199 w 12190575"/>
                <a:gd name="connsiteY28" fmla="*/ 614337 h 3623830"/>
                <a:gd name="connsiteX29" fmla="*/ 12164735 w 12190575"/>
                <a:gd name="connsiteY29" fmla="*/ 1367088 h 3623830"/>
                <a:gd name="connsiteX30" fmla="*/ 12190575 w 12190575"/>
                <a:gd name="connsiteY30" fmla="*/ 1439157 h 3623830"/>
                <a:gd name="connsiteX31" fmla="*/ 12187268 w 12190575"/>
                <a:gd name="connsiteY31" fmla="*/ 1440353 h 3623830"/>
                <a:gd name="connsiteX32" fmla="*/ 12161428 w 12190575"/>
                <a:gd name="connsiteY32" fmla="*/ 1368285 h 3623830"/>
                <a:gd name="connsiteX33" fmla="*/ 11866998 w 12190575"/>
                <a:gd name="connsiteY33" fmla="*/ 615814 h 3623830"/>
                <a:gd name="connsiteX34" fmla="*/ 11866857 w 12190575"/>
                <a:gd name="connsiteY34" fmla="*/ 615497 h 3623830"/>
                <a:gd name="connsiteX35" fmla="*/ 11488783 w 12190575"/>
                <a:gd name="connsiteY35" fmla="*/ 71018 h 3623830"/>
                <a:gd name="connsiteX36" fmla="*/ 11238487 w 12190575"/>
                <a:gd name="connsiteY36" fmla="*/ 22415 h 3623830"/>
                <a:gd name="connsiteX37" fmla="*/ 10620813 w 12190575"/>
                <a:gd name="connsiteY37" fmla="*/ 680723 h 3623830"/>
                <a:gd name="connsiteX38" fmla="*/ 10600725 w 12190575"/>
                <a:gd name="connsiteY38" fmla="*/ 714638 h 3623830"/>
                <a:gd name="connsiteX39" fmla="*/ 10078110 w 12190575"/>
                <a:gd name="connsiteY39" fmla="*/ 1698547 h 3623830"/>
                <a:gd name="connsiteX40" fmla="*/ 9539189 w 12190575"/>
                <a:gd name="connsiteY40" fmla="*/ 2709774 h 3623830"/>
                <a:gd name="connsiteX41" fmla="*/ 9524783 w 12190575"/>
                <a:gd name="connsiteY41" fmla="*/ 2733803 h 3623830"/>
                <a:gd name="connsiteX42" fmla="*/ 8621086 w 12190575"/>
                <a:gd name="connsiteY42" fmla="*/ 3568051 h 3623830"/>
                <a:gd name="connsiteX43" fmla="*/ 8461259 w 12190575"/>
                <a:gd name="connsiteY43" fmla="*/ 3540012 h 3623830"/>
                <a:gd name="connsiteX44" fmla="*/ 8179406 w 12190575"/>
                <a:gd name="connsiteY44" fmla="*/ 3350844 h 3623830"/>
                <a:gd name="connsiteX45" fmla="*/ 7964854 w 12190575"/>
                <a:gd name="connsiteY45" fmla="*/ 3084083 h 3623830"/>
                <a:gd name="connsiteX46" fmla="*/ 7436891 w 12190575"/>
                <a:gd name="connsiteY46" fmla="*/ 2126190 h 3623830"/>
                <a:gd name="connsiteX47" fmla="*/ 7434499 w 12190575"/>
                <a:gd name="connsiteY47" fmla="*/ 2121247 h 3623830"/>
                <a:gd name="connsiteX48" fmla="*/ 7309589 w 12190575"/>
                <a:gd name="connsiteY48" fmla="*/ 1861646 h 3623830"/>
                <a:gd name="connsiteX49" fmla="*/ 6935526 w 12190575"/>
                <a:gd name="connsiteY49" fmla="*/ 1109158 h 3623830"/>
                <a:gd name="connsiteX50" fmla="*/ 6366068 w 12190575"/>
                <a:gd name="connsiteY50" fmla="*/ 271690 h 3623830"/>
                <a:gd name="connsiteX51" fmla="*/ 5801359 w 12190575"/>
                <a:gd name="connsiteY51" fmla="*/ 8079 h 3623830"/>
                <a:gd name="connsiteX52" fmla="*/ 5526999 w 12190575"/>
                <a:gd name="connsiteY52" fmla="*/ 282913 h 3623830"/>
                <a:gd name="connsiteX53" fmla="*/ 5430779 w 12190575"/>
                <a:gd name="connsiteY53" fmla="*/ 883067 h 3623830"/>
                <a:gd name="connsiteX54" fmla="*/ 5290846 w 12190575"/>
                <a:gd name="connsiteY54" fmla="*/ 1763403 h 3623830"/>
                <a:gd name="connsiteX55" fmla="*/ 4845735 w 12190575"/>
                <a:gd name="connsiteY55" fmla="*/ 2655454 h 3623830"/>
                <a:gd name="connsiteX56" fmla="*/ 4420484 w 12190575"/>
                <a:gd name="connsiteY56" fmla="*/ 3039385 h 3623830"/>
                <a:gd name="connsiteX57" fmla="*/ 3813153 w 12190575"/>
                <a:gd name="connsiteY57" fmla="*/ 3346446 h 3623830"/>
                <a:gd name="connsiteX58" fmla="*/ 2988544 w 12190575"/>
                <a:gd name="connsiteY58" fmla="*/ 3550092 h 3623830"/>
                <a:gd name="connsiteX59" fmla="*/ 1911423 w 12190575"/>
                <a:gd name="connsiteY59" fmla="*/ 3623831 h 3623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12190575" h="3623830">
                  <a:moveTo>
                    <a:pt x="1911423" y="3623831"/>
                  </a:moveTo>
                  <a:cubicBezTo>
                    <a:pt x="1604239" y="3623831"/>
                    <a:pt x="1290899" y="3517760"/>
                    <a:pt x="953513" y="3299550"/>
                  </a:cubicBezTo>
                  <a:cubicBezTo>
                    <a:pt x="659399" y="3109325"/>
                    <a:pt x="385426" y="2858731"/>
                    <a:pt x="143697" y="2637635"/>
                  </a:cubicBezTo>
                  <a:cubicBezTo>
                    <a:pt x="93969" y="2592146"/>
                    <a:pt x="46984" y="2549172"/>
                    <a:pt x="0" y="2506814"/>
                  </a:cubicBezTo>
                  <a:lnTo>
                    <a:pt x="2357" y="2504193"/>
                  </a:lnTo>
                  <a:cubicBezTo>
                    <a:pt x="49359" y="2546569"/>
                    <a:pt x="96343" y="2589543"/>
                    <a:pt x="146072" y="2635032"/>
                  </a:cubicBezTo>
                  <a:cubicBezTo>
                    <a:pt x="626012" y="3074004"/>
                    <a:pt x="1223299" y="3620313"/>
                    <a:pt x="1911423" y="3620313"/>
                  </a:cubicBezTo>
                  <a:cubicBezTo>
                    <a:pt x="3339669" y="3620313"/>
                    <a:pt x="4298617" y="3303947"/>
                    <a:pt x="4843062" y="2653168"/>
                  </a:cubicBezTo>
                  <a:cubicBezTo>
                    <a:pt x="5303564" y="2102725"/>
                    <a:pt x="5372167" y="1426245"/>
                    <a:pt x="5427296" y="882680"/>
                  </a:cubicBezTo>
                  <a:cubicBezTo>
                    <a:pt x="5451588" y="643150"/>
                    <a:pt x="5472574" y="436303"/>
                    <a:pt x="5523674" y="281787"/>
                  </a:cubicBezTo>
                  <a:cubicBezTo>
                    <a:pt x="5579665" y="112514"/>
                    <a:pt x="5667741" y="24420"/>
                    <a:pt x="5800849" y="4578"/>
                  </a:cubicBezTo>
                  <a:cubicBezTo>
                    <a:pt x="5900569" y="-10286"/>
                    <a:pt x="6004706" y="11087"/>
                    <a:pt x="6110389" y="68098"/>
                  </a:cubicBezTo>
                  <a:cubicBezTo>
                    <a:pt x="6191833" y="112039"/>
                    <a:pt x="6276268" y="177810"/>
                    <a:pt x="6368548" y="269175"/>
                  </a:cubicBezTo>
                  <a:cubicBezTo>
                    <a:pt x="6608289" y="506577"/>
                    <a:pt x="6781644" y="813479"/>
                    <a:pt x="6938640" y="1107487"/>
                  </a:cubicBezTo>
                  <a:cubicBezTo>
                    <a:pt x="7070639" y="1354687"/>
                    <a:pt x="7193738" y="1611632"/>
                    <a:pt x="7312773" y="1860116"/>
                  </a:cubicBezTo>
                  <a:cubicBezTo>
                    <a:pt x="7353565" y="1945272"/>
                    <a:pt x="7395748" y="2033330"/>
                    <a:pt x="7437666" y="2119699"/>
                  </a:cubicBezTo>
                  <a:lnTo>
                    <a:pt x="7440058" y="2124642"/>
                  </a:lnTo>
                  <a:cubicBezTo>
                    <a:pt x="7597176" y="2448343"/>
                    <a:pt x="7759642" y="2783056"/>
                    <a:pt x="7967739" y="3082060"/>
                  </a:cubicBezTo>
                  <a:cubicBezTo>
                    <a:pt x="8102025" y="3274993"/>
                    <a:pt x="8254886" y="3463581"/>
                    <a:pt x="8462419" y="3536687"/>
                  </a:cubicBezTo>
                  <a:cubicBezTo>
                    <a:pt x="8516545" y="3555756"/>
                    <a:pt x="8569476" y="3564498"/>
                    <a:pt x="8620980" y="3564498"/>
                  </a:cubicBezTo>
                  <a:cubicBezTo>
                    <a:pt x="9022837" y="3564498"/>
                    <a:pt x="9341207" y="3033264"/>
                    <a:pt x="9521757" y="2731991"/>
                  </a:cubicBezTo>
                  <a:cubicBezTo>
                    <a:pt x="9526665" y="2723811"/>
                    <a:pt x="9531467" y="2715790"/>
                    <a:pt x="9536163" y="2707962"/>
                  </a:cubicBezTo>
                  <a:cubicBezTo>
                    <a:pt x="9732878" y="2380286"/>
                    <a:pt x="9906778" y="2032908"/>
                    <a:pt x="10074962" y="1696981"/>
                  </a:cubicBezTo>
                  <a:cubicBezTo>
                    <a:pt x="10238536" y="1370219"/>
                    <a:pt x="10407687" y="1032323"/>
                    <a:pt x="10597700" y="712844"/>
                  </a:cubicBezTo>
                  <a:cubicBezTo>
                    <a:pt x="10604032" y="702184"/>
                    <a:pt x="10610734" y="690855"/>
                    <a:pt x="10617770" y="678929"/>
                  </a:cubicBezTo>
                  <a:cubicBezTo>
                    <a:pt x="10741185" y="470006"/>
                    <a:pt x="10970918" y="81132"/>
                    <a:pt x="11237696" y="18985"/>
                  </a:cubicBezTo>
                  <a:cubicBezTo>
                    <a:pt x="11324804" y="-1315"/>
                    <a:pt x="11409943" y="15203"/>
                    <a:pt x="11490700" y="68062"/>
                  </a:cubicBezTo>
                  <a:cubicBezTo>
                    <a:pt x="11674346" y="188258"/>
                    <a:pt x="11782862" y="424341"/>
                    <a:pt x="11870058" y="614020"/>
                  </a:cubicBezTo>
                  <a:lnTo>
                    <a:pt x="11870199" y="614337"/>
                  </a:lnTo>
                  <a:cubicBezTo>
                    <a:pt x="11982743" y="859197"/>
                    <a:pt x="12075269" y="1117391"/>
                    <a:pt x="12164735" y="1367088"/>
                  </a:cubicBezTo>
                  <a:cubicBezTo>
                    <a:pt x="12173354" y="1391117"/>
                    <a:pt x="12181956" y="1415146"/>
                    <a:pt x="12190575" y="1439157"/>
                  </a:cubicBezTo>
                  <a:lnTo>
                    <a:pt x="12187268" y="1440353"/>
                  </a:lnTo>
                  <a:cubicBezTo>
                    <a:pt x="12178649" y="1416342"/>
                    <a:pt x="12170029" y="1392313"/>
                    <a:pt x="12161428" y="1368285"/>
                  </a:cubicBezTo>
                  <a:cubicBezTo>
                    <a:pt x="12071980" y="1118657"/>
                    <a:pt x="11979489" y="860534"/>
                    <a:pt x="11866998" y="615814"/>
                  </a:cubicBezTo>
                  <a:lnTo>
                    <a:pt x="11866857" y="615497"/>
                  </a:lnTo>
                  <a:cubicBezTo>
                    <a:pt x="11779854" y="426223"/>
                    <a:pt x="11671584" y="190651"/>
                    <a:pt x="11488783" y="71018"/>
                  </a:cubicBezTo>
                  <a:cubicBezTo>
                    <a:pt x="11408852" y="18703"/>
                    <a:pt x="11324646" y="2344"/>
                    <a:pt x="11238487" y="22415"/>
                  </a:cubicBezTo>
                  <a:cubicBezTo>
                    <a:pt x="10973169" y="84210"/>
                    <a:pt x="10743947" y="472258"/>
                    <a:pt x="10620813" y="680723"/>
                  </a:cubicBezTo>
                  <a:cubicBezTo>
                    <a:pt x="10613760" y="692649"/>
                    <a:pt x="10607076" y="703995"/>
                    <a:pt x="10600725" y="714638"/>
                  </a:cubicBezTo>
                  <a:cubicBezTo>
                    <a:pt x="10410782" y="1034011"/>
                    <a:pt x="10241649" y="1371838"/>
                    <a:pt x="10078110" y="1698547"/>
                  </a:cubicBezTo>
                  <a:cubicBezTo>
                    <a:pt x="9909910" y="2034544"/>
                    <a:pt x="9735974" y="2381992"/>
                    <a:pt x="9539189" y="2709774"/>
                  </a:cubicBezTo>
                  <a:cubicBezTo>
                    <a:pt x="9534493" y="2717602"/>
                    <a:pt x="9529690" y="2725623"/>
                    <a:pt x="9524783" y="2733803"/>
                  </a:cubicBezTo>
                  <a:cubicBezTo>
                    <a:pt x="9343829" y="3035709"/>
                    <a:pt x="9024772" y="3568051"/>
                    <a:pt x="8621086" y="3568051"/>
                  </a:cubicBezTo>
                  <a:cubicBezTo>
                    <a:pt x="8569177" y="3568051"/>
                    <a:pt x="8515860" y="3559256"/>
                    <a:pt x="8461259" y="3540012"/>
                  </a:cubicBezTo>
                  <a:cubicBezTo>
                    <a:pt x="8364212" y="3505834"/>
                    <a:pt x="8272020" y="3443950"/>
                    <a:pt x="8179406" y="3350844"/>
                  </a:cubicBezTo>
                  <a:cubicBezTo>
                    <a:pt x="8094672" y="3265653"/>
                    <a:pt x="8023396" y="3168183"/>
                    <a:pt x="7964854" y="3084083"/>
                  </a:cubicBezTo>
                  <a:cubicBezTo>
                    <a:pt x="7756582" y="2784850"/>
                    <a:pt x="7594063" y="2450015"/>
                    <a:pt x="7436891" y="2126190"/>
                  </a:cubicBezTo>
                  <a:lnTo>
                    <a:pt x="7434499" y="2121247"/>
                  </a:lnTo>
                  <a:cubicBezTo>
                    <a:pt x="7392564" y="2034860"/>
                    <a:pt x="7350381" y="1946802"/>
                    <a:pt x="7309589" y="1861646"/>
                  </a:cubicBezTo>
                  <a:cubicBezTo>
                    <a:pt x="7190571" y="1613198"/>
                    <a:pt x="7067490" y="1356270"/>
                    <a:pt x="6935526" y="1109158"/>
                  </a:cubicBezTo>
                  <a:cubicBezTo>
                    <a:pt x="6778654" y="815396"/>
                    <a:pt x="6605458" y="508740"/>
                    <a:pt x="6366068" y="271690"/>
                  </a:cubicBezTo>
                  <a:cubicBezTo>
                    <a:pt x="6235018" y="141925"/>
                    <a:pt x="6033906" y="-26610"/>
                    <a:pt x="5801359" y="8079"/>
                  </a:cubicBezTo>
                  <a:cubicBezTo>
                    <a:pt x="5669711" y="27710"/>
                    <a:pt x="5582533" y="115047"/>
                    <a:pt x="5526999" y="282913"/>
                  </a:cubicBezTo>
                  <a:cubicBezTo>
                    <a:pt x="5476004" y="437059"/>
                    <a:pt x="5455054" y="643748"/>
                    <a:pt x="5430779" y="883067"/>
                  </a:cubicBezTo>
                  <a:cubicBezTo>
                    <a:pt x="5403531" y="1151727"/>
                    <a:pt x="5372642" y="1456237"/>
                    <a:pt x="5290846" y="1763403"/>
                  </a:cubicBezTo>
                  <a:cubicBezTo>
                    <a:pt x="5196209" y="2118767"/>
                    <a:pt x="5050612" y="2410559"/>
                    <a:pt x="4845735" y="2655454"/>
                  </a:cubicBezTo>
                  <a:cubicBezTo>
                    <a:pt x="4725451" y="2799222"/>
                    <a:pt x="4582388" y="2928407"/>
                    <a:pt x="4420484" y="3039385"/>
                  </a:cubicBezTo>
                  <a:cubicBezTo>
                    <a:pt x="4244315" y="3160145"/>
                    <a:pt x="4039983" y="3263454"/>
                    <a:pt x="3813153" y="3346446"/>
                  </a:cubicBezTo>
                  <a:cubicBezTo>
                    <a:pt x="3569348" y="3435630"/>
                    <a:pt x="3291911" y="3504145"/>
                    <a:pt x="2988544" y="3550092"/>
                  </a:cubicBezTo>
                  <a:cubicBezTo>
                    <a:pt x="2665353" y="3599011"/>
                    <a:pt x="2302953" y="3623831"/>
                    <a:pt x="1911423" y="3623831"/>
                  </a:cubicBezTo>
                  <a:close/>
                </a:path>
              </a:pathLst>
            </a:custGeom>
            <a:grpFill/>
            <a:ln w="175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2" name="26"/>
          <p:cNvCxnSpPr/>
          <p:nvPr>
            <p:custDataLst>
              <p:tags r:id="rId32"/>
            </p:custDataLst>
          </p:nvPr>
        </p:nvCxnSpPr>
        <p:spPr>
          <a:xfrm>
            <a:off x="3096640" y="450188"/>
            <a:ext cx="3183563" cy="0"/>
          </a:xfrm>
          <a:prstGeom prst="line">
            <a:avLst/>
          </a:prstGeom>
          <a:ln w="12700">
            <a:gradFill>
              <a:gsLst>
                <a:gs pos="34000">
                  <a:srgbClr val="3884C0"/>
                </a:gs>
                <a:gs pos="100000">
                  <a:srgbClr val="50B99A">
                    <a:alpha val="0"/>
                  </a:srgbClr>
                </a:gs>
              </a:gsLst>
              <a:lin ang="0" scaled="0"/>
            </a:gra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19860" y="246745"/>
            <a:ext cx="406400" cy="406400"/>
            <a:chOff x="1061" y="-1328"/>
            <a:chExt cx="640" cy="640"/>
          </a:xfrm>
        </p:grpSpPr>
        <p:sp>
          <p:nvSpPr>
            <p:cNvPr id="4" name="27"/>
            <p:cNvSpPr/>
            <p:nvPr>
              <p:custDataLst>
                <p:tags r:id="rId33"/>
              </p:custDataLst>
            </p:nvPr>
          </p:nvSpPr>
          <p:spPr>
            <a:xfrm>
              <a:off x="1061" y="-1328"/>
              <a:ext cx="641" cy="641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rgbClr val="0E4F92"/>
                  </a:gs>
                  <a:gs pos="100000">
                    <a:srgbClr val="50B99A"/>
                  </a:gs>
                </a:gsLst>
                <a:path path="circle">
                  <a:fillToRect r="100000" b="100000"/>
                </a:path>
                <a:tileRect l="-100000" t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" name="28"/>
            <p:cNvSpPr/>
            <p:nvPr>
              <p:custDataLst>
                <p:tags r:id="rId34"/>
              </p:custDataLst>
            </p:nvPr>
          </p:nvSpPr>
          <p:spPr>
            <a:xfrm>
              <a:off x="1146" y="-1243"/>
              <a:ext cx="471" cy="471"/>
            </a:xfrm>
            <a:custGeom>
              <a:avLst/>
              <a:gdLst>
                <a:gd name="connsiteX0" fmla="*/ 203577 w 407154"/>
                <a:gd name="connsiteY0" fmla="*/ 0 h 407154"/>
                <a:gd name="connsiteX1" fmla="*/ 407154 w 407154"/>
                <a:gd name="connsiteY1" fmla="*/ 203577 h 407154"/>
                <a:gd name="connsiteX2" fmla="*/ 203577 w 407154"/>
                <a:gd name="connsiteY2" fmla="*/ 407154 h 407154"/>
                <a:gd name="connsiteX3" fmla="*/ 0 w 407154"/>
                <a:gd name="connsiteY3" fmla="*/ 203577 h 407154"/>
                <a:gd name="connsiteX4" fmla="*/ 203577 w 407154"/>
                <a:gd name="connsiteY4" fmla="*/ 0 h 407154"/>
                <a:gd name="connsiteX5" fmla="*/ 203576 w 407154"/>
                <a:gd name="connsiteY5" fmla="*/ 113987 h 407154"/>
                <a:gd name="connsiteX6" fmla="*/ 113987 w 407154"/>
                <a:gd name="connsiteY6" fmla="*/ 203576 h 407154"/>
                <a:gd name="connsiteX7" fmla="*/ 203576 w 407154"/>
                <a:gd name="connsiteY7" fmla="*/ 293165 h 407154"/>
                <a:gd name="connsiteX8" fmla="*/ 293165 w 407154"/>
                <a:gd name="connsiteY8" fmla="*/ 203576 h 407154"/>
                <a:gd name="connsiteX9" fmla="*/ 203576 w 407154"/>
                <a:gd name="connsiteY9" fmla="*/ 113987 h 407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154" h="407154">
                  <a:moveTo>
                    <a:pt x="203577" y="0"/>
                  </a:moveTo>
                  <a:cubicBezTo>
                    <a:pt x="316009" y="0"/>
                    <a:pt x="407154" y="91145"/>
                    <a:pt x="407154" y="203577"/>
                  </a:cubicBezTo>
                  <a:cubicBezTo>
                    <a:pt x="407154" y="316009"/>
                    <a:pt x="316009" y="407154"/>
                    <a:pt x="203577" y="407154"/>
                  </a:cubicBezTo>
                  <a:cubicBezTo>
                    <a:pt x="91145" y="407154"/>
                    <a:pt x="0" y="316009"/>
                    <a:pt x="0" y="203577"/>
                  </a:cubicBezTo>
                  <a:cubicBezTo>
                    <a:pt x="0" y="91145"/>
                    <a:pt x="91145" y="0"/>
                    <a:pt x="203577" y="0"/>
                  </a:cubicBezTo>
                  <a:close/>
                  <a:moveTo>
                    <a:pt x="203576" y="113987"/>
                  </a:moveTo>
                  <a:cubicBezTo>
                    <a:pt x="154097" y="113987"/>
                    <a:pt x="113987" y="154097"/>
                    <a:pt x="113987" y="203576"/>
                  </a:cubicBezTo>
                  <a:cubicBezTo>
                    <a:pt x="113987" y="253055"/>
                    <a:pt x="154097" y="293165"/>
                    <a:pt x="203576" y="293165"/>
                  </a:cubicBezTo>
                  <a:cubicBezTo>
                    <a:pt x="253055" y="293165"/>
                    <a:pt x="293165" y="253055"/>
                    <a:pt x="293165" y="203576"/>
                  </a:cubicBezTo>
                  <a:cubicBezTo>
                    <a:pt x="293165" y="154097"/>
                    <a:pt x="253055" y="113987"/>
                    <a:pt x="203576" y="113987"/>
                  </a:cubicBezTo>
                  <a:close/>
                </a:path>
              </a:pathLst>
            </a:custGeom>
            <a:gradFill>
              <a:gsLst>
                <a:gs pos="60000">
                  <a:srgbClr val="0E4F92"/>
                </a:gs>
                <a:gs pos="100000">
                  <a:srgbClr val="50B99A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0" name="29"/>
          <p:cNvSpPr txBox="1"/>
          <p:nvPr>
            <p:custDataLst>
              <p:tags r:id="rId35"/>
            </p:custDataLst>
          </p:nvPr>
        </p:nvSpPr>
        <p:spPr>
          <a:xfrm>
            <a:off x="572634" y="212381"/>
            <a:ext cx="1452880" cy="47561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defTabSz="348615">
              <a:defRPr sz="3200">
                <a:gradFill flip="none" rotWithShape="1">
                  <a:gsLst>
                    <a:gs pos="81000">
                      <a:schemeClr val="accent1">
                        <a:lumMod val="10000"/>
                        <a:lumOff val="90000"/>
                      </a:schemeClr>
                    </a:gs>
                    <a:gs pos="0">
                      <a:schemeClr val="accent2">
                        <a:lumMod val="10000"/>
                        <a:lumOff val="90000"/>
                      </a:schemeClr>
                    </a:gs>
                    <a:gs pos="33000">
                      <a:schemeClr val="bg1">
                        <a:lumMod val="91000"/>
                        <a:lumOff val="9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50800" dist="76200" dir="5400000" algn="t" rotWithShape="0">
                    <a:prstClr val="black">
                      <a:alpha val="5000"/>
                    </a:prstClr>
                  </a:outerShdw>
                </a:effectLst>
                <a:latin typeface="MiSans Demibold" panose="00000700000000000000" pitchFamily="2" charset="-122"/>
                <a:ea typeface="MiSans Demibold" panose="00000700000000000000" pitchFamily="2" charset="-122"/>
                <a:cs typeface="阿里巴巴普惠体 2.0 115 Black" panose="00020600040101010101" pitchFamily="18" charset="-122"/>
              </a:defRPr>
            </a:lvl1pPr>
          </a:lstStyle>
          <a:p>
            <a:pPr algn="l"/>
            <a:r>
              <a:rPr lang="zh-CN" altLang="en-US" sz="2500" b="1" dirty="0">
                <a:solidFill>
                  <a:srgbClr val="052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商业模式</a:t>
            </a:r>
            <a:endParaRPr lang="zh-CN" altLang="en-US" sz="2500" b="1" dirty="0">
              <a:solidFill>
                <a:srgbClr val="052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4" name="Text 2"/>
          <p:cNvSpPr/>
          <p:nvPr/>
        </p:nvSpPr>
        <p:spPr>
          <a:xfrm>
            <a:off x="1043940" y="812800"/>
            <a:ext cx="1016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34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硬件+服务双轮驱动</a:t>
            </a:r>
            <a:endParaRPr lang="en-US" sz="3200" dirty="0"/>
          </a:p>
        </p:txBody>
      </p:sp>
      <p:sp>
        <p:nvSpPr>
          <p:cNvPr id="46" name="Shape 4"/>
          <p:cNvSpPr/>
          <p:nvPr/>
        </p:nvSpPr>
        <p:spPr>
          <a:xfrm>
            <a:off x="207645" y="1956435"/>
            <a:ext cx="5746115" cy="3990340"/>
          </a:xfrm>
          <a:prstGeom prst="rect">
            <a:avLst/>
          </a:prstGeom>
          <a:solidFill>
            <a:srgbClr val="FFFFFF"/>
          </a:solidFill>
          <a:effectLst>
            <a:outerShdw blurRad="152400" dist="50800" dir="5400000" algn="bl" rotWithShape="0">
              <a:srgbClr val="1B2838">
                <a:alpha val="7059"/>
              </a:srgbClr>
            </a:outerShdw>
          </a:effectLst>
        </p:spPr>
      </p:sp>
      <p:sp>
        <p:nvSpPr>
          <p:cNvPr id="47" name="Shape 5"/>
          <p:cNvSpPr>
            <a:spLocks noChangeAspect="1"/>
          </p:cNvSpPr>
          <p:nvPr/>
        </p:nvSpPr>
        <p:spPr>
          <a:xfrm flipV="1">
            <a:off x="207010" y="1861185"/>
            <a:ext cx="5746750" cy="762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48" name="Text 6"/>
          <p:cNvSpPr>
            <a:spLocks noChangeAspect="1"/>
          </p:cNvSpPr>
          <p:nvPr/>
        </p:nvSpPr>
        <p:spPr>
          <a:xfrm>
            <a:off x="457835" y="2105025"/>
            <a:ext cx="381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现阶段收入</a:t>
            </a:r>
            <a:endParaRPr lang="en-US" sz="1600" dirty="0"/>
          </a:p>
        </p:txBody>
      </p:sp>
      <p:sp>
        <p:nvSpPr>
          <p:cNvPr id="49" name="Shape 7"/>
          <p:cNvSpPr>
            <a:spLocks noChangeAspect="1"/>
          </p:cNvSpPr>
          <p:nvPr/>
        </p:nvSpPr>
        <p:spPr>
          <a:xfrm>
            <a:off x="457835" y="2511425"/>
            <a:ext cx="381000" cy="254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50" name="Text 8"/>
          <p:cNvSpPr>
            <a:spLocks noChangeAspect="1"/>
          </p:cNvSpPr>
          <p:nvPr/>
        </p:nvSpPr>
        <p:spPr>
          <a:xfrm>
            <a:off x="457835" y="260731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主收入</a:t>
            </a:r>
            <a:endParaRPr lang="en-US" sz="1600" dirty="0"/>
          </a:p>
        </p:txBody>
      </p:sp>
      <p:sp>
        <p:nvSpPr>
          <p:cNvPr id="51" name="Text 9"/>
          <p:cNvSpPr>
            <a:spLocks noChangeAspect="1"/>
          </p:cNvSpPr>
          <p:nvPr/>
        </p:nvSpPr>
        <p:spPr>
          <a:xfrm>
            <a:off x="473075" y="2937510"/>
            <a:ext cx="5168900" cy="1041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硬件销售</a:t>
            </a:r>
            <a:r>
              <a:rPr 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：面向视障用户、残联、康复机构销售整机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项目制交付</a:t>
            </a:r>
            <a:r>
              <a:rPr 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：与残联/康复中心合作，批量采购或试点项目</a:t>
            </a:r>
            <a:endParaRPr lang="en-US" sz="1800" dirty="0"/>
          </a:p>
        </p:txBody>
      </p:sp>
      <p:sp>
        <p:nvSpPr>
          <p:cNvPr id="53" name="Text 11"/>
          <p:cNvSpPr>
            <a:spLocks noChangeAspect="1"/>
          </p:cNvSpPr>
          <p:nvPr/>
        </p:nvSpPr>
        <p:spPr>
          <a:xfrm>
            <a:off x="457835" y="4149725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辅收入</a:t>
            </a:r>
            <a:endParaRPr lang="en-US" sz="1600" dirty="0"/>
          </a:p>
        </p:txBody>
      </p:sp>
      <p:sp>
        <p:nvSpPr>
          <p:cNvPr id="54" name="Text 12"/>
          <p:cNvSpPr>
            <a:spLocks noChangeAspect="1"/>
          </p:cNvSpPr>
          <p:nvPr/>
        </p:nvSpPr>
        <p:spPr>
          <a:xfrm>
            <a:off x="459740" y="4547235"/>
            <a:ext cx="5401945" cy="1376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后续服务收费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远程协助、软件升级、识别服务包、售后维保</a:t>
            </a:r>
            <a:endParaRPr lang="en-US" sz="1800" dirty="0"/>
          </a:p>
        </p:txBody>
      </p:sp>
      <p:sp>
        <p:nvSpPr>
          <p:cNvPr id="55" name="Shape 13"/>
          <p:cNvSpPr/>
          <p:nvPr/>
        </p:nvSpPr>
        <p:spPr>
          <a:xfrm>
            <a:off x="6280150" y="1886585"/>
            <a:ext cx="5716905" cy="1983740"/>
          </a:xfrm>
          <a:prstGeom prst="rect">
            <a:avLst/>
          </a:prstGeom>
          <a:solidFill>
            <a:srgbClr val="1B2838"/>
          </a:solidFill>
          <a:effectLst>
            <a:outerShdw blurRad="177800" dist="63500" dir="5400000" algn="bl" rotWithShape="0">
              <a:srgbClr val="1B2838">
                <a:alpha val="12549"/>
              </a:srgbClr>
            </a:outerShdw>
          </a:effectLst>
        </p:spPr>
      </p:sp>
      <p:sp>
        <p:nvSpPr>
          <p:cNvPr id="66" name="Shape 14"/>
          <p:cNvSpPr/>
          <p:nvPr/>
        </p:nvSpPr>
        <p:spPr>
          <a:xfrm>
            <a:off x="6280150" y="1861185"/>
            <a:ext cx="5716800" cy="756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69" name="Text 15"/>
          <p:cNvSpPr>
            <a:spLocks noChangeAspect="1"/>
          </p:cNvSpPr>
          <p:nvPr/>
        </p:nvSpPr>
        <p:spPr>
          <a:xfrm>
            <a:off x="6567805" y="2054225"/>
            <a:ext cx="381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中长期收入</a:t>
            </a:r>
            <a:endParaRPr lang="en-US" sz="1600" dirty="0"/>
          </a:p>
        </p:txBody>
      </p:sp>
      <p:sp>
        <p:nvSpPr>
          <p:cNvPr id="70" name="Shape 16"/>
          <p:cNvSpPr>
            <a:spLocks noChangeAspect="1"/>
          </p:cNvSpPr>
          <p:nvPr/>
        </p:nvSpPr>
        <p:spPr>
          <a:xfrm>
            <a:off x="6567805" y="2460625"/>
            <a:ext cx="381000" cy="254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74" name="Text 17"/>
          <p:cNvSpPr>
            <a:spLocks noChangeAspect="1"/>
          </p:cNvSpPr>
          <p:nvPr/>
        </p:nvSpPr>
        <p:spPr>
          <a:xfrm>
            <a:off x="6567805" y="2607310"/>
            <a:ext cx="48387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平台服务费</a:t>
            </a:r>
            <a:r>
              <a:rPr lang="en-US" sz="1500" dirty="0">
                <a:solidFill>
                  <a:srgbClr val="9BA5B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：基于用户数据与服务平台形成订阅收入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B端场景解决方案</a:t>
            </a:r>
            <a:r>
              <a:rPr lang="en-US" sz="1500" dirty="0">
                <a:solidFill>
                  <a:srgbClr val="9BA5B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：向养老、社区助残输出整套方案</a:t>
            </a:r>
            <a:endParaRPr lang="en-US" sz="1600" dirty="0"/>
          </a:p>
        </p:txBody>
      </p:sp>
      <p:sp>
        <p:nvSpPr>
          <p:cNvPr id="75" name="Shape 18"/>
          <p:cNvSpPr/>
          <p:nvPr/>
        </p:nvSpPr>
        <p:spPr>
          <a:xfrm>
            <a:off x="6280150" y="4213225"/>
            <a:ext cx="5716905" cy="1757680"/>
          </a:xfrm>
          <a:prstGeom prst="rect">
            <a:avLst/>
          </a:prstGeom>
          <a:solidFill>
            <a:srgbClr val="FFFFFF"/>
          </a:solidFill>
          <a:effectLst>
            <a:outerShdw blurRad="127000" dist="50800" dir="5400000" algn="bl" rotWithShape="0">
              <a:srgbClr val="1B2838">
                <a:alpha val="6275"/>
              </a:srgbClr>
            </a:outerShdw>
          </a:effectLst>
        </p:spPr>
      </p:sp>
      <p:sp>
        <p:nvSpPr>
          <p:cNvPr id="76" name="Shape 19"/>
          <p:cNvSpPr/>
          <p:nvPr/>
        </p:nvSpPr>
        <p:spPr>
          <a:xfrm>
            <a:off x="6280150" y="4111625"/>
            <a:ext cx="5716800" cy="756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77" name="Shape 20"/>
          <p:cNvSpPr>
            <a:spLocks noChangeAspect="1"/>
          </p:cNvSpPr>
          <p:nvPr/>
        </p:nvSpPr>
        <p:spPr>
          <a:xfrm>
            <a:off x="6567805" y="437134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330200"/>
                </a:moveTo>
                <a:cubicBezTo>
                  <a:pt x="256221" y="330200"/>
                  <a:pt x="330200" y="256221"/>
                  <a:pt x="330200" y="165100"/>
                </a:cubicBezTo>
                <a:cubicBezTo>
                  <a:pt x="330200" y="73979"/>
                  <a:pt x="256221" y="0"/>
                  <a:pt x="165100" y="0"/>
                </a:cubicBezTo>
                <a:cubicBezTo>
                  <a:pt x="73979" y="0"/>
                  <a:pt x="0" y="73979"/>
                  <a:pt x="0" y="165100"/>
                </a:cubicBezTo>
                <a:cubicBezTo>
                  <a:pt x="0" y="256221"/>
                  <a:pt x="73979" y="330200"/>
                  <a:pt x="165100" y="330200"/>
                </a:cubicBezTo>
                <a:close/>
                <a:moveTo>
                  <a:pt x="144463" y="103188"/>
                </a:moveTo>
                <a:cubicBezTo>
                  <a:pt x="144463" y="91797"/>
                  <a:pt x="153710" y="82550"/>
                  <a:pt x="165100" y="82550"/>
                </a:cubicBezTo>
                <a:cubicBezTo>
                  <a:pt x="176490" y="82550"/>
                  <a:pt x="185738" y="91797"/>
                  <a:pt x="185738" y="103188"/>
                </a:cubicBezTo>
                <a:cubicBezTo>
                  <a:pt x="185738" y="114578"/>
                  <a:pt x="176490" y="123825"/>
                  <a:pt x="165100" y="123825"/>
                </a:cubicBezTo>
                <a:cubicBezTo>
                  <a:pt x="153710" y="123825"/>
                  <a:pt x="144463" y="114578"/>
                  <a:pt x="144463" y="103188"/>
                </a:cubicBezTo>
                <a:close/>
                <a:moveTo>
                  <a:pt x="139303" y="144463"/>
                </a:moveTo>
                <a:lnTo>
                  <a:pt x="170259" y="144463"/>
                </a:lnTo>
                <a:cubicBezTo>
                  <a:pt x="178837" y="144463"/>
                  <a:pt x="185738" y="151363"/>
                  <a:pt x="185738" y="159941"/>
                </a:cubicBezTo>
                <a:lnTo>
                  <a:pt x="185738" y="216694"/>
                </a:lnTo>
                <a:lnTo>
                  <a:pt x="190897" y="216694"/>
                </a:lnTo>
                <a:cubicBezTo>
                  <a:pt x="199474" y="216694"/>
                  <a:pt x="206375" y="223594"/>
                  <a:pt x="206375" y="232172"/>
                </a:cubicBezTo>
                <a:cubicBezTo>
                  <a:pt x="206375" y="240749"/>
                  <a:pt x="199474" y="247650"/>
                  <a:pt x="190897" y="247650"/>
                </a:cubicBezTo>
                <a:lnTo>
                  <a:pt x="139303" y="247650"/>
                </a:lnTo>
                <a:cubicBezTo>
                  <a:pt x="130726" y="247650"/>
                  <a:pt x="123825" y="240749"/>
                  <a:pt x="123825" y="232172"/>
                </a:cubicBezTo>
                <a:cubicBezTo>
                  <a:pt x="123825" y="223594"/>
                  <a:pt x="130726" y="216694"/>
                  <a:pt x="139303" y="216694"/>
                </a:cubicBezTo>
                <a:lnTo>
                  <a:pt x="154781" y="216694"/>
                </a:lnTo>
                <a:lnTo>
                  <a:pt x="154781" y="175419"/>
                </a:lnTo>
                <a:lnTo>
                  <a:pt x="139303" y="175419"/>
                </a:lnTo>
                <a:cubicBezTo>
                  <a:pt x="130726" y="175419"/>
                  <a:pt x="123825" y="168518"/>
                  <a:pt x="123825" y="159941"/>
                </a:cubicBezTo>
                <a:cubicBezTo>
                  <a:pt x="123825" y="151363"/>
                  <a:pt x="130726" y="144463"/>
                  <a:pt x="139303" y="144463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78" name="Text 21"/>
          <p:cNvSpPr>
            <a:spLocks noChangeAspect="1"/>
          </p:cNvSpPr>
          <p:nvPr/>
        </p:nvSpPr>
        <p:spPr>
          <a:xfrm>
            <a:off x="6991985" y="437642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政府补贴定位</a:t>
            </a:r>
            <a:endParaRPr lang="en-US" sz="1600" dirty="0"/>
          </a:p>
        </p:txBody>
      </p:sp>
      <p:sp>
        <p:nvSpPr>
          <p:cNvPr id="79" name="Text 22"/>
          <p:cNvSpPr>
            <a:spLocks noChangeAspect="1"/>
          </p:cNvSpPr>
          <p:nvPr/>
        </p:nvSpPr>
        <p:spPr>
          <a:xfrm>
            <a:off x="6567805" y="4761865"/>
            <a:ext cx="5245735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不是核心盈利来源，而是降低用户购买门槛、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加速试点推广的</a:t>
            </a:r>
            <a:r>
              <a:rPr 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重要助力</a:t>
            </a:r>
            <a:endParaRPr lang="en-US" sz="1800" dirty="0"/>
          </a:p>
        </p:txBody>
      </p:sp>
      <p:sp>
        <p:nvSpPr>
          <p:cNvPr id="80" name="Shape 10"/>
          <p:cNvSpPr/>
          <p:nvPr/>
        </p:nvSpPr>
        <p:spPr>
          <a:xfrm flipV="1">
            <a:off x="429260" y="3978275"/>
            <a:ext cx="5400000" cy="18000"/>
          </a:xfrm>
          <a:prstGeom prst="rect">
            <a:avLst/>
          </a:prstGeom>
          <a:solidFill>
            <a:srgbClr val="9BA5B0">
              <a:alpha val="50000"/>
            </a:srgbClr>
          </a:solidFill>
        </p:spPr>
        <p:txBody>
          <a:bodyPr/>
          <a:p>
            <a:endParaRPr lang="zh-CN" altLang="en-US"/>
          </a:p>
        </p:txBody>
      </p:sp>
    </p:spTree>
    <p:custDataLst>
      <p:tags r:id="rId36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email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背景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0"/>
            <a:ext cx="12192000" cy="6852285"/>
          </a:xfrm>
          <a:prstGeom prst="rect">
            <a:avLst/>
          </a:prstGeom>
        </p:spPr>
      </p:pic>
      <p:cxnSp>
        <p:nvCxnSpPr>
          <p:cNvPr id="2" name="26"/>
          <p:cNvCxnSpPr/>
          <p:nvPr>
            <p:custDataLst>
              <p:tags r:id="rId2"/>
            </p:custDataLst>
          </p:nvPr>
        </p:nvCxnSpPr>
        <p:spPr>
          <a:xfrm>
            <a:off x="3096640" y="450188"/>
            <a:ext cx="3183563" cy="0"/>
          </a:xfrm>
          <a:prstGeom prst="line">
            <a:avLst/>
          </a:prstGeom>
          <a:ln w="12700">
            <a:gradFill>
              <a:gsLst>
                <a:gs pos="34000">
                  <a:srgbClr val="3884C0"/>
                </a:gs>
                <a:gs pos="100000">
                  <a:srgbClr val="50B99A">
                    <a:alpha val="0"/>
                  </a:srgbClr>
                </a:gs>
              </a:gsLst>
              <a:lin ang="0" scaled="0"/>
            </a:gra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19860" y="246745"/>
            <a:ext cx="406400" cy="406400"/>
            <a:chOff x="1061" y="-1328"/>
            <a:chExt cx="640" cy="640"/>
          </a:xfrm>
        </p:grpSpPr>
        <p:sp>
          <p:nvSpPr>
            <p:cNvPr id="4" name="27"/>
            <p:cNvSpPr/>
            <p:nvPr>
              <p:custDataLst>
                <p:tags r:id="rId3"/>
              </p:custDataLst>
            </p:nvPr>
          </p:nvSpPr>
          <p:spPr>
            <a:xfrm>
              <a:off x="1061" y="-1328"/>
              <a:ext cx="641" cy="641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rgbClr val="0E4F92"/>
                  </a:gs>
                  <a:gs pos="100000">
                    <a:srgbClr val="50B99A"/>
                  </a:gs>
                </a:gsLst>
                <a:path path="circle">
                  <a:fillToRect r="100000" b="100000"/>
                </a:path>
                <a:tileRect l="-100000" t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" name="28"/>
            <p:cNvSpPr/>
            <p:nvPr>
              <p:custDataLst>
                <p:tags r:id="rId4"/>
              </p:custDataLst>
            </p:nvPr>
          </p:nvSpPr>
          <p:spPr>
            <a:xfrm>
              <a:off x="1146" y="-1243"/>
              <a:ext cx="471" cy="471"/>
            </a:xfrm>
            <a:custGeom>
              <a:avLst/>
              <a:gdLst>
                <a:gd name="connsiteX0" fmla="*/ 203577 w 407154"/>
                <a:gd name="connsiteY0" fmla="*/ 0 h 407154"/>
                <a:gd name="connsiteX1" fmla="*/ 407154 w 407154"/>
                <a:gd name="connsiteY1" fmla="*/ 203577 h 407154"/>
                <a:gd name="connsiteX2" fmla="*/ 203577 w 407154"/>
                <a:gd name="connsiteY2" fmla="*/ 407154 h 407154"/>
                <a:gd name="connsiteX3" fmla="*/ 0 w 407154"/>
                <a:gd name="connsiteY3" fmla="*/ 203577 h 407154"/>
                <a:gd name="connsiteX4" fmla="*/ 203577 w 407154"/>
                <a:gd name="connsiteY4" fmla="*/ 0 h 407154"/>
                <a:gd name="connsiteX5" fmla="*/ 203576 w 407154"/>
                <a:gd name="connsiteY5" fmla="*/ 113987 h 407154"/>
                <a:gd name="connsiteX6" fmla="*/ 113987 w 407154"/>
                <a:gd name="connsiteY6" fmla="*/ 203576 h 407154"/>
                <a:gd name="connsiteX7" fmla="*/ 203576 w 407154"/>
                <a:gd name="connsiteY7" fmla="*/ 293165 h 407154"/>
                <a:gd name="connsiteX8" fmla="*/ 293165 w 407154"/>
                <a:gd name="connsiteY8" fmla="*/ 203576 h 407154"/>
                <a:gd name="connsiteX9" fmla="*/ 203576 w 407154"/>
                <a:gd name="connsiteY9" fmla="*/ 113987 h 407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154" h="407154">
                  <a:moveTo>
                    <a:pt x="203577" y="0"/>
                  </a:moveTo>
                  <a:cubicBezTo>
                    <a:pt x="316009" y="0"/>
                    <a:pt x="407154" y="91145"/>
                    <a:pt x="407154" y="203577"/>
                  </a:cubicBezTo>
                  <a:cubicBezTo>
                    <a:pt x="407154" y="316009"/>
                    <a:pt x="316009" y="407154"/>
                    <a:pt x="203577" y="407154"/>
                  </a:cubicBezTo>
                  <a:cubicBezTo>
                    <a:pt x="91145" y="407154"/>
                    <a:pt x="0" y="316009"/>
                    <a:pt x="0" y="203577"/>
                  </a:cubicBezTo>
                  <a:cubicBezTo>
                    <a:pt x="0" y="91145"/>
                    <a:pt x="91145" y="0"/>
                    <a:pt x="203577" y="0"/>
                  </a:cubicBezTo>
                  <a:close/>
                  <a:moveTo>
                    <a:pt x="203576" y="113987"/>
                  </a:moveTo>
                  <a:cubicBezTo>
                    <a:pt x="154097" y="113987"/>
                    <a:pt x="113987" y="154097"/>
                    <a:pt x="113987" y="203576"/>
                  </a:cubicBezTo>
                  <a:cubicBezTo>
                    <a:pt x="113987" y="253055"/>
                    <a:pt x="154097" y="293165"/>
                    <a:pt x="203576" y="293165"/>
                  </a:cubicBezTo>
                  <a:cubicBezTo>
                    <a:pt x="253055" y="293165"/>
                    <a:pt x="293165" y="253055"/>
                    <a:pt x="293165" y="203576"/>
                  </a:cubicBezTo>
                  <a:cubicBezTo>
                    <a:pt x="293165" y="154097"/>
                    <a:pt x="253055" y="113987"/>
                    <a:pt x="203576" y="113987"/>
                  </a:cubicBezTo>
                  <a:close/>
                </a:path>
              </a:pathLst>
            </a:custGeom>
            <a:gradFill>
              <a:gsLst>
                <a:gs pos="60000">
                  <a:srgbClr val="0E4F92"/>
                </a:gs>
                <a:gs pos="100000">
                  <a:srgbClr val="50B99A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0" name="29"/>
          <p:cNvSpPr txBox="1"/>
          <p:nvPr>
            <p:custDataLst>
              <p:tags r:id="rId5"/>
            </p:custDataLst>
          </p:nvPr>
        </p:nvSpPr>
        <p:spPr>
          <a:xfrm>
            <a:off x="572634" y="212381"/>
            <a:ext cx="1452880" cy="47561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defTabSz="348615">
              <a:defRPr sz="3200">
                <a:gradFill flip="none" rotWithShape="1">
                  <a:gsLst>
                    <a:gs pos="81000">
                      <a:schemeClr val="accent1">
                        <a:lumMod val="10000"/>
                        <a:lumOff val="90000"/>
                      </a:schemeClr>
                    </a:gs>
                    <a:gs pos="0">
                      <a:schemeClr val="accent2">
                        <a:lumMod val="10000"/>
                        <a:lumOff val="90000"/>
                      </a:schemeClr>
                    </a:gs>
                    <a:gs pos="33000">
                      <a:schemeClr val="bg1">
                        <a:lumMod val="91000"/>
                        <a:lumOff val="9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50800" dist="76200" dir="5400000" algn="t" rotWithShape="0">
                    <a:prstClr val="black">
                      <a:alpha val="5000"/>
                    </a:prstClr>
                  </a:outerShdw>
                </a:effectLst>
                <a:latin typeface="MiSans Demibold" panose="00000700000000000000" pitchFamily="2" charset="-122"/>
                <a:ea typeface="MiSans Demibold" panose="00000700000000000000" pitchFamily="2" charset="-122"/>
                <a:cs typeface="阿里巴巴普惠体 2.0 115 Black" panose="00020600040101010101" pitchFamily="18" charset="-122"/>
              </a:defRPr>
            </a:lvl1pPr>
          </a:lstStyle>
          <a:p>
            <a:pPr algn="l"/>
            <a:r>
              <a:rPr lang="zh-CN" altLang="en-US" sz="2500" b="1" dirty="0">
                <a:solidFill>
                  <a:srgbClr val="052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财务</a:t>
            </a:r>
            <a:r>
              <a:rPr lang="zh-CN" altLang="en-US" sz="2500" b="1" dirty="0">
                <a:solidFill>
                  <a:srgbClr val="052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预测</a:t>
            </a:r>
            <a:endParaRPr lang="zh-CN" altLang="en-US" sz="2500" b="1" dirty="0">
              <a:solidFill>
                <a:srgbClr val="052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27050" y="1104900"/>
            <a:ext cx="11176000" cy="4318000"/>
          </a:xfrm>
          <a:prstGeom prst="rect">
            <a:avLst/>
          </a:prstGeom>
          <a:solidFill>
            <a:srgbClr val="FFFFFF"/>
          </a:solidFill>
          <a:effectLst>
            <a:outerShdw blurRad="203200" dist="76200" dir="5400000" algn="bl" rotWithShape="0">
              <a:srgbClr val="1B2838">
                <a:alpha val="8235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7050" y="1104900"/>
            <a:ext cx="11176000" cy="635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8" name="Text 6"/>
          <p:cNvSpPr/>
          <p:nvPr/>
        </p:nvSpPr>
        <p:spPr>
          <a:xfrm>
            <a:off x="1035050" y="1485900"/>
            <a:ext cx="1905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整机售价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5050" y="1866900"/>
            <a:ext cx="2794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¥1,999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956050" y="2057400"/>
            <a:ext cx="50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00" dirty="0">
                <a:solidFill>
                  <a:srgbClr val="9BA5B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-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91050" y="1485900"/>
            <a:ext cx="1905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硬件成本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91050" y="1866900"/>
            <a:ext cx="2794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¥1,200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512050" y="2057400"/>
            <a:ext cx="50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00" dirty="0">
                <a:solidFill>
                  <a:srgbClr val="9BA5B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=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147050" y="1485900"/>
            <a:ext cx="1905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毛利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147050" y="1866900"/>
            <a:ext cx="3048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¥800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35050" y="3009900"/>
            <a:ext cx="2032000" cy="4826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18" name="Text 15"/>
          <p:cNvSpPr/>
          <p:nvPr/>
        </p:nvSpPr>
        <p:spPr>
          <a:xfrm>
            <a:off x="1035050" y="3009900"/>
            <a:ext cx="2032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7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毛利率 ~40%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035050" y="3771900"/>
            <a:ext cx="10160000" cy="12700"/>
          </a:xfrm>
          <a:prstGeom prst="rect">
            <a:avLst/>
          </a:prstGeom>
          <a:solidFill>
            <a:srgbClr val="9BA5B0">
              <a:alpha val="40000"/>
            </a:srgbClr>
          </a:solidFill>
        </p:spPr>
      </p:sp>
      <p:sp>
        <p:nvSpPr>
          <p:cNvPr id="20" name="Text 17"/>
          <p:cNvSpPr/>
          <p:nvPr/>
        </p:nvSpPr>
        <p:spPr>
          <a:xfrm>
            <a:off x="1035050" y="39878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增值服务收入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35050" y="4445000"/>
            <a:ext cx="10160000" cy="69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年服务包 </a:t>
            </a:r>
            <a:r>
              <a:rPr lang="en-US" sz="1500" b="1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¥199-399/年</a:t>
            </a:r>
            <a:r>
              <a:rPr lang="en-US" sz="15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：软件升级、远程协助、云端增强识别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292100" y="5740400"/>
            <a:ext cx="11303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前期靠硬件打开市场</a:t>
            </a:r>
            <a:r>
              <a:rPr lang="en-US" sz="1800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，</a:t>
            </a:r>
            <a:r>
              <a:rPr lang="en-US" sz="1800" b="1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中期靠服务提升复购和利润率</a:t>
            </a:r>
            <a:endParaRPr lang="en-US" sz="2000" dirty="0"/>
          </a:p>
        </p:txBody>
      </p:sp>
    </p:spTree>
    <p:custDataLst>
      <p:tags r:id="rId6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email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背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0"/>
            <a:ext cx="12192000" cy="6852285"/>
          </a:xfrm>
          <a:prstGeom prst="rect">
            <a:avLst/>
          </a:prstGeom>
        </p:spPr>
      </p:pic>
      <p:cxnSp>
        <p:nvCxnSpPr>
          <p:cNvPr id="2" name="26"/>
          <p:cNvCxnSpPr/>
          <p:nvPr>
            <p:custDataLst>
              <p:tags r:id="rId3"/>
            </p:custDataLst>
          </p:nvPr>
        </p:nvCxnSpPr>
        <p:spPr>
          <a:xfrm>
            <a:off x="3096640" y="450188"/>
            <a:ext cx="3183563" cy="0"/>
          </a:xfrm>
          <a:prstGeom prst="line">
            <a:avLst/>
          </a:prstGeom>
          <a:ln w="12700">
            <a:gradFill>
              <a:gsLst>
                <a:gs pos="34000">
                  <a:srgbClr val="3884C0"/>
                </a:gs>
                <a:gs pos="100000">
                  <a:srgbClr val="50B99A">
                    <a:alpha val="0"/>
                  </a:srgbClr>
                </a:gs>
              </a:gsLst>
              <a:lin ang="0" scaled="0"/>
            </a:gra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19860" y="246745"/>
            <a:ext cx="406400" cy="406400"/>
            <a:chOff x="1061" y="-1328"/>
            <a:chExt cx="640" cy="640"/>
          </a:xfrm>
        </p:grpSpPr>
        <p:sp>
          <p:nvSpPr>
            <p:cNvPr id="4" name="27"/>
            <p:cNvSpPr/>
            <p:nvPr>
              <p:custDataLst>
                <p:tags r:id="rId4"/>
              </p:custDataLst>
            </p:nvPr>
          </p:nvSpPr>
          <p:spPr>
            <a:xfrm>
              <a:off x="1061" y="-1328"/>
              <a:ext cx="641" cy="641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rgbClr val="0E4F92"/>
                  </a:gs>
                  <a:gs pos="100000">
                    <a:srgbClr val="50B99A"/>
                  </a:gs>
                </a:gsLst>
                <a:path path="circle">
                  <a:fillToRect r="100000" b="100000"/>
                </a:path>
                <a:tileRect l="-100000" t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" name="28"/>
            <p:cNvSpPr/>
            <p:nvPr>
              <p:custDataLst>
                <p:tags r:id="rId5"/>
              </p:custDataLst>
            </p:nvPr>
          </p:nvSpPr>
          <p:spPr>
            <a:xfrm>
              <a:off x="1146" y="-1243"/>
              <a:ext cx="471" cy="471"/>
            </a:xfrm>
            <a:custGeom>
              <a:avLst/>
              <a:gdLst>
                <a:gd name="connsiteX0" fmla="*/ 203577 w 407154"/>
                <a:gd name="connsiteY0" fmla="*/ 0 h 407154"/>
                <a:gd name="connsiteX1" fmla="*/ 407154 w 407154"/>
                <a:gd name="connsiteY1" fmla="*/ 203577 h 407154"/>
                <a:gd name="connsiteX2" fmla="*/ 203577 w 407154"/>
                <a:gd name="connsiteY2" fmla="*/ 407154 h 407154"/>
                <a:gd name="connsiteX3" fmla="*/ 0 w 407154"/>
                <a:gd name="connsiteY3" fmla="*/ 203577 h 407154"/>
                <a:gd name="connsiteX4" fmla="*/ 203577 w 407154"/>
                <a:gd name="connsiteY4" fmla="*/ 0 h 407154"/>
                <a:gd name="connsiteX5" fmla="*/ 203576 w 407154"/>
                <a:gd name="connsiteY5" fmla="*/ 113987 h 407154"/>
                <a:gd name="connsiteX6" fmla="*/ 113987 w 407154"/>
                <a:gd name="connsiteY6" fmla="*/ 203576 h 407154"/>
                <a:gd name="connsiteX7" fmla="*/ 203576 w 407154"/>
                <a:gd name="connsiteY7" fmla="*/ 293165 h 407154"/>
                <a:gd name="connsiteX8" fmla="*/ 293165 w 407154"/>
                <a:gd name="connsiteY8" fmla="*/ 203576 h 407154"/>
                <a:gd name="connsiteX9" fmla="*/ 203576 w 407154"/>
                <a:gd name="connsiteY9" fmla="*/ 113987 h 407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154" h="407154">
                  <a:moveTo>
                    <a:pt x="203577" y="0"/>
                  </a:moveTo>
                  <a:cubicBezTo>
                    <a:pt x="316009" y="0"/>
                    <a:pt x="407154" y="91145"/>
                    <a:pt x="407154" y="203577"/>
                  </a:cubicBezTo>
                  <a:cubicBezTo>
                    <a:pt x="407154" y="316009"/>
                    <a:pt x="316009" y="407154"/>
                    <a:pt x="203577" y="407154"/>
                  </a:cubicBezTo>
                  <a:cubicBezTo>
                    <a:pt x="91145" y="407154"/>
                    <a:pt x="0" y="316009"/>
                    <a:pt x="0" y="203577"/>
                  </a:cubicBezTo>
                  <a:cubicBezTo>
                    <a:pt x="0" y="91145"/>
                    <a:pt x="91145" y="0"/>
                    <a:pt x="203577" y="0"/>
                  </a:cubicBezTo>
                  <a:close/>
                  <a:moveTo>
                    <a:pt x="203576" y="113987"/>
                  </a:moveTo>
                  <a:cubicBezTo>
                    <a:pt x="154097" y="113987"/>
                    <a:pt x="113987" y="154097"/>
                    <a:pt x="113987" y="203576"/>
                  </a:cubicBezTo>
                  <a:cubicBezTo>
                    <a:pt x="113987" y="253055"/>
                    <a:pt x="154097" y="293165"/>
                    <a:pt x="203576" y="293165"/>
                  </a:cubicBezTo>
                  <a:cubicBezTo>
                    <a:pt x="253055" y="293165"/>
                    <a:pt x="293165" y="253055"/>
                    <a:pt x="293165" y="203576"/>
                  </a:cubicBezTo>
                  <a:cubicBezTo>
                    <a:pt x="293165" y="154097"/>
                    <a:pt x="253055" y="113987"/>
                    <a:pt x="203576" y="113987"/>
                  </a:cubicBezTo>
                  <a:close/>
                </a:path>
              </a:pathLst>
            </a:custGeom>
            <a:gradFill>
              <a:gsLst>
                <a:gs pos="60000">
                  <a:srgbClr val="0E4F92"/>
                </a:gs>
                <a:gs pos="100000">
                  <a:srgbClr val="50B99A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0" name="29"/>
          <p:cNvSpPr txBox="1"/>
          <p:nvPr>
            <p:custDataLst>
              <p:tags r:id="rId6"/>
            </p:custDataLst>
          </p:nvPr>
        </p:nvSpPr>
        <p:spPr>
          <a:xfrm>
            <a:off x="572634" y="212381"/>
            <a:ext cx="1452880" cy="47561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defTabSz="348615">
              <a:defRPr sz="3200">
                <a:gradFill flip="none" rotWithShape="1">
                  <a:gsLst>
                    <a:gs pos="81000">
                      <a:schemeClr val="accent1">
                        <a:lumMod val="10000"/>
                        <a:lumOff val="90000"/>
                      </a:schemeClr>
                    </a:gs>
                    <a:gs pos="0">
                      <a:schemeClr val="accent2">
                        <a:lumMod val="10000"/>
                        <a:lumOff val="90000"/>
                      </a:schemeClr>
                    </a:gs>
                    <a:gs pos="33000">
                      <a:schemeClr val="bg1">
                        <a:lumMod val="91000"/>
                        <a:lumOff val="9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50800" dist="76200" dir="5400000" algn="t" rotWithShape="0">
                    <a:prstClr val="black">
                      <a:alpha val="5000"/>
                    </a:prstClr>
                  </a:outerShdw>
                </a:effectLst>
                <a:latin typeface="MiSans Demibold" panose="00000700000000000000" pitchFamily="2" charset="-122"/>
                <a:ea typeface="MiSans Demibold" panose="00000700000000000000" pitchFamily="2" charset="-122"/>
                <a:cs typeface="阿里巴巴普惠体 2.0 115 Black" panose="00020600040101010101" pitchFamily="18" charset="-122"/>
              </a:defRPr>
            </a:lvl1pPr>
          </a:lstStyle>
          <a:p>
            <a:pPr algn="l"/>
            <a:r>
              <a:rPr lang="zh-CN" altLang="en-US" sz="2500" b="1" dirty="0">
                <a:solidFill>
                  <a:srgbClr val="052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财务</a:t>
            </a:r>
            <a:r>
              <a:rPr lang="zh-CN" altLang="en-US" sz="2500" b="1" dirty="0">
                <a:solidFill>
                  <a:srgbClr val="052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预测</a:t>
            </a:r>
            <a:endParaRPr lang="zh-CN" altLang="en-US" sz="2500" b="1" dirty="0">
              <a:solidFill>
                <a:srgbClr val="052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4" name="Text 2"/>
          <p:cNvSpPr/>
          <p:nvPr/>
        </p:nvSpPr>
        <p:spPr>
          <a:xfrm>
            <a:off x="648970" y="774700"/>
            <a:ext cx="1143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5年营收增长至9000万</a:t>
            </a:r>
            <a:endParaRPr lang="en-US" sz="28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173990" y="1358900"/>
          <a:ext cx="6492875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7" name="Shape 4"/>
          <p:cNvSpPr/>
          <p:nvPr/>
        </p:nvSpPr>
        <p:spPr>
          <a:xfrm>
            <a:off x="7152640" y="1295400"/>
            <a:ext cx="4634865" cy="3924300"/>
          </a:xfrm>
          <a:prstGeom prst="rect">
            <a:avLst/>
          </a:prstGeom>
          <a:solidFill>
            <a:srgbClr val="FFFFFF"/>
          </a:solidFill>
          <a:effectLst>
            <a:outerShdw blurRad="152400" dist="50800" dir="5400000" algn="bl" rotWithShape="0">
              <a:srgbClr val="1B2838">
                <a:alpha val="7059"/>
              </a:srgbClr>
            </a:outerShdw>
          </a:effectLst>
        </p:spPr>
      </p:sp>
      <p:sp>
        <p:nvSpPr>
          <p:cNvPr id="28" name="Shape 5"/>
          <p:cNvSpPr/>
          <p:nvPr/>
        </p:nvSpPr>
        <p:spPr>
          <a:xfrm>
            <a:off x="7152640" y="1295400"/>
            <a:ext cx="4633200" cy="508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29" name="Text 6"/>
          <p:cNvSpPr/>
          <p:nvPr/>
        </p:nvSpPr>
        <p:spPr>
          <a:xfrm>
            <a:off x="7470140" y="1612900"/>
            <a:ext cx="431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业务结构优化</a:t>
            </a:r>
            <a:endParaRPr lang="en-US" sz="1600" dirty="0"/>
          </a:p>
        </p:txBody>
      </p:sp>
      <p:sp>
        <p:nvSpPr>
          <p:cNvPr id="30" name="Shape 7"/>
          <p:cNvSpPr/>
          <p:nvPr/>
        </p:nvSpPr>
        <p:spPr>
          <a:xfrm>
            <a:off x="7470140" y="2082800"/>
            <a:ext cx="381000" cy="254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31" name="Text 8"/>
          <p:cNvSpPr/>
          <p:nvPr/>
        </p:nvSpPr>
        <p:spPr>
          <a:xfrm>
            <a:off x="7469505" y="2197100"/>
            <a:ext cx="3924935" cy="2848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fontAlgn="auto">
              <a:lnSpc>
                <a:spcPct val="150000"/>
              </a:lnSpc>
            </a:pPr>
            <a:r>
              <a:rPr lang="en-US" sz="1600" b="1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短期</a:t>
            </a:r>
            <a:endParaRPr lang="en-US" sz="1800" dirty="0"/>
          </a:p>
          <a:p>
            <a:pPr indent="0" fontAlgn="auto">
              <a:lnSpc>
                <a:spcPct val="150000"/>
              </a:lnSpc>
            </a:pPr>
            <a:r>
              <a:rPr lang="en-US" sz="16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硬件销售和项目交付为主</a:t>
            </a:r>
            <a:endParaRPr lang="en-US" sz="1800" dirty="0"/>
          </a:p>
          <a:p>
            <a:pPr indent="0" fontAlgn="auto">
              <a:lnSpc>
                <a:spcPct val="15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中期</a:t>
            </a:r>
            <a:endParaRPr lang="en-US" sz="1800" dirty="0"/>
          </a:p>
          <a:p>
            <a:pPr indent="0" fontAlgn="auto">
              <a:lnSpc>
                <a:spcPct val="150000"/>
              </a:lnSpc>
            </a:pPr>
            <a:r>
              <a:rPr lang="en-US" sz="16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拓展软件订阅、远程协助与系统升级</a:t>
            </a:r>
            <a:endParaRPr lang="en-US" sz="1800" dirty="0"/>
          </a:p>
          <a:p>
            <a:pPr indent="0" fontAlgn="auto">
              <a:lnSpc>
                <a:spcPct val="15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长期</a:t>
            </a:r>
            <a:endParaRPr lang="en-US" sz="1800" dirty="0"/>
          </a:p>
          <a:p>
            <a:pPr indent="0" fontAlgn="auto">
              <a:lnSpc>
                <a:spcPct val="150000"/>
              </a:lnSpc>
            </a:pPr>
            <a:r>
              <a:rPr lang="en-US" sz="16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沉淀助盲服务平台与场景数据能力</a:t>
            </a:r>
            <a:endParaRPr lang="en-US" sz="1800" dirty="0"/>
          </a:p>
        </p:txBody>
      </p:sp>
      <p:sp>
        <p:nvSpPr>
          <p:cNvPr id="32" name="Shape 9"/>
          <p:cNvSpPr/>
          <p:nvPr/>
        </p:nvSpPr>
        <p:spPr>
          <a:xfrm>
            <a:off x="648970" y="5541645"/>
            <a:ext cx="11010265" cy="903605"/>
          </a:xfrm>
          <a:prstGeom prst="rect">
            <a:avLst/>
          </a:prstGeom>
          <a:solidFill>
            <a:srgbClr val="1B2838"/>
          </a:solidFill>
          <a:effectLst>
            <a:outerShdw blurRad="177800" dist="63500" dir="5400000" algn="bl" rotWithShape="0">
              <a:srgbClr val="1B2838">
                <a:alpha val="12549"/>
              </a:srgbClr>
            </a:outerShdw>
          </a:effectLst>
        </p:spPr>
      </p:sp>
      <p:sp>
        <p:nvSpPr>
          <p:cNvPr id="33" name="Shape 10"/>
          <p:cNvSpPr/>
          <p:nvPr/>
        </p:nvSpPr>
        <p:spPr>
          <a:xfrm>
            <a:off x="648970" y="5542280"/>
            <a:ext cx="76200" cy="9036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34" name="Text 11"/>
          <p:cNvSpPr/>
          <p:nvPr/>
        </p:nvSpPr>
        <p:spPr>
          <a:xfrm>
            <a:off x="1029970" y="5542280"/>
            <a:ext cx="10440670" cy="892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预计主营业务收入 </a:t>
            </a:r>
            <a:r>
              <a:rPr lang="en-US" sz="4000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CAGR ~98%</a:t>
            </a:r>
            <a:endParaRPr lang="en-US" sz="1600" dirty="0"/>
          </a:p>
        </p:txBody>
      </p:sp>
    </p:spTree>
    <p:custDataLst>
      <p:tags r:id="rId7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email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背景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0"/>
            <a:ext cx="12192000" cy="6852285"/>
          </a:xfrm>
          <a:prstGeom prst="rect">
            <a:avLst/>
          </a:prstGeom>
        </p:spPr>
      </p:pic>
      <p:cxnSp>
        <p:nvCxnSpPr>
          <p:cNvPr id="2" name="26"/>
          <p:cNvCxnSpPr/>
          <p:nvPr>
            <p:custDataLst>
              <p:tags r:id="rId2"/>
            </p:custDataLst>
          </p:nvPr>
        </p:nvCxnSpPr>
        <p:spPr>
          <a:xfrm>
            <a:off x="3096640" y="450188"/>
            <a:ext cx="3183563" cy="0"/>
          </a:xfrm>
          <a:prstGeom prst="line">
            <a:avLst/>
          </a:prstGeom>
          <a:ln w="12700">
            <a:gradFill>
              <a:gsLst>
                <a:gs pos="34000">
                  <a:srgbClr val="3884C0"/>
                </a:gs>
                <a:gs pos="100000">
                  <a:srgbClr val="50B99A">
                    <a:alpha val="0"/>
                  </a:srgbClr>
                </a:gs>
              </a:gsLst>
              <a:lin ang="0" scaled="0"/>
            </a:gra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19860" y="246745"/>
            <a:ext cx="406400" cy="406400"/>
            <a:chOff x="1061" y="-1328"/>
            <a:chExt cx="640" cy="640"/>
          </a:xfrm>
        </p:grpSpPr>
        <p:sp>
          <p:nvSpPr>
            <p:cNvPr id="4" name="27"/>
            <p:cNvSpPr/>
            <p:nvPr>
              <p:custDataLst>
                <p:tags r:id="rId3"/>
              </p:custDataLst>
            </p:nvPr>
          </p:nvSpPr>
          <p:spPr>
            <a:xfrm>
              <a:off x="1061" y="-1328"/>
              <a:ext cx="641" cy="641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rgbClr val="0E4F92"/>
                  </a:gs>
                  <a:gs pos="100000">
                    <a:srgbClr val="50B99A"/>
                  </a:gs>
                </a:gsLst>
                <a:path path="circle">
                  <a:fillToRect r="100000" b="100000"/>
                </a:path>
                <a:tileRect l="-100000" t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" name="28"/>
            <p:cNvSpPr/>
            <p:nvPr>
              <p:custDataLst>
                <p:tags r:id="rId4"/>
              </p:custDataLst>
            </p:nvPr>
          </p:nvSpPr>
          <p:spPr>
            <a:xfrm>
              <a:off x="1146" y="-1243"/>
              <a:ext cx="471" cy="471"/>
            </a:xfrm>
            <a:custGeom>
              <a:avLst/>
              <a:gdLst>
                <a:gd name="connsiteX0" fmla="*/ 203577 w 407154"/>
                <a:gd name="connsiteY0" fmla="*/ 0 h 407154"/>
                <a:gd name="connsiteX1" fmla="*/ 407154 w 407154"/>
                <a:gd name="connsiteY1" fmla="*/ 203577 h 407154"/>
                <a:gd name="connsiteX2" fmla="*/ 203577 w 407154"/>
                <a:gd name="connsiteY2" fmla="*/ 407154 h 407154"/>
                <a:gd name="connsiteX3" fmla="*/ 0 w 407154"/>
                <a:gd name="connsiteY3" fmla="*/ 203577 h 407154"/>
                <a:gd name="connsiteX4" fmla="*/ 203577 w 407154"/>
                <a:gd name="connsiteY4" fmla="*/ 0 h 407154"/>
                <a:gd name="connsiteX5" fmla="*/ 203576 w 407154"/>
                <a:gd name="connsiteY5" fmla="*/ 113987 h 407154"/>
                <a:gd name="connsiteX6" fmla="*/ 113987 w 407154"/>
                <a:gd name="connsiteY6" fmla="*/ 203576 h 407154"/>
                <a:gd name="connsiteX7" fmla="*/ 203576 w 407154"/>
                <a:gd name="connsiteY7" fmla="*/ 293165 h 407154"/>
                <a:gd name="connsiteX8" fmla="*/ 293165 w 407154"/>
                <a:gd name="connsiteY8" fmla="*/ 203576 h 407154"/>
                <a:gd name="connsiteX9" fmla="*/ 203576 w 407154"/>
                <a:gd name="connsiteY9" fmla="*/ 113987 h 407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154" h="407154">
                  <a:moveTo>
                    <a:pt x="203577" y="0"/>
                  </a:moveTo>
                  <a:cubicBezTo>
                    <a:pt x="316009" y="0"/>
                    <a:pt x="407154" y="91145"/>
                    <a:pt x="407154" y="203577"/>
                  </a:cubicBezTo>
                  <a:cubicBezTo>
                    <a:pt x="407154" y="316009"/>
                    <a:pt x="316009" y="407154"/>
                    <a:pt x="203577" y="407154"/>
                  </a:cubicBezTo>
                  <a:cubicBezTo>
                    <a:pt x="91145" y="407154"/>
                    <a:pt x="0" y="316009"/>
                    <a:pt x="0" y="203577"/>
                  </a:cubicBezTo>
                  <a:cubicBezTo>
                    <a:pt x="0" y="91145"/>
                    <a:pt x="91145" y="0"/>
                    <a:pt x="203577" y="0"/>
                  </a:cubicBezTo>
                  <a:close/>
                  <a:moveTo>
                    <a:pt x="203576" y="113987"/>
                  </a:moveTo>
                  <a:cubicBezTo>
                    <a:pt x="154097" y="113987"/>
                    <a:pt x="113987" y="154097"/>
                    <a:pt x="113987" y="203576"/>
                  </a:cubicBezTo>
                  <a:cubicBezTo>
                    <a:pt x="113987" y="253055"/>
                    <a:pt x="154097" y="293165"/>
                    <a:pt x="203576" y="293165"/>
                  </a:cubicBezTo>
                  <a:cubicBezTo>
                    <a:pt x="253055" y="293165"/>
                    <a:pt x="293165" y="253055"/>
                    <a:pt x="293165" y="203576"/>
                  </a:cubicBezTo>
                  <a:cubicBezTo>
                    <a:pt x="293165" y="154097"/>
                    <a:pt x="253055" y="113987"/>
                    <a:pt x="203576" y="113987"/>
                  </a:cubicBezTo>
                  <a:close/>
                </a:path>
              </a:pathLst>
            </a:custGeom>
            <a:gradFill>
              <a:gsLst>
                <a:gs pos="60000">
                  <a:srgbClr val="0E4F92"/>
                </a:gs>
                <a:gs pos="100000">
                  <a:srgbClr val="50B99A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0" name="29"/>
          <p:cNvSpPr txBox="1"/>
          <p:nvPr>
            <p:custDataLst>
              <p:tags r:id="rId5"/>
            </p:custDataLst>
          </p:nvPr>
        </p:nvSpPr>
        <p:spPr>
          <a:xfrm>
            <a:off x="572634" y="212381"/>
            <a:ext cx="1452880" cy="47561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defTabSz="348615">
              <a:defRPr sz="3200">
                <a:gradFill flip="none" rotWithShape="1">
                  <a:gsLst>
                    <a:gs pos="81000">
                      <a:schemeClr val="accent1">
                        <a:lumMod val="10000"/>
                        <a:lumOff val="90000"/>
                      </a:schemeClr>
                    </a:gs>
                    <a:gs pos="0">
                      <a:schemeClr val="accent2">
                        <a:lumMod val="10000"/>
                        <a:lumOff val="90000"/>
                      </a:schemeClr>
                    </a:gs>
                    <a:gs pos="33000">
                      <a:schemeClr val="bg1">
                        <a:lumMod val="91000"/>
                        <a:lumOff val="9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50800" dist="76200" dir="5400000" algn="t" rotWithShape="0">
                    <a:prstClr val="black">
                      <a:alpha val="5000"/>
                    </a:prstClr>
                  </a:outerShdw>
                </a:effectLst>
                <a:latin typeface="MiSans Demibold" panose="00000700000000000000" pitchFamily="2" charset="-122"/>
                <a:ea typeface="MiSans Demibold" panose="00000700000000000000" pitchFamily="2" charset="-122"/>
                <a:cs typeface="阿里巴巴普惠体 2.0 115 Black" panose="00020600040101010101" pitchFamily="18" charset="-122"/>
              </a:defRPr>
            </a:lvl1pPr>
          </a:lstStyle>
          <a:p>
            <a:pPr algn="l"/>
            <a:r>
              <a:rPr lang="zh-CN" altLang="en-US" sz="2500" b="1" dirty="0">
                <a:solidFill>
                  <a:srgbClr val="052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融资</a:t>
            </a:r>
            <a:r>
              <a:rPr lang="zh-CN" altLang="en-US" sz="2500" b="1" dirty="0">
                <a:solidFill>
                  <a:srgbClr val="052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需求</a:t>
            </a:r>
            <a:endParaRPr lang="zh-CN" altLang="en-US" sz="2500" b="1" dirty="0">
              <a:solidFill>
                <a:srgbClr val="052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Text 2"/>
          <p:cNvSpPr/>
          <p:nvPr/>
        </p:nvSpPr>
        <p:spPr>
          <a:xfrm>
            <a:off x="762000" y="660400"/>
            <a:ext cx="1143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4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融资300万：换取可验证的阶段成果</a:t>
            </a:r>
            <a:endParaRPr lang="en-US" sz="3200" dirty="0"/>
          </a:p>
        </p:txBody>
      </p:sp>
      <p:sp>
        <p:nvSpPr>
          <p:cNvPr id="18" name="Shape 4"/>
          <p:cNvSpPr/>
          <p:nvPr/>
        </p:nvSpPr>
        <p:spPr>
          <a:xfrm>
            <a:off x="381000" y="1463040"/>
            <a:ext cx="5334000" cy="2159000"/>
          </a:xfrm>
          <a:prstGeom prst="rect">
            <a:avLst/>
          </a:prstGeom>
          <a:solidFill>
            <a:srgbClr val="1B2838"/>
          </a:solidFill>
          <a:effectLst>
            <a:outerShdw blurRad="203200" dist="76200" dir="5400000" algn="bl" rotWithShape="0">
              <a:srgbClr val="1B2838">
                <a:alpha val="14510"/>
              </a:srgbClr>
            </a:outerShdw>
          </a:effectLst>
        </p:spPr>
      </p:sp>
      <p:sp>
        <p:nvSpPr>
          <p:cNvPr id="23" name="Shape 5"/>
          <p:cNvSpPr/>
          <p:nvPr/>
        </p:nvSpPr>
        <p:spPr>
          <a:xfrm>
            <a:off x="381000" y="1463040"/>
            <a:ext cx="5334000" cy="635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24" name="Text 6"/>
          <p:cNvSpPr/>
          <p:nvPr/>
        </p:nvSpPr>
        <p:spPr>
          <a:xfrm>
            <a:off x="762000" y="174244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9BA5B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本轮融资金额</a:t>
            </a:r>
            <a:endParaRPr lang="en-US" sz="1600" dirty="0"/>
          </a:p>
        </p:txBody>
      </p:sp>
      <p:sp>
        <p:nvSpPr>
          <p:cNvPr id="25" name="Text 7"/>
          <p:cNvSpPr/>
          <p:nvPr/>
        </p:nvSpPr>
        <p:spPr>
          <a:xfrm>
            <a:off x="762000" y="2161540"/>
            <a:ext cx="4699000" cy="952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300</a:t>
            </a:r>
            <a:r>
              <a:rPr lang="en-US" sz="2800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万元</a:t>
            </a:r>
            <a:endParaRPr lang="en-US" sz="1600" dirty="0"/>
          </a:p>
        </p:txBody>
      </p:sp>
      <p:sp>
        <p:nvSpPr>
          <p:cNvPr id="26" name="Text 8"/>
          <p:cNvSpPr/>
          <p:nvPr/>
        </p:nvSpPr>
        <p:spPr>
          <a:xfrm>
            <a:off x="6179820" y="1505585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资金用途</a:t>
            </a:r>
            <a:endParaRPr lang="en-US" sz="1600" dirty="0"/>
          </a:p>
        </p:txBody>
      </p:sp>
      <p:sp>
        <p:nvSpPr>
          <p:cNvPr id="27" name="Shape 9"/>
          <p:cNvSpPr/>
          <p:nvPr/>
        </p:nvSpPr>
        <p:spPr>
          <a:xfrm>
            <a:off x="6179820" y="1962785"/>
            <a:ext cx="381000" cy="254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28" name="Shape 10"/>
          <p:cNvSpPr/>
          <p:nvPr/>
        </p:nvSpPr>
        <p:spPr>
          <a:xfrm>
            <a:off x="6179820" y="2267585"/>
            <a:ext cx="5701665" cy="406400"/>
          </a:xfrm>
          <a:prstGeom prst="rect">
            <a:avLst/>
          </a:prstGeom>
          <a:solidFill>
            <a:srgbClr val="EDEAE6"/>
          </a:solidFill>
        </p:spPr>
      </p:sp>
      <p:sp>
        <p:nvSpPr>
          <p:cNvPr id="29" name="Shape 11"/>
          <p:cNvSpPr/>
          <p:nvPr/>
        </p:nvSpPr>
        <p:spPr>
          <a:xfrm>
            <a:off x="6179820" y="2267585"/>
            <a:ext cx="2280920" cy="4064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30" name="Shape 12"/>
          <p:cNvSpPr/>
          <p:nvPr/>
        </p:nvSpPr>
        <p:spPr>
          <a:xfrm>
            <a:off x="8460740" y="2267585"/>
            <a:ext cx="1710690" cy="406400"/>
          </a:xfrm>
          <a:prstGeom prst="rect">
            <a:avLst/>
          </a:prstGeom>
          <a:solidFill>
            <a:srgbClr val="C9956A"/>
          </a:solidFill>
        </p:spPr>
      </p:sp>
      <p:sp>
        <p:nvSpPr>
          <p:cNvPr id="31" name="Shape 13"/>
          <p:cNvSpPr/>
          <p:nvPr/>
        </p:nvSpPr>
        <p:spPr>
          <a:xfrm>
            <a:off x="10171430" y="2267585"/>
            <a:ext cx="1140460" cy="406400"/>
          </a:xfrm>
          <a:prstGeom prst="rect">
            <a:avLst/>
          </a:prstGeom>
          <a:solidFill>
            <a:srgbClr val="B08D5F"/>
          </a:solidFill>
        </p:spPr>
      </p:sp>
      <p:sp>
        <p:nvSpPr>
          <p:cNvPr id="32" name="Shape 14"/>
          <p:cNvSpPr/>
          <p:nvPr/>
        </p:nvSpPr>
        <p:spPr>
          <a:xfrm>
            <a:off x="11311890" y="2267585"/>
            <a:ext cx="570230" cy="406400"/>
          </a:xfrm>
          <a:prstGeom prst="rect">
            <a:avLst/>
          </a:prstGeom>
          <a:solidFill>
            <a:srgbClr val="8A7358"/>
          </a:solidFill>
        </p:spPr>
      </p:sp>
      <p:sp>
        <p:nvSpPr>
          <p:cNvPr id="33" name="Text 15"/>
          <p:cNvSpPr/>
          <p:nvPr/>
        </p:nvSpPr>
        <p:spPr>
          <a:xfrm>
            <a:off x="6179820" y="2839085"/>
            <a:ext cx="4474210" cy="69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■</a:t>
            </a:r>
            <a:r>
              <a:rPr lang="en-US" sz="1300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40% 样机迭代与工程优化 </a:t>
            </a:r>
            <a:r>
              <a:rPr lang="en-US" sz="1300" dirty="0">
                <a:solidFill>
                  <a:srgbClr val="C995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■</a:t>
            </a:r>
            <a:r>
              <a:rPr lang="en-US" sz="1300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30% 算法开发与测试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B08D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■</a:t>
            </a:r>
            <a:r>
              <a:rPr lang="en-US" sz="1300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20% 用户试点与场景验证 </a:t>
            </a:r>
            <a:r>
              <a:rPr lang="en-US" sz="1300" dirty="0">
                <a:solidFill>
                  <a:srgbClr val="8A735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■</a:t>
            </a:r>
            <a:r>
              <a:rPr lang="en-US" sz="1300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10% 小批量试产准备</a:t>
            </a:r>
            <a:endParaRPr lang="en-US" sz="1600" dirty="0"/>
          </a:p>
        </p:txBody>
      </p:sp>
      <p:sp>
        <p:nvSpPr>
          <p:cNvPr id="34" name="Shape 16"/>
          <p:cNvSpPr/>
          <p:nvPr/>
        </p:nvSpPr>
        <p:spPr>
          <a:xfrm>
            <a:off x="473075" y="4135120"/>
            <a:ext cx="11124565" cy="2474595"/>
          </a:xfrm>
          <a:prstGeom prst="rect">
            <a:avLst/>
          </a:prstGeom>
          <a:solidFill>
            <a:srgbClr val="FFFFFF"/>
          </a:solidFill>
          <a:effectLst>
            <a:outerShdw blurRad="152400" dist="50800" dir="5400000" algn="bl" rotWithShape="0">
              <a:srgbClr val="1B2838">
                <a:alpha val="7059"/>
              </a:srgbClr>
            </a:outerShdw>
          </a:effectLst>
        </p:spPr>
      </p:sp>
      <p:sp>
        <p:nvSpPr>
          <p:cNvPr id="35" name="Shape 17"/>
          <p:cNvSpPr/>
          <p:nvPr/>
        </p:nvSpPr>
        <p:spPr>
          <a:xfrm>
            <a:off x="473075" y="4084320"/>
            <a:ext cx="11124000" cy="508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36" name="Text 18"/>
          <p:cNvSpPr/>
          <p:nvPr/>
        </p:nvSpPr>
        <p:spPr>
          <a:xfrm>
            <a:off x="4878705" y="4553585"/>
            <a:ext cx="1854835" cy="3308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预期里程碑</a:t>
            </a:r>
            <a:endParaRPr lang="en-US" sz="1600" dirty="0"/>
          </a:p>
        </p:txBody>
      </p:sp>
      <p:sp>
        <p:nvSpPr>
          <p:cNvPr id="37" name="Shape 19"/>
          <p:cNvSpPr/>
          <p:nvPr/>
        </p:nvSpPr>
        <p:spPr>
          <a:xfrm>
            <a:off x="5615305" y="4945380"/>
            <a:ext cx="381000" cy="762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38" name="Shape 20"/>
          <p:cNvSpPr/>
          <p:nvPr>
            <p:custDataLst>
              <p:tags r:id="rId6"/>
            </p:custDataLst>
          </p:nvPr>
        </p:nvSpPr>
        <p:spPr>
          <a:xfrm>
            <a:off x="1259205" y="5341620"/>
            <a:ext cx="333375" cy="330835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214313" y="0"/>
                </a:moveTo>
                <a:lnTo>
                  <a:pt x="95250" y="0"/>
                </a:lnTo>
                <a:cubicBezTo>
                  <a:pt x="82079" y="0"/>
                  <a:pt x="71438" y="10641"/>
                  <a:pt x="71438" y="23812"/>
                </a:cubicBezTo>
                <a:cubicBezTo>
                  <a:pt x="71438" y="36984"/>
                  <a:pt x="82079" y="47625"/>
                  <a:pt x="95250" y="47625"/>
                </a:cubicBezTo>
                <a:lnTo>
                  <a:pt x="95250" y="160362"/>
                </a:lnTo>
                <a:lnTo>
                  <a:pt x="5581" y="317227"/>
                </a:lnTo>
                <a:cubicBezTo>
                  <a:pt x="1935" y="323701"/>
                  <a:pt x="0" y="330919"/>
                  <a:pt x="0" y="338361"/>
                </a:cubicBezTo>
                <a:cubicBezTo>
                  <a:pt x="0" y="361950"/>
                  <a:pt x="19050" y="381000"/>
                  <a:pt x="42639" y="381000"/>
                </a:cubicBezTo>
                <a:lnTo>
                  <a:pt x="290736" y="381000"/>
                </a:lnTo>
                <a:cubicBezTo>
                  <a:pt x="314251" y="381000"/>
                  <a:pt x="333375" y="361950"/>
                  <a:pt x="333375" y="338361"/>
                </a:cubicBezTo>
                <a:cubicBezTo>
                  <a:pt x="333375" y="330919"/>
                  <a:pt x="331440" y="323627"/>
                  <a:pt x="327794" y="317227"/>
                </a:cubicBezTo>
                <a:lnTo>
                  <a:pt x="238125" y="160362"/>
                </a:lnTo>
                <a:lnTo>
                  <a:pt x="238125" y="47625"/>
                </a:lnTo>
                <a:cubicBezTo>
                  <a:pt x="251296" y="47625"/>
                  <a:pt x="261938" y="36984"/>
                  <a:pt x="261938" y="23812"/>
                </a:cubicBezTo>
                <a:cubicBezTo>
                  <a:pt x="261938" y="10641"/>
                  <a:pt x="251296" y="0"/>
                  <a:pt x="238125" y="0"/>
                </a:cubicBezTo>
                <a:lnTo>
                  <a:pt x="214313" y="0"/>
                </a:lnTo>
                <a:close/>
                <a:moveTo>
                  <a:pt x="142875" y="160362"/>
                </a:moveTo>
                <a:lnTo>
                  <a:pt x="142875" y="47625"/>
                </a:lnTo>
                <a:lnTo>
                  <a:pt x="190500" y="47625"/>
                </a:lnTo>
                <a:lnTo>
                  <a:pt x="190500" y="160362"/>
                </a:lnTo>
                <a:cubicBezTo>
                  <a:pt x="190500" y="168622"/>
                  <a:pt x="192658" y="176808"/>
                  <a:pt x="196751" y="184026"/>
                </a:cubicBezTo>
                <a:lnTo>
                  <a:pt x="227707" y="238125"/>
                </a:lnTo>
                <a:lnTo>
                  <a:pt x="105668" y="238125"/>
                </a:lnTo>
                <a:lnTo>
                  <a:pt x="136624" y="184026"/>
                </a:lnTo>
                <a:cubicBezTo>
                  <a:pt x="140717" y="176808"/>
                  <a:pt x="142875" y="168697"/>
                  <a:pt x="142875" y="160362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39" name="Text 21"/>
          <p:cNvSpPr/>
          <p:nvPr>
            <p:custDataLst>
              <p:tags r:id="rId7"/>
            </p:custDataLst>
          </p:nvPr>
        </p:nvSpPr>
        <p:spPr>
          <a:xfrm>
            <a:off x="1806575" y="5303520"/>
            <a:ext cx="4445000" cy="3530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完成第二代原型样机</a:t>
            </a:r>
            <a:endParaRPr lang="en-US" sz="1600" dirty="0"/>
          </a:p>
        </p:txBody>
      </p:sp>
      <p:sp>
        <p:nvSpPr>
          <p:cNvPr id="40" name="Shape 22"/>
          <p:cNvSpPr/>
          <p:nvPr>
            <p:custDataLst>
              <p:tags r:id="rId8"/>
            </p:custDataLst>
          </p:nvPr>
        </p:nvSpPr>
        <p:spPr>
          <a:xfrm>
            <a:off x="1187450" y="5976620"/>
            <a:ext cx="476250" cy="330835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238125" y="11906"/>
                </a:moveTo>
                <a:cubicBezTo>
                  <a:pt x="280838" y="11906"/>
                  <a:pt x="315516" y="46584"/>
                  <a:pt x="315516" y="89297"/>
                </a:cubicBezTo>
                <a:cubicBezTo>
                  <a:pt x="315516" y="132010"/>
                  <a:pt x="280838" y="166688"/>
                  <a:pt x="238125" y="166688"/>
                </a:cubicBezTo>
                <a:cubicBezTo>
                  <a:pt x="195412" y="166688"/>
                  <a:pt x="160734" y="132010"/>
                  <a:pt x="160734" y="89297"/>
                </a:cubicBezTo>
                <a:cubicBezTo>
                  <a:pt x="160734" y="46584"/>
                  <a:pt x="195412" y="11906"/>
                  <a:pt x="238125" y="11906"/>
                </a:cubicBezTo>
                <a:close/>
                <a:moveTo>
                  <a:pt x="71438" y="65484"/>
                </a:moveTo>
                <a:cubicBezTo>
                  <a:pt x="101008" y="65484"/>
                  <a:pt x="125016" y="89492"/>
                  <a:pt x="125016" y="119063"/>
                </a:cubicBezTo>
                <a:cubicBezTo>
                  <a:pt x="125016" y="148633"/>
                  <a:pt x="101008" y="172641"/>
                  <a:pt x="71438" y="172641"/>
                </a:cubicBezTo>
                <a:cubicBezTo>
                  <a:pt x="41867" y="172641"/>
                  <a:pt x="17859" y="148633"/>
                  <a:pt x="17859" y="119063"/>
                </a:cubicBezTo>
                <a:cubicBezTo>
                  <a:pt x="17859" y="89492"/>
                  <a:pt x="41867" y="65484"/>
                  <a:pt x="71437" y="65484"/>
                </a:cubicBezTo>
                <a:close/>
                <a:moveTo>
                  <a:pt x="0" y="309563"/>
                </a:moveTo>
                <a:cubicBezTo>
                  <a:pt x="0" y="256952"/>
                  <a:pt x="42639" y="214313"/>
                  <a:pt x="95250" y="214313"/>
                </a:cubicBezTo>
                <a:cubicBezTo>
                  <a:pt x="104775" y="214313"/>
                  <a:pt x="114002" y="215726"/>
                  <a:pt x="122709" y="218331"/>
                </a:cubicBezTo>
                <a:cubicBezTo>
                  <a:pt x="98227" y="245715"/>
                  <a:pt x="83344" y="281880"/>
                  <a:pt x="83344" y="321469"/>
                </a:cubicBezTo>
                <a:lnTo>
                  <a:pt x="83344" y="333375"/>
                </a:lnTo>
                <a:cubicBezTo>
                  <a:pt x="83344" y="341858"/>
                  <a:pt x="85130" y="349895"/>
                  <a:pt x="88329" y="357188"/>
                </a:cubicBezTo>
                <a:lnTo>
                  <a:pt x="23812" y="357188"/>
                </a:lnTo>
                <a:cubicBezTo>
                  <a:pt x="10641" y="357188"/>
                  <a:pt x="0" y="346546"/>
                  <a:pt x="0" y="333375"/>
                </a:cubicBezTo>
                <a:lnTo>
                  <a:pt x="0" y="309563"/>
                </a:lnTo>
                <a:close/>
                <a:moveTo>
                  <a:pt x="387921" y="357188"/>
                </a:moveTo>
                <a:cubicBezTo>
                  <a:pt x="391120" y="349895"/>
                  <a:pt x="392906" y="341858"/>
                  <a:pt x="392906" y="333375"/>
                </a:cubicBezTo>
                <a:lnTo>
                  <a:pt x="392906" y="321469"/>
                </a:lnTo>
                <a:cubicBezTo>
                  <a:pt x="392906" y="281880"/>
                  <a:pt x="378023" y="245715"/>
                  <a:pt x="353541" y="218331"/>
                </a:cubicBezTo>
                <a:cubicBezTo>
                  <a:pt x="362248" y="215726"/>
                  <a:pt x="371475" y="214313"/>
                  <a:pt x="381000" y="214313"/>
                </a:cubicBezTo>
                <a:cubicBezTo>
                  <a:pt x="433611" y="214313"/>
                  <a:pt x="476250" y="256952"/>
                  <a:pt x="476250" y="309563"/>
                </a:cubicBezTo>
                <a:lnTo>
                  <a:pt x="476250" y="333375"/>
                </a:lnTo>
                <a:cubicBezTo>
                  <a:pt x="476250" y="346546"/>
                  <a:pt x="465609" y="357188"/>
                  <a:pt x="452438" y="357188"/>
                </a:cubicBezTo>
                <a:lnTo>
                  <a:pt x="387921" y="357188"/>
                </a:lnTo>
                <a:close/>
                <a:moveTo>
                  <a:pt x="351234" y="119063"/>
                </a:moveTo>
                <a:cubicBezTo>
                  <a:pt x="351234" y="89492"/>
                  <a:pt x="375242" y="65484"/>
                  <a:pt x="404813" y="65484"/>
                </a:cubicBezTo>
                <a:cubicBezTo>
                  <a:pt x="434383" y="65484"/>
                  <a:pt x="458391" y="89492"/>
                  <a:pt x="458391" y="119062"/>
                </a:cubicBezTo>
                <a:cubicBezTo>
                  <a:pt x="458391" y="148633"/>
                  <a:pt x="434383" y="172641"/>
                  <a:pt x="404813" y="172641"/>
                </a:cubicBezTo>
                <a:cubicBezTo>
                  <a:pt x="375242" y="172641"/>
                  <a:pt x="351234" y="148633"/>
                  <a:pt x="351234" y="119063"/>
                </a:cubicBezTo>
                <a:close/>
                <a:moveTo>
                  <a:pt x="119063" y="321469"/>
                </a:moveTo>
                <a:cubicBezTo>
                  <a:pt x="119063" y="255687"/>
                  <a:pt x="172343" y="202406"/>
                  <a:pt x="238125" y="202406"/>
                </a:cubicBezTo>
                <a:cubicBezTo>
                  <a:pt x="303907" y="202406"/>
                  <a:pt x="357188" y="255687"/>
                  <a:pt x="357188" y="321469"/>
                </a:cubicBezTo>
                <a:lnTo>
                  <a:pt x="357188" y="333375"/>
                </a:lnTo>
                <a:cubicBezTo>
                  <a:pt x="357188" y="346546"/>
                  <a:pt x="346546" y="357188"/>
                  <a:pt x="333375" y="357188"/>
                </a:cubicBezTo>
                <a:lnTo>
                  <a:pt x="142875" y="357188"/>
                </a:lnTo>
                <a:cubicBezTo>
                  <a:pt x="129704" y="357188"/>
                  <a:pt x="119063" y="346546"/>
                  <a:pt x="119063" y="333375"/>
                </a:cubicBezTo>
                <a:lnTo>
                  <a:pt x="119063" y="321469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41" name="Text 23"/>
          <p:cNvSpPr/>
          <p:nvPr>
            <p:custDataLst>
              <p:tags r:id="rId9"/>
            </p:custDataLst>
          </p:nvPr>
        </p:nvSpPr>
        <p:spPr>
          <a:xfrm>
            <a:off x="1806575" y="5938520"/>
            <a:ext cx="5080000" cy="3530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完成30-50名真实用户测试</a:t>
            </a:r>
            <a:endParaRPr lang="en-US" sz="1600" dirty="0"/>
          </a:p>
        </p:txBody>
      </p:sp>
      <p:sp>
        <p:nvSpPr>
          <p:cNvPr id="42" name="Shape 24"/>
          <p:cNvSpPr/>
          <p:nvPr>
            <p:custDataLst>
              <p:tags r:id="rId10"/>
            </p:custDataLst>
          </p:nvPr>
        </p:nvSpPr>
        <p:spPr>
          <a:xfrm>
            <a:off x="6886575" y="5303520"/>
            <a:ext cx="428625" cy="330835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00099" y="63401"/>
                </a:moveTo>
                <a:lnTo>
                  <a:pt x="113333" y="159841"/>
                </a:lnTo>
                <a:cubicBezTo>
                  <a:pt x="109910" y="163637"/>
                  <a:pt x="110058" y="169515"/>
                  <a:pt x="113705" y="173162"/>
                </a:cubicBezTo>
                <a:cubicBezTo>
                  <a:pt x="136401" y="195858"/>
                  <a:pt x="173236" y="195858"/>
                  <a:pt x="195932" y="173162"/>
                </a:cubicBezTo>
                <a:lnTo>
                  <a:pt x="219596" y="149498"/>
                </a:lnTo>
                <a:cubicBezTo>
                  <a:pt x="222721" y="146372"/>
                  <a:pt x="226665" y="144661"/>
                  <a:pt x="230684" y="144363"/>
                </a:cubicBezTo>
                <a:cubicBezTo>
                  <a:pt x="235744" y="143917"/>
                  <a:pt x="240953" y="145628"/>
                  <a:pt x="244822" y="149498"/>
                </a:cubicBezTo>
                <a:lnTo>
                  <a:pt x="376238" y="279797"/>
                </a:lnTo>
                <a:lnTo>
                  <a:pt x="428625" y="238125"/>
                </a:lnTo>
                <a:lnTo>
                  <a:pt x="428625" y="23812"/>
                </a:lnTo>
                <a:lnTo>
                  <a:pt x="345281" y="71438"/>
                </a:lnTo>
                <a:lnTo>
                  <a:pt x="327571" y="59606"/>
                </a:lnTo>
                <a:cubicBezTo>
                  <a:pt x="315813" y="51792"/>
                  <a:pt x="302047" y="47625"/>
                  <a:pt x="287908" y="47625"/>
                </a:cubicBezTo>
                <a:lnTo>
                  <a:pt x="235521" y="47625"/>
                </a:lnTo>
                <a:cubicBezTo>
                  <a:pt x="234702" y="47625"/>
                  <a:pt x="233809" y="47625"/>
                  <a:pt x="232990" y="47699"/>
                </a:cubicBezTo>
                <a:cubicBezTo>
                  <a:pt x="220414" y="48369"/>
                  <a:pt x="208583" y="54025"/>
                  <a:pt x="200099" y="63401"/>
                </a:cubicBezTo>
                <a:close/>
                <a:moveTo>
                  <a:pt x="86767" y="135954"/>
                </a:moveTo>
                <a:lnTo>
                  <a:pt x="166241" y="47625"/>
                </a:lnTo>
                <a:lnTo>
                  <a:pt x="136773" y="47625"/>
                </a:lnTo>
                <a:cubicBezTo>
                  <a:pt x="117797" y="47625"/>
                  <a:pt x="99640" y="55141"/>
                  <a:pt x="86246" y="68535"/>
                </a:cubicBezTo>
                <a:lnTo>
                  <a:pt x="83344" y="71438"/>
                </a:lnTo>
                <a:lnTo>
                  <a:pt x="0" y="23812"/>
                </a:lnTo>
                <a:lnTo>
                  <a:pt x="0" y="238125"/>
                </a:lnTo>
                <a:lnTo>
                  <a:pt x="116384" y="335087"/>
                </a:lnTo>
                <a:cubicBezTo>
                  <a:pt x="133499" y="349374"/>
                  <a:pt x="155079" y="357188"/>
                  <a:pt x="177329" y="357188"/>
                </a:cubicBezTo>
                <a:lnTo>
                  <a:pt x="189012" y="357188"/>
                </a:lnTo>
                <a:lnTo>
                  <a:pt x="183803" y="351979"/>
                </a:lnTo>
                <a:cubicBezTo>
                  <a:pt x="176808" y="344984"/>
                  <a:pt x="176808" y="333673"/>
                  <a:pt x="183803" y="326752"/>
                </a:cubicBezTo>
                <a:cubicBezTo>
                  <a:pt x="190798" y="319832"/>
                  <a:pt x="202109" y="319757"/>
                  <a:pt x="209029" y="326752"/>
                </a:cubicBezTo>
                <a:lnTo>
                  <a:pt x="239539" y="357262"/>
                </a:lnTo>
                <a:lnTo>
                  <a:pt x="246236" y="357262"/>
                </a:lnTo>
                <a:cubicBezTo>
                  <a:pt x="260449" y="357262"/>
                  <a:pt x="274365" y="354062"/>
                  <a:pt x="287015" y="348109"/>
                </a:cubicBezTo>
                <a:lnTo>
                  <a:pt x="267146" y="328166"/>
                </a:lnTo>
                <a:cubicBezTo>
                  <a:pt x="260152" y="321171"/>
                  <a:pt x="260152" y="309860"/>
                  <a:pt x="267146" y="302940"/>
                </a:cubicBezTo>
                <a:cubicBezTo>
                  <a:pt x="274141" y="296019"/>
                  <a:pt x="285452" y="295945"/>
                  <a:pt x="292373" y="302940"/>
                </a:cubicBezTo>
                <a:lnTo>
                  <a:pt x="316185" y="326752"/>
                </a:lnTo>
                <a:lnTo>
                  <a:pt x="329208" y="313730"/>
                </a:lnTo>
                <a:cubicBezTo>
                  <a:pt x="335831" y="307107"/>
                  <a:pt x="337765" y="297507"/>
                  <a:pt x="334863" y="289099"/>
                </a:cubicBezTo>
                <a:lnTo>
                  <a:pt x="232246" y="187300"/>
                </a:lnTo>
                <a:lnTo>
                  <a:pt x="221159" y="198388"/>
                </a:lnTo>
                <a:cubicBezTo>
                  <a:pt x="184472" y="235074"/>
                  <a:pt x="125090" y="235074"/>
                  <a:pt x="88404" y="198388"/>
                </a:cubicBezTo>
                <a:cubicBezTo>
                  <a:pt x="71289" y="181273"/>
                  <a:pt x="70619" y="153814"/>
                  <a:pt x="86767" y="135880"/>
                </a:cubicBezTo>
                <a:close/>
              </a:path>
            </a:pathLst>
          </a:custGeom>
          <a:solidFill>
            <a:srgbClr val="D4A056"/>
          </a:solidFill>
        </p:spPr>
      </p:sp>
      <p:sp>
        <p:nvSpPr>
          <p:cNvPr id="43" name="Text 25"/>
          <p:cNvSpPr/>
          <p:nvPr>
            <p:custDataLst>
              <p:tags r:id="rId11"/>
            </p:custDataLst>
          </p:nvPr>
        </p:nvSpPr>
        <p:spPr>
          <a:xfrm>
            <a:off x="7594600" y="5281295"/>
            <a:ext cx="5080000" cy="3530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达成2-3个试点合作场景</a:t>
            </a:r>
            <a:endParaRPr lang="en-US" sz="1600" dirty="0"/>
          </a:p>
        </p:txBody>
      </p:sp>
      <p:sp>
        <p:nvSpPr>
          <p:cNvPr id="44" name="Shape 26"/>
          <p:cNvSpPr/>
          <p:nvPr>
            <p:custDataLst>
              <p:tags r:id="rId12"/>
            </p:custDataLst>
          </p:nvPr>
        </p:nvSpPr>
        <p:spPr>
          <a:xfrm>
            <a:off x="6910705" y="5938520"/>
            <a:ext cx="381000" cy="330835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3812" y="23812"/>
                </a:moveTo>
                <a:cubicBezTo>
                  <a:pt x="10641" y="23812"/>
                  <a:pt x="0" y="34454"/>
                  <a:pt x="0" y="47625"/>
                </a:cubicBezTo>
                <a:lnTo>
                  <a:pt x="0" y="321469"/>
                </a:lnTo>
                <a:cubicBezTo>
                  <a:pt x="0" y="341188"/>
                  <a:pt x="15999" y="357188"/>
                  <a:pt x="35719" y="357188"/>
                </a:cubicBezTo>
                <a:lnTo>
                  <a:pt x="345281" y="357188"/>
                </a:lnTo>
                <a:cubicBezTo>
                  <a:pt x="365001" y="357188"/>
                  <a:pt x="381000" y="341188"/>
                  <a:pt x="381000" y="321469"/>
                </a:cubicBezTo>
                <a:lnTo>
                  <a:pt x="381000" y="113258"/>
                </a:lnTo>
                <a:cubicBezTo>
                  <a:pt x="381000" y="99715"/>
                  <a:pt x="366564" y="91157"/>
                  <a:pt x="354657" y="97557"/>
                </a:cubicBezTo>
                <a:lnTo>
                  <a:pt x="238125" y="160288"/>
                </a:lnTo>
                <a:lnTo>
                  <a:pt x="238125" y="113258"/>
                </a:lnTo>
                <a:cubicBezTo>
                  <a:pt x="238125" y="99715"/>
                  <a:pt x="223689" y="91157"/>
                  <a:pt x="211782" y="97557"/>
                </a:cubicBezTo>
                <a:lnTo>
                  <a:pt x="95250" y="160288"/>
                </a:lnTo>
                <a:lnTo>
                  <a:pt x="95250" y="47625"/>
                </a:lnTo>
                <a:cubicBezTo>
                  <a:pt x="95250" y="34454"/>
                  <a:pt x="84609" y="23812"/>
                  <a:pt x="71438" y="23812"/>
                </a:cubicBezTo>
                <a:lnTo>
                  <a:pt x="23812" y="23812"/>
                </a:lnTo>
                <a:close/>
              </a:path>
            </a:pathLst>
          </a:custGeom>
          <a:solidFill>
            <a:srgbClr val="D4A056"/>
          </a:solidFill>
        </p:spPr>
      </p:sp>
      <p:sp>
        <p:nvSpPr>
          <p:cNvPr id="45" name="Text 27"/>
          <p:cNvSpPr/>
          <p:nvPr>
            <p:custDataLst>
              <p:tags r:id="rId13"/>
            </p:custDataLst>
          </p:nvPr>
        </p:nvSpPr>
        <p:spPr>
          <a:xfrm>
            <a:off x="7594600" y="5926455"/>
            <a:ext cx="5080000" cy="3530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具备小批量交付条件</a:t>
            </a:r>
            <a:endParaRPr lang="en-US" sz="1600" dirty="0"/>
          </a:p>
        </p:txBody>
      </p:sp>
    </p:spTree>
    <p:custDataLst>
      <p:tags r:id="rId1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背景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0"/>
            <a:ext cx="12192000" cy="6852285"/>
          </a:xfrm>
          <a:prstGeom prst="rect">
            <a:avLst/>
          </a:prstGeom>
        </p:spPr>
      </p:pic>
      <p:cxnSp>
        <p:nvCxnSpPr>
          <p:cNvPr id="2" name="26"/>
          <p:cNvCxnSpPr/>
          <p:nvPr>
            <p:custDataLst>
              <p:tags r:id="rId2"/>
            </p:custDataLst>
          </p:nvPr>
        </p:nvCxnSpPr>
        <p:spPr>
          <a:xfrm>
            <a:off x="3096640" y="450188"/>
            <a:ext cx="3183563" cy="0"/>
          </a:xfrm>
          <a:prstGeom prst="line">
            <a:avLst/>
          </a:prstGeom>
          <a:ln w="12700">
            <a:gradFill>
              <a:gsLst>
                <a:gs pos="34000">
                  <a:srgbClr val="3884C0"/>
                </a:gs>
                <a:gs pos="100000">
                  <a:srgbClr val="50B99A">
                    <a:alpha val="0"/>
                  </a:srgbClr>
                </a:gs>
              </a:gsLst>
              <a:lin ang="0" scaled="0"/>
            </a:gra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19860" y="246745"/>
            <a:ext cx="406400" cy="406400"/>
            <a:chOff x="1061" y="-1328"/>
            <a:chExt cx="640" cy="640"/>
          </a:xfrm>
        </p:grpSpPr>
        <p:sp>
          <p:nvSpPr>
            <p:cNvPr id="4" name="27"/>
            <p:cNvSpPr/>
            <p:nvPr>
              <p:custDataLst>
                <p:tags r:id="rId3"/>
              </p:custDataLst>
            </p:nvPr>
          </p:nvSpPr>
          <p:spPr>
            <a:xfrm>
              <a:off x="1061" y="-1328"/>
              <a:ext cx="641" cy="641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rgbClr val="0E4F92"/>
                  </a:gs>
                  <a:gs pos="100000">
                    <a:srgbClr val="50B99A"/>
                  </a:gs>
                </a:gsLst>
                <a:path path="circle">
                  <a:fillToRect r="100000" b="100000"/>
                </a:path>
                <a:tileRect l="-100000" t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" name="28"/>
            <p:cNvSpPr/>
            <p:nvPr>
              <p:custDataLst>
                <p:tags r:id="rId4"/>
              </p:custDataLst>
            </p:nvPr>
          </p:nvSpPr>
          <p:spPr>
            <a:xfrm>
              <a:off x="1146" y="-1243"/>
              <a:ext cx="471" cy="471"/>
            </a:xfrm>
            <a:custGeom>
              <a:avLst/>
              <a:gdLst>
                <a:gd name="connsiteX0" fmla="*/ 203577 w 407154"/>
                <a:gd name="connsiteY0" fmla="*/ 0 h 407154"/>
                <a:gd name="connsiteX1" fmla="*/ 407154 w 407154"/>
                <a:gd name="connsiteY1" fmla="*/ 203577 h 407154"/>
                <a:gd name="connsiteX2" fmla="*/ 203577 w 407154"/>
                <a:gd name="connsiteY2" fmla="*/ 407154 h 407154"/>
                <a:gd name="connsiteX3" fmla="*/ 0 w 407154"/>
                <a:gd name="connsiteY3" fmla="*/ 203577 h 407154"/>
                <a:gd name="connsiteX4" fmla="*/ 203577 w 407154"/>
                <a:gd name="connsiteY4" fmla="*/ 0 h 407154"/>
                <a:gd name="connsiteX5" fmla="*/ 203576 w 407154"/>
                <a:gd name="connsiteY5" fmla="*/ 113987 h 407154"/>
                <a:gd name="connsiteX6" fmla="*/ 113987 w 407154"/>
                <a:gd name="connsiteY6" fmla="*/ 203576 h 407154"/>
                <a:gd name="connsiteX7" fmla="*/ 203576 w 407154"/>
                <a:gd name="connsiteY7" fmla="*/ 293165 h 407154"/>
                <a:gd name="connsiteX8" fmla="*/ 293165 w 407154"/>
                <a:gd name="connsiteY8" fmla="*/ 203576 h 407154"/>
                <a:gd name="connsiteX9" fmla="*/ 203576 w 407154"/>
                <a:gd name="connsiteY9" fmla="*/ 113987 h 407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154" h="407154">
                  <a:moveTo>
                    <a:pt x="203577" y="0"/>
                  </a:moveTo>
                  <a:cubicBezTo>
                    <a:pt x="316009" y="0"/>
                    <a:pt x="407154" y="91145"/>
                    <a:pt x="407154" y="203577"/>
                  </a:cubicBezTo>
                  <a:cubicBezTo>
                    <a:pt x="407154" y="316009"/>
                    <a:pt x="316009" y="407154"/>
                    <a:pt x="203577" y="407154"/>
                  </a:cubicBezTo>
                  <a:cubicBezTo>
                    <a:pt x="91145" y="407154"/>
                    <a:pt x="0" y="316009"/>
                    <a:pt x="0" y="203577"/>
                  </a:cubicBezTo>
                  <a:cubicBezTo>
                    <a:pt x="0" y="91145"/>
                    <a:pt x="91145" y="0"/>
                    <a:pt x="203577" y="0"/>
                  </a:cubicBezTo>
                  <a:close/>
                  <a:moveTo>
                    <a:pt x="203576" y="113987"/>
                  </a:moveTo>
                  <a:cubicBezTo>
                    <a:pt x="154097" y="113987"/>
                    <a:pt x="113987" y="154097"/>
                    <a:pt x="113987" y="203576"/>
                  </a:cubicBezTo>
                  <a:cubicBezTo>
                    <a:pt x="113987" y="253055"/>
                    <a:pt x="154097" y="293165"/>
                    <a:pt x="203576" y="293165"/>
                  </a:cubicBezTo>
                  <a:cubicBezTo>
                    <a:pt x="253055" y="293165"/>
                    <a:pt x="293165" y="253055"/>
                    <a:pt x="293165" y="203576"/>
                  </a:cubicBezTo>
                  <a:cubicBezTo>
                    <a:pt x="293165" y="154097"/>
                    <a:pt x="253055" y="113987"/>
                    <a:pt x="203576" y="113987"/>
                  </a:cubicBezTo>
                  <a:close/>
                </a:path>
              </a:pathLst>
            </a:custGeom>
            <a:gradFill>
              <a:gsLst>
                <a:gs pos="60000">
                  <a:srgbClr val="0E4F92"/>
                </a:gs>
                <a:gs pos="100000">
                  <a:srgbClr val="50B99A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0" name="29"/>
          <p:cNvSpPr txBox="1"/>
          <p:nvPr>
            <p:custDataLst>
              <p:tags r:id="rId5"/>
            </p:custDataLst>
          </p:nvPr>
        </p:nvSpPr>
        <p:spPr>
          <a:xfrm>
            <a:off x="572634" y="212381"/>
            <a:ext cx="1452880" cy="47561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defTabSz="348615">
              <a:defRPr sz="3200">
                <a:gradFill flip="none" rotWithShape="1">
                  <a:gsLst>
                    <a:gs pos="81000">
                      <a:schemeClr val="accent1">
                        <a:lumMod val="10000"/>
                        <a:lumOff val="90000"/>
                      </a:schemeClr>
                    </a:gs>
                    <a:gs pos="0">
                      <a:schemeClr val="accent2">
                        <a:lumMod val="10000"/>
                        <a:lumOff val="90000"/>
                      </a:schemeClr>
                    </a:gs>
                    <a:gs pos="33000">
                      <a:schemeClr val="bg1">
                        <a:lumMod val="91000"/>
                        <a:lumOff val="9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50800" dist="76200" dir="5400000" algn="t" rotWithShape="0">
                    <a:prstClr val="black">
                      <a:alpha val="5000"/>
                    </a:prstClr>
                  </a:outerShdw>
                </a:effectLst>
                <a:latin typeface="MiSans Demibold" panose="00000700000000000000" pitchFamily="2" charset="-122"/>
                <a:ea typeface="MiSans Demibold" panose="00000700000000000000" pitchFamily="2" charset="-122"/>
                <a:cs typeface="阿里巴巴普惠体 2.0 115 Black" panose="00020600040101010101" pitchFamily="18" charset="-122"/>
              </a:defRPr>
            </a:lvl1pPr>
          </a:lstStyle>
          <a:p>
            <a:pPr algn="l"/>
            <a:r>
              <a:rPr lang="zh-CN" altLang="en-US" sz="2500" b="1" dirty="0">
                <a:solidFill>
                  <a:srgbClr val="052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发展</a:t>
            </a:r>
            <a:r>
              <a:rPr lang="zh-CN" altLang="en-US" sz="2500" b="1" dirty="0">
                <a:solidFill>
                  <a:srgbClr val="052D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路线</a:t>
            </a:r>
            <a:endParaRPr lang="zh-CN" altLang="en-US" sz="2500" b="1" dirty="0">
              <a:solidFill>
                <a:srgbClr val="052D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Shape 4"/>
          <p:cNvSpPr/>
          <p:nvPr/>
        </p:nvSpPr>
        <p:spPr>
          <a:xfrm>
            <a:off x="254000" y="1943100"/>
            <a:ext cx="11520000" cy="50800"/>
          </a:xfrm>
          <a:prstGeom prst="rect">
            <a:avLst/>
          </a:prstGeom>
          <a:gradFill flip="none" rotWithShape="1">
            <a:gsLst>
              <a:gs pos="0">
                <a:srgbClr val="D4A056"/>
              </a:gs>
              <a:gs pos="100000">
                <a:srgbClr val="D4A056">
                  <a:alpha val="25000"/>
                </a:srgbClr>
              </a:gs>
            </a:gsLst>
            <a:lin ang="0" scaled="1"/>
          </a:gradFill>
        </p:spPr>
      </p:sp>
      <p:sp>
        <p:nvSpPr>
          <p:cNvPr id="14" name="Shape 5"/>
          <p:cNvSpPr/>
          <p:nvPr/>
        </p:nvSpPr>
        <p:spPr>
          <a:xfrm>
            <a:off x="1739900" y="1786255"/>
            <a:ext cx="304800" cy="304800"/>
          </a:xfrm>
          <a:prstGeom prst="ellipse">
            <a:avLst/>
          </a:prstGeom>
          <a:solidFill>
            <a:srgbClr val="D4A056"/>
          </a:solidFill>
          <a:effectLst>
            <a:outerShdw blurRad="101600" dist="50800" dir="2700000" algn="bl" rotWithShape="0">
              <a:srgbClr val="D4A056">
                <a:alpha val="31373"/>
              </a:srgbClr>
            </a:outerShdw>
          </a:effectLst>
        </p:spPr>
      </p:sp>
      <p:sp>
        <p:nvSpPr>
          <p:cNvPr id="15" name="Text 6"/>
          <p:cNvSpPr/>
          <p:nvPr/>
        </p:nvSpPr>
        <p:spPr>
          <a:xfrm>
            <a:off x="1066800" y="1381760"/>
            <a:ext cx="1651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0-6个月</a:t>
            </a:r>
            <a:endParaRPr lang="en-US" sz="1600" dirty="0"/>
          </a:p>
        </p:txBody>
      </p:sp>
      <p:sp>
        <p:nvSpPr>
          <p:cNvPr id="16" name="Shape 7"/>
          <p:cNvSpPr/>
          <p:nvPr/>
        </p:nvSpPr>
        <p:spPr>
          <a:xfrm>
            <a:off x="254000" y="2432050"/>
            <a:ext cx="3600000" cy="3420000"/>
          </a:xfrm>
          <a:prstGeom prst="rect">
            <a:avLst/>
          </a:prstGeom>
          <a:solidFill>
            <a:srgbClr val="FFFFFF"/>
          </a:solidFill>
          <a:effectLst>
            <a:outerShdw blurRad="152400" dist="50800" dir="5400000" algn="bl" rotWithShape="0">
              <a:srgbClr val="1B2838">
                <a:alpha val="7059"/>
              </a:srgbClr>
            </a:outerShdw>
          </a:effectLst>
        </p:spPr>
      </p:sp>
      <p:sp>
        <p:nvSpPr>
          <p:cNvPr id="17" name="Shape 8"/>
          <p:cNvSpPr/>
          <p:nvPr/>
        </p:nvSpPr>
        <p:spPr>
          <a:xfrm>
            <a:off x="254000" y="2432050"/>
            <a:ext cx="3600000" cy="508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18" name="Text 9"/>
          <p:cNvSpPr/>
          <p:nvPr/>
        </p:nvSpPr>
        <p:spPr>
          <a:xfrm>
            <a:off x="571500" y="2749550"/>
            <a:ext cx="3937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样机开发期</a:t>
            </a:r>
            <a:endParaRPr lang="en-US" sz="1600" dirty="0"/>
          </a:p>
        </p:txBody>
      </p:sp>
      <p:sp>
        <p:nvSpPr>
          <p:cNvPr id="20" name="Shape 10"/>
          <p:cNvSpPr/>
          <p:nvPr/>
        </p:nvSpPr>
        <p:spPr>
          <a:xfrm>
            <a:off x="571500" y="3257550"/>
            <a:ext cx="381000" cy="254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21" name="Text 11"/>
          <p:cNvSpPr/>
          <p:nvPr/>
        </p:nvSpPr>
        <p:spPr>
          <a:xfrm>
            <a:off x="571500" y="3511550"/>
            <a:ext cx="3937000" cy="222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90000"/>
              </a:lnSpc>
            </a:pPr>
            <a:r>
              <a:rPr lang="en-US" sz="16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完成样机开发</a:t>
            </a:r>
            <a:endParaRPr lang="en-US" sz="1800" dirty="0"/>
          </a:p>
          <a:p>
            <a:pPr>
              <a:lnSpc>
                <a:spcPct val="190000"/>
              </a:lnSpc>
            </a:pPr>
            <a:r>
              <a:rPr lang="en-US" sz="16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核心功能打通</a:t>
            </a:r>
            <a:endParaRPr lang="en-US" sz="1800" dirty="0"/>
          </a:p>
          <a:p>
            <a:pPr>
              <a:lnSpc>
                <a:spcPct val="190000"/>
              </a:lnSpc>
            </a:pPr>
            <a:r>
              <a:rPr lang="en-US" sz="16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进行首轮用户测试</a:t>
            </a:r>
            <a:endParaRPr lang="en-US" sz="1800" dirty="0"/>
          </a:p>
          <a:p>
            <a:pPr>
              <a:lnSpc>
                <a:spcPct val="190000"/>
              </a:lnSpc>
              <a:spcBef>
                <a:spcPts val="1400"/>
              </a:spcBef>
            </a:pPr>
            <a:r>
              <a:rPr lang="en-US" sz="1300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验证目标：技术可行性</a:t>
            </a:r>
            <a:endParaRPr lang="en-US" sz="1800" dirty="0"/>
          </a:p>
        </p:txBody>
      </p:sp>
      <p:sp>
        <p:nvSpPr>
          <p:cNvPr id="22" name="Shape 12"/>
          <p:cNvSpPr/>
          <p:nvPr/>
        </p:nvSpPr>
        <p:spPr>
          <a:xfrm>
            <a:off x="5816600" y="1786255"/>
            <a:ext cx="304800" cy="304800"/>
          </a:xfrm>
          <a:prstGeom prst="ellipse">
            <a:avLst/>
          </a:prstGeom>
          <a:solidFill>
            <a:srgbClr val="D4A056"/>
          </a:solidFill>
          <a:effectLst>
            <a:outerShdw blurRad="101600" dist="50800" dir="2700000" algn="bl" rotWithShape="0">
              <a:srgbClr val="D4A056">
                <a:alpha val="31373"/>
              </a:srgbClr>
            </a:outerShdw>
          </a:effectLst>
        </p:spPr>
      </p:sp>
      <p:sp>
        <p:nvSpPr>
          <p:cNvPr id="23" name="Text 13"/>
          <p:cNvSpPr/>
          <p:nvPr/>
        </p:nvSpPr>
        <p:spPr>
          <a:xfrm>
            <a:off x="5054600" y="1320800"/>
            <a:ext cx="18288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6-12个月</a:t>
            </a:r>
            <a:endParaRPr lang="en-US" sz="1600" dirty="0"/>
          </a:p>
        </p:txBody>
      </p:sp>
      <p:sp>
        <p:nvSpPr>
          <p:cNvPr id="24" name="Shape 14"/>
          <p:cNvSpPr/>
          <p:nvPr/>
        </p:nvSpPr>
        <p:spPr>
          <a:xfrm>
            <a:off x="4205605" y="2444750"/>
            <a:ext cx="3600000" cy="3420000"/>
          </a:xfrm>
          <a:prstGeom prst="rect">
            <a:avLst/>
          </a:prstGeom>
          <a:solidFill>
            <a:srgbClr val="FFFFFF"/>
          </a:solidFill>
          <a:effectLst>
            <a:outerShdw blurRad="152400" dist="50800" dir="5400000" algn="bl" rotWithShape="0">
              <a:srgbClr val="1B2838">
                <a:alpha val="7059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25" name="Shape 15"/>
          <p:cNvSpPr/>
          <p:nvPr/>
        </p:nvSpPr>
        <p:spPr>
          <a:xfrm>
            <a:off x="4205605" y="2444750"/>
            <a:ext cx="3600000" cy="508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26" name="Text 16"/>
          <p:cNvSpPr/>
          <p:nvPr/>
        </p:nvSpPr>
        <p:spPr>
          <a:xfrm>
            <a:off x="4523105" y="2762250"/>
            <a:ext cx="3937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试点验证期</a:t>
            </a:r>
            <a:endParaRPr lang="en-US" sz="1600" dirty="0"/>
          </a:p>
        </p:txBody>
      </p:sp>
      <p:sp>
        <p:nvSpPr>
          <p:cNvPr id="27" name="Shape 17"/>
          <p:cNvSpPr/>
          <p:nvPr/>
        </p:nvSpPr>
        <p:spPr>
          <a:xfrm>
            <a:off x="4523105" y="3270250"/>
            <a:ext cx="381000" cy="254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28" name="Text 18"/>
          <p:cNvSpPr/>
          <p:nvPr/>
        </p:nvSpPr>
        <p:spPr>
          <a:xfrm>
            <a:off x="4523105" y="3524250"/>
            <a:ext cx="3937000" cy="222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90000"/>
              </a:lnSpc>
            </a:pPr>
            <a:r>
              <a:rPr lang="en-US" sz="16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优化识别与反馈稳定性</a:t>
            </a:r>
            <a:endParaRPr lang="en-US" sz="1800" dirty="0"/>
          </a:p>
          <a:p>
            <a:pPr>
              <a:lnSpc>
                <a:spcPct val="190000"/>
              </a:lnSpc>
            </a:pPr>
            <a:r>
              <a:rPr lang="en-US" sz="16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落地1-2个试点机构</a:t>
            </a:r>
            <a:endParaRPr lang="en-US" sz="1800" dirty="0"/>
          </a:p>
          <a:p>
            <a:pPr>
              <a:lnSpc>
                <a:spcPct val="190000"/>
              </a:lnSpc>
            </a:pPr>
            <a:r>
              <a:rPr lang="en-US" sz="16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完成小批量试制</a:t>
            </a:r>
            <a:endParaRPr lang="en-US" sz="1800" dirty="0"/>
          </a:p>
          <a:p>
            <a:pPr>
              <a:lnSpc>
                <a:spcPct val="190000"/>
              </a:lnSpc>
              <a:spcBef>
                <a:spcPts val="1400"/>
              </a:spcBef>
            </a:pPr>
            <a:r>
              <a:rPr lang="en-US" sz="1300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验证目标：产品可用性</a:t>
            </a:r>
            <a:endParaRPr lang="en-US" sz="1800" dirty="0"/>
          </a:p>
        </p:txBody>
      </p:sp>
      <p:sp>
        <p:nvSpPr>
          <p:cNvPr id="29" name="Shape 19"/>
          <p:cNvSpPr/>
          <p:nvPr/>
        </p:nvSpPr>
        <p:spPr>
          <a:xfrm>
            <a:off x="9804400" y="1785620"/>
            <a:ext cx="304800" cy="304800"/>
          </a:xfrm>
          <a:prstGeom prst="ellipse">
            <a:avLst/>
          </a:prstGeom>
          <a:solidFill>
            <a:srgbClr val="D4A056"/>
          </a:solidFill>
          <a:effectLst>
            <a:outerShdw blurRad="101600" dist="50800" dir="2700000" algn="bl" rotWithShape="0">
              <a:srgbClr val="D4A056">
                <a:alpha val="31373"/>
              </a:srgbClr>
            </a:outerShdw>
          </a:effectLst>
        </p:spPr>
      </p:sp>
      <p:sp>
        <p:nvSpPr>
          <p:cNvPr id="30" name="Text 20"/>
          <p:cNvSpPr/>
          <p:nvPr/>
        </p:nvSpPr>
        <p:spPr>
          <a:xfrm>
            <a:off x="9042400" y="1333500"/>
            <a:ext cx="18288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D4A05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12-24个月</a:t>
            </a:r>
            <a:endParaRPr lang="en-US" sz="1600" dirty="0"/>
          </a:p>
        </p:txBody>
      </p:sp>
      <p:sp>
        <p:nvSpPr>
          <p:cNvPr id="31" name="Shape 21"/>
          <p:cNvSpPr/>
          <p:nvPr/>
        </p:nvSpPr>
        <p:spPr>
          <a:xfrm>
            <a:off x="8157210" y="2451100"/>
            <a:ext cx="3600000" cy="3420000"/>
          </a:xfrm>
          <a:prstGeom prst="rect">
            <a:avLst/>
          </a:prstGeom>
          <a:solidFill>
            <a:srgbClr val="FFFFFF"/>
          </a:solidFill>
          <a:effectLst>
            <a:outerShdw blurRad="152400" dist="50800" dir="5400000" algn="bl" rotWithShape="0">
              <a:srgbClr val="1B2838">
                <a:alpha val="7059"/>
              </a:srgbClr>
            </a:outerShdw>
          </a:effectLst>
        </p:spPr>
      </p:sp>
      <p:sp>
        <p:nvSpPr>
          <p:cNvPr id="32" name="Shape 22"/>
          <p:cNvSpPr/>
          <p:nvPr/>
        </p:nvSpPr>
        <p:spPr>
          <a:xfrm>
            <a:off x="8157210" y="2451100"/>
            <a:ext cx="3600000" cy="508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33" name="Text 23"/>
          <p:cNvSpPr/>
          <p:nvPr/>
        </p:nvSpPr>
        <p:spPr>
          <a:xfrm>
            <a:off x="8474710" y="2768600"/>
            <a:ext cx="4064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产品定型期</a:t>
            </a:r>
            <a:endParaRPr lang="en-US" sz="1600" dirty="0"/>
          </a:p>
        </p:txBody>
      </p:sp>
      <p:sp>
        <p:nvSpPr>
          <p:cNvPr id="34" name="Shape 24"/>
          <p:cNvSpPr/>
          <p:nvPr/>
        </p:nvSpPr>
        <p:spPr>
          <a:xfrm>
            <a:off x="8474710" y="3276600"/>
            <a:ext cx="381000" cy="25400"/>
          </a:xfrm>
          <a:prstGeom prst="rect">
            <a:avLst/>
          </a:prstGeom>
          <a:solidFill>
            <a:srgbClr val="D4A056"/>
          </a:solidFill>
        </p:spPr>
      </p:sp>
      <p:sp>
        <p:nvSpPr>
          <p:cNvPr id="35" name="Text 25"/>
          <p:cNvSpPr/>
          <p:nvPr/>
        </p:nvSpPr>
        <p:spPr>
          <a:xfrm>
            <a:off x="8474710" y="3530600"/>
            <a:ext cx="4064000" cy="222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90000"/>
              </a:lnSpc>
            </a:pPr>
            <a:r>
              <a:rPr lang="en-US" sz="16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完成产品定型</a:t>
            </a:r>
            <a:endParaRPr lang="en-US" sz="1800" dirty="0"/>
          </a:p>
          <a:p>
            <a:pPr>
              <a:lnSpc>
                <a:spcPct val="190000"/>
              </a:lnSpc>
            </a:pPr>
            <a:r>
              <a:rPr lang="en-US" sz="16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建立稳定供应链</a:t>
            </a:r>
            <a:endParaRPr lang="en-US" sz="1800" dirty="0"/>
          </a:p>
          <a:p>
            <a:pPr>
              <a:lnSpc>
                <a:spcPct val="190000"/>
              </a:lnSpc>
            </a:pPr>
            <a:r>
              <a:rPr lang="en-US" sz="1600" dirty="0">
                <a:solidFill>
                  <a:srgbClr val="141B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探索残联/康复中心合作推广</a:t>
            </a:r>
            <a:endParaRPr lang="en-US" sz="1800" dirty="0"/>
          </a:p>
          <a:p>
            <a:pPr>
              <a:lnSpc>
                <a:spcPct val="190000"/>
              </a:lnSpc>
              <a:spcBef>
                <a:spcPts val="1400"/>
              </a:spcBef>
            </a:pPr>
            <a:r>
              <a:rPr lang="en-US" sz="1300" dirty="0">
                <a:solidFill>
                  <a:srgbClr val="5A657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验证目标：商业可复制性</a:t>
            </a:r>
            <a:endParaRPr lang="en-US" sz="1800" dirty="0"/>
          </a:p>
        </p:txBody>
      </p:sp>
    </p:spTree>
    <p:custDataLst>
      <p:tags r:id="rId6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背景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0"/>
            <a:ext cx="12192000" cy="6852285"/>
          </a:xfrm>
          <a:prstGeom prst="rect">
            <a:avLst/>
          </a:prstGeom>
        </p:spPr>
      </p:pic>
      <p:sp>
        <p:nvSpPr>
          <p:cNvPr id="24" name="Text 6"/>
          <p:cNvSpPr/>
          <p:nvPr/>
        </p:nvSpPr>
        <p:spPr>
          <a:xfrm>
            <a:off x="4124325" y="5397500"/>
            <a:ext cx="39433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西安电子科技大学广州研究院</a:t>
            </a:r>
            <a:endParaRPr 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2" name="Shape 1"/>
          <p:cNvSpPr/>
          <p:nvPr/>
        </p:nvSpPr>
        <p:spPr>
          <a:xfrm>
            <a:off x="4787900" y="2095500"/>
            <a:ext cx="2540000" cy="25400"/>
          </a:xfrm>
          <a:prstGeom prst="rect">
            <a:avLst/>
          </a:prstGeom>
          <a:gradFill flip="none" rotWithShape="1">
            <a:gsLst>
              <a:gs pos="0">
                <a:srgbClr val="D4A056">
                  <a:alpha val="0"/>
                </a:srgbClr>
              </a:gs>
              <a:gs pos="30000">
                <a:srgbClr val="D4A056"/>
              </a:gs>
              <a:gs pos="70000">
                <a:srgbClr val="D4A056"/>
              </a:gs>
              <a:gs pos="100000">
                <a:srgbClr val="D4A056">
                  <a:alpha val="0"/>
                </a:srgbClr>
              </a:gs>
            </a:gsLst>
            <a:lin ang="0" scaled="1"/>
          </a:gradFill>
        </p:spPr>
      </p:sp>
      <p:sp>
        <p:nvSpPr>
          <p:cNvPr id="5" name="Text 2"/>
          <p:cNvSpPr/>
          <p:nvPr/>
        </p:nvSpPr>
        <p:spPr>
          <a:xfrm>
            <a:off x="2438400" y="2413000"/>
            <a:ext cx="78486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4800" dirty="0">
                <a:solidFill>
                  <a:schemeClr val="bg2">
                    <a:lumMod val="25000"/>
                  </a:scheme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谢谢！</a:t>
            </a:r>
            <a:endParaRPr lang="zh-CN" altLang="en-US" sz="4800" dirty="0">
              <a:solidFill>
                <a:schemeClr val="bg2">
                  <a:lumMod val="25000"/>
                </a:schemeClr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3" name="Shape 3"/>
          <p:cNvSpPr/>
          <p:nvPr/>
        </p:nvSpPr>
        <p:spPr>
          <a:xfrm>
            <a:off x="4787900" y="3746500"/>
            <a:ext cx="2540000" cy="25400"/>
          </a:xfrm>
          <a:prstGeom prst="rect">
            <a:avLst/>
          </a:prstGeom>
          <a:gradFill flip="none" rotWithShape="1">
            <a:gsLst>
              <a:gs pos="0">
                <a:srgbClr val="D4A056">
                  <a:alpha val="0"/>
                </a:srgbClr>
              </a:gs>
              <a:gs pos="30000">
                <a:srgbClr val="D4A056"/>
              </a:gs>
              <a:gs pos="70000">
                <a:srgbClr val="D4A056"/>
              </a:gs>
              <a:gs pos="100000">
                <a:srgbClr val="D4A056">
                  <a:alpha val="0"/>
                </a:srgbClr>
              </a:gs>
            </a:gsLst>
            <a:lin ang="0" scaled="1"/>
          </a:gradFill>
        </p:spPr>
      </p:sp>
      <p:sp>
        <p:nvSpPr>
          <p:cNvPr id="8" name="Shape 4"/>
          <p:cNvSpPr/>
          <p:nvPr/>
        </p:nvSpPr>
        <p:spPr>
          <a:xfrm>
            <a:off x="5943600" y="3937000"/>
            <a:ext cx="228600" cy="228600"/>
          </a:xfrm>
          <a:prstGeom prst="diamond">
            <a:avLst/>
          </a:prstGeom>
          <a:solidFill>
            <a:srgbClr val="D4A056">
              <a:alpha val="50000"/>
            </a:srgbClr>
          </a:solidFill>
        </p:spPr>
      </p:sp>
      <p:sp>
        <p:nvSpPr>
          <p:cNvPr id="9" name="Text 5"/>
          <p:cNvSpPr/>
          <p:nvPr/>
        </p:nvSpPr>
        <p:spPr>
          <a:xfrm>
            <a:off x="2291715" y="4330700"/>
            <a:ext cx="7531735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kern="0" spc="600" dirty="0">
                <a:solidFill>
                  <a:schemeClr val="bg2">
                    <a:lumMod val="25000"/>
                  </a:scheme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眼杖协同 · 智护每一步</a:t>
            </a:r>
            <a:endParaRPr lang="en-US" sz="2200" kern="0" spc="600" dirty="0">
              <a:solidFill>
                <a:schemeClr val="bg2">
                  <a:lumMod val="25000"/>
                </a:schemeClr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09ea16dccf83d95fa1415251022a4982a3c8491"/>
  <p:tag name="KSO_WM_NEWLAYOUT_GROUP_ID" val="layout_10004"/>
  <p:tag name="KSO_WM_NEWLAYOUT_ID" val="slide_e0ba20cb02247c91"/>
</p:tagLst>
</file>

<file path=ppt/tags/tag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.xml><?xml version="1.0" encoding="utf-8"?>
<p:tagLst xmlns:p="http://schemas.openxmlformats.org/presentationml/2006/main">
  <p:tag name="KSO_WM_DIAGRAM_VIRTUALLY_FRAME" val="{&quot;height&quot;:210,&quot;left&quot;:52.5,&quot;top&quot;:150,&quot;width&quot;:847.5}"/>
</p:tagLst>
</file>

<file path=ppt/tags/tag13.xml><?xml version="1.0" encoding="utf-8"?>
<p:tagLst xmlns:p="http://schemas.openxmlformats.org/presentationml/2006/main">
  <p:tag name="KSO_WM_DIAGRAM_VIRTUALLY_FRAME" val="{&quot;height&quot;:210,&quot;left&quot;:52.5,&quot;top&quot;:150,&quot;width&quot;:847.5}"/>
</p:tagLst>
</file>

<file path=ppt/tags/tag14.xml><?xml version="1.0" encoding="utf-8"?>
<p:tagLst xmlns:p="http://schemas.openxmlformats.org/presentationml/2006/main">
  <p:tag name="KSO_WM_DIAGRAM_VIRTUALLY_FRAME" val="{&quot;height&quot;:210,&quot;left&quot;:52.5,&quot;top&quot;:150,&quot;width&quot;:847.5}"/>
</p:tagLst>
</file>

<file path=ppt/tags/tag15.xml><?xml version="1.0" encoding="utf-8"?>
<p:tagLst xmlns:p="http://schemas.openxmlformats.org/presentationml/2006/main">
  <p:tag name="KSO_WM_DIAGRAM_VIRTUALLY_FRAME" val="{&quot;height&quot;:210,&quot;left&quot;:52.5,&quot;top&quot;:150,&quot;width&quot;:847.5}"/>
</p:tagLst>
</file>

<file path=ppt/tags/tag16.xml><?xml version="1.0" encoding="utf-8"?>
<p:tagLst xmlns:p="http://schemas.openxmlformats.org/presentationml/2006/main">
  <p:tag name="KSO_WM_DIAGRAM_VIRTUALLY_FRAME" val="{&quot;height&quot;:210,&quot;left&quot;:52.5,&quot;top&quot;:150,&quot;width&quot;:847.5}"/>
</p:tagLst>
</file>

<file path=ppt/tags/tag17.xml><?xml version="1.0" encoding="utf-8"?>
<p:tagLst xmlns:p="http://schemas.openxmlformats.org/presentationml/2006/main">
  <p:tag name="KSO_WM_DIAGRAM_VIRTUALLY_FRAME" val="{&quot;height&quot;:210,&quot;left&quot;:52.5,&quot;top&quot;:150,&quot;width&quot;:847.5}"/>
</p:tagLst>
</file>

<file path=ppt/tags/tag18.xml><?xml version="1.0" encoding="utf-8"?>
<p:tagLst xmlns:p="http://schemas.openxmlformats.org/presentationml/2006/main">
  <p:tag name="KSO_WM_DIAGRAM_VIRTUALLY_FRAME" val="{&quot;height&quot;:210,&quot;left&quot;:52.5,&quot;top&quot;:150,&quot;width&quot;:847.5}"/>
</p:tagLst>
</file>

<file path=ppt/tags/tag19.xml><?xml version="1.0" encoding="utf-8"?>
<p:tagLst xmlns:p="http://schemas.openxmlformats.org/presentationml/2006/main">
  <p:tag name="KSO_WM_DIAGRAM_VIRTUALLY_FRAME" val="{&quot;height&quot;:210,&quot;left&quot;:52.5,&quot;top&quot;:150,&quot;width&quot;:847.5}"/>
</p:tagLst>
</file>

<file path=ppt/tags/tag20.xml><?xml version="1.0" encoding="utf-8"?>
<p:tagLst xmlns:p="http://schemas.openxmlformats.org/presentationml/2006/main">
  <p:tag name="KSO_WM_DIAGRAM_VIRTUALLY_FRAME" val="{&quot;height&quot;:210,&quot;left&quot;:52.5,&quot;top&quot;:150,&quot;width&quot;:847.5}"/>
</p:tagLst>
</file>

<file path=ppt/tags/tag21.xml><?xml version="1.0" encoding="utf-8"?>
<p:tagLst xmlns:p="http://schemas.openxmlformats.org/presentationml/2006/main">
  <p:tag name="KSO_WM_DIAGRAM_VIRTUALLY_FRAME" val="{&quot;height&quot;:210,&quot;left&quot;:52.5,&quot;top&quot;:150,&quot;width&quot;:847.5}"/>
</p:tagLst>
</file>

<file path=ppt/tags/tag22.xml><?xml version="1.0" encoding="utf-8"?>
<p:tagLst xmlns:p="http://schemas.openxmlformats.org/presentationml/2006/main">
  <p:tag name="KSO_WM_DIAGRAM_VIRTUALLY_FRAME" val="{&quot;height&quot;:210,&quot;left&quot;:52.5,&quot;top&quot;:150,&quot;width&quot;:847.5}"/>
</p:tagLst>
</file>

<file path=ppt/tags/tag23.xml><?xml version="1.0" encoding="utf-8"?>
<p:tagLst xmlns:p="http://schemas.openxmlformats.org/presentationml/2006/main">
  <p:tag name="KSO_WM_DIAGRAM_VIRTUALLY_FRAME" val="{&quot;height&quot;:210,&quot;left&quot;:52.5,&quot;top&quot;:150,&quot;width&quot;:847.5}"/>
</p:tagLst>
</file>

<file path=ppt/tags/tag24.xml><?xml version="1.0" encoding="utf-8"?>
<p:tagLst xmlns:p="http://schemas.openxmlformats.org/presentationml/2006/main">
  <p:tag name="KSO_WM_DIAGRAM_VIRTUALLY_FRAME" val="{&quot;height&quot;:210,&quot;left&quot;:52.5,&quot;top&quot;:150,&quot;width&quot;:847.5}"/>
</p:tagLst>
</file>

<file path=ppt/tags/tag25.xml><?xml version="1.0" encoding="utf-8"?>
<p:tagLst xmlns:p="http://schemas.openxmlformats.org/presentationml/2006/main">
  <p:tag name="KSO_WM_DIAGRAM_VIRTUALLY_FRAME" val="{&quot;height&quot;:210,&quot;left&quot;:52.5,&quot;top&quot;:150,&quot;width&quot;:847.5}"/>
</p:tagLst>
</file>

<file path=ppt/tags/tag26.xml><?xml version="1.0" encoding="utf-8"?>
<p:tagLst xmlns:p="http://schemas.openxmlformats.org/presentationml/2006/main">
  <p:tag name="KSO_WM_DIAGRAM_VIRTUALLY_FRAME" val="{&quot;height&quot;:210,&quot;left&quot;:52.5,&quot;top&quot;:150,&quot;width&quot;:847.5}"/>
</p:tagLst>
</file>

<file path=ppt/tags/tag27.xml><?xml version="1.0" encoding="utf-8"?>
<p:tagLst xmlns:p="http://schemas.openxmlformats.org/presentationml/2006/main">
  <p:tag name="KSO_WM_DIAGRAM_VIRTUALLY_FRAME" val="{&quot;height&quot;:210,&quot;left&quot;:52.5,&quot;top&quot;:150,&quot;width&quot;:847.5}"/>
</p:tagLst>
</file>

<file path=ppt/tags/tag28.xml><?xml version="1.0" encoding="utf-8"?>
<p:tagLst xmlns:p="http://schemas.openxmlformats.org/presentationml/2006/main">
  <p:tag name="KSO_WM_DIAGRAM_VIRTUALLY_FRAME" val="{&quot;height&quot;:210,&quot;left&quot;:52.5,&quot;top&quot;:150,&quot;width&quot;:847.5}"/>
</p:tagLst>
</file>

<file path=ppt/tags/tag29.xml><?xml version="1.0" encoding="utf-8"?>
<p:tagLst xmlns:p="http://schemas.openxmlformats.org/presentationml/2006/main">
  <p:tag name="KSO_WM_DIAGRAM_VIRTUALLY_FRAME" val="{&quot;height&quot;:210,&quot;left&quot;:52.5,&quot;top&quot;:150,&quot;width&quot;:847.5}"/>
</p:tagLst>
</file>

<file path=ppt/tags/tag30.xml><?xml version="1.0" encoding="utf-8"?>
<p:tagLst xmlns:p="http://schemas.openxmlformats.org/presentationml/2006/main">
  <p:tag name="KSO_WM_DIAGRAM_VIRTUALLY_FRAME" val="{&quot;height&quot;:210,&quot;left&quot;:52.5,&quot;top&quot;:150,&quot;width&quot;:847.5}"/>
</p:tagLst>
</file>

<file path=ppt/tags/tag31.xml><?xml version="1.0" encoding="utf-8"?>
<p:tagLst xmlns:p="http://schemas.openxmlformats.org/presentationml/2006/main">
  <p:tag name="KSO_WM_DIAGRAM_VIRTUALLY_FRAME" val="{&quot;height&quot;:210,&quot;left&quot;:52.5,&quot;top&quot;:150,&quot;width&quot;:847.5}"/>
</p:tagLst>
</file>

<file path=ppt/tags/tag3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3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4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5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6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7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8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9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40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41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42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43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44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45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46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47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48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49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50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51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52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53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54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55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56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57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58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59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60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61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62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63.xml><?xml version="1.0" encoding="utf-8"?>
<p:tagLst xmlns:p="http://schemas.openxmlformats.org/presentationml/2006/main">
  <p:tag name="KSO_WM_DIAGRAM_VIRTUALLY_FRAME" val="{&quot;height&quot;:259.4246456692913,&quot;left&quot;:46.23700787401574,&quot;top&quot;:153.35,&quot;width&quot;:627.5260629921261}"/>
</p:tagLst>
</file>

<file path=ppt/tags/tag64.xml><?xml version="1.0" encoding="utf-8"?>
<p:tagLst xmlns:p="http://schemas.openxmlformats.org/presentationml/2006/main">
  <p:tag name="KSO_WM_DIAGRAM_VIRTUALLY_FRAME" val="{&quot;height&quot;:259.4246456692913,&quot;left&quot;:46.23700787401574,&quot;top&quot;:153.35,&quot;width&quot;:627.5260629921261}"/>
</p:tagLst>
</file>

<file path=ppt/tags/tag65.xml><?xml version="1.0" encoding="utf-8"?>
<p:tagLst xmlns:p="http://schemas.openxmlformats.org/presentationml/2006/main">
  <p:tag name="KSO_WM_DIAGRAM_VIRTUALLY_FRAME" val="{&quot;height&quot;:259.4246456692913,&quot;left&quot;:46.23700787401574,&quot;top&quot;:153.35,&quot;width&quot;:627.5260629921261}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PA" val="v5.2.11"/>
</p:tagLst>
</file>

<file path=ppt/tags/tag68.xml><?xml version="1.0" encoding="utf-8"?>
<p:tagLst xmlns:p="http://schemas.openxmlformats.org/presentationml/2006/main">
  <p:tag name="PA" val="v5.2.11"/>
</p:tagLst>
</file>

<file path=ppt/tags/tag69.xml><?xml version="1.0" encoding="utf-8"?>
<p:tagLst xmlns:p="http://schemas.openxmlformats.org/presentationml/2006/main">
  <p:tag name="PA" val="v5.2.11"/>
</p:tagLst>
</file>

<file path=ppt/tags/tag70.xml><?xml version="1.0" encoding="utf-8"?>
<p:tagLst xmlns:p="http://schemas.openxmlformats.org/presentationml/2006/main">
  <p:tag name="PA" val="v5.2.11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PA" val="v5.2.11"/>
</p:tagLst>
</file>

<file path=ppt/tags/tag73.xml><?xml version="1.0" encoding="utf-8"?>
<p:tagLst xmlns:p="http://schemas.openxmlformats.org/presentationml/2006/main">
  <p:tag name="PA" val="v5.2.11"/>
</p:tagLst>
</file>

<file path=ppt/tags/tag74.xml><?xml version="1.0" encoding="utf-8"?>
<p:tagLst xmlns:p="http://schemas.openxmlformats.org/presentationml/2006/main">
  <p:tag name="PA" val="v5.2.11"/>
</p:tagLst>
</file>

<file path=ppt/tags/tag75.xml><?xml version="1.0" encoding="utf-8"?>
<p:tagLst xmlns:p="http://schemas.openxmlformats.org/presentationml/2006/main">
  <p:tag name="PA" val="v5.2.11"/>
</p:tagLst>
</file>

<file path=ppt/tags/tag76.xml><?xml version="1.0" encoding="utf-8"?>
<p:tagLst xmlns:p="http://schemas.openxmlformats.org/presentationml/2006/main">
  <p:tag name="KSO_WM_DIAGRAM_VIRTUALLY_FRAME" val="{&quot;height&quot;:259.4246456692913,&quot;left&quot;:46.23700787401574,&quot;top&quot;:153.35,&quot;width&quot;:627.5260629921261}"/>
</p:tagLst>
</file>

<file path=ppt/tags/tag77.xml><?xml version="1.0" encoding="utf-8"?>
<p:tagLst xmlns:p="http://schemas.openxmlformats.org/presentationml/2006/main">
  <p:tag name="KSO_WM_DIAGRAM_VIRTUALLY_FRAME" val="{&quot;height&quot;:259.4246456692913,&quot;left&quot;:46.23700787401574,&quot;top&quot;:153.35,&quot;width&quot;:627.5260629921261}"/>
</p:tagLst>
</file>

<file path=ppt/tags/tag78.xml><?xml version="1.0" encoding="utf-8"?>
<p:tagLst xmlns:p="http://schemas.openxmlformats.org/presentationml/2006/main">
  <p:tag name="KSO_WM_DIAGRAM_VIRTUALLY_FRAME" val="{&quot;height&quot;:259.4246456692913,&quot;left&quot;:46.23700787401574,&quot;top&quot;:153.35,&quot;width&quot;:627.5260629921261}"/>
</p:tagLst>
</file>

<file path=ppt/tags/tag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81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82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83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84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85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86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87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88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89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90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91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92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93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94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95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96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97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98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99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00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01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02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03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04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05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06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07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08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09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10.xml><?xml version="1.0" encoding="utf-8"?>
<p:tagLst xmlns:p="http://schemas.openxmlformats.org/presentationml/2006/main">
  <p:tag name="PA" val="v5.2.11"/>
</p:tagLst>
</file>

<file path=ppt/tags/tag111.xml><?xml version="1.0" encoding="utf-8"?>
<p:tagLst xmlns:p="http://schemas.openxmlformats.org/presentationml/2006/main">
  <p:tag name="PA" val="v5.2.11"/>
</p:tagLst>
</file>

<file path=ppt/tags/tag112.xml><?xml version="1.0" encoding="utf-8"?>
<p:tagLst xmlns:p="http://schemas.openxmlformats.org/presentationml/2006/main">
  <p:tag name="PA" val="v5.2.11"/>
</p:tagLst>
</file>

<file path=ppt/tags/tag113.xml><?xml version="1.0" encoding="utf-8"?>
<p:tagLst xmlns:p="http://schemas.openxmlformats.org/presentationml/2006/main">
  <p:tag name="PA" val="v5.2.11"/>
</p:tagLst>
</file>

<file path=ppt/tags/tag11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5.xml><?xml version="1.0" encoding="utf-8"?>
<p:tagLst xmlns:p="http://schemas.openxmlformats.org/presentationml/2006/main">
  <p:tag name="PA" val="v5.2.11"/>
</p:tagLst>
</file>

<file path=ppt/tags/tag116.xml><?xml version="1.0" encoding="utf-8"?>
<p:tagLst xmlns:p="http://schemas.openxmlformats.org/presentationml/2006/main">
  <p:tag name="PA" val="v5.2.11"/>
</p:tagLst>
</file>

<file path=ppt/tags/tag117.xml><?xml version="1.0" encoding="utf-8"?>
<p:tagLst xmlns:p="http://schemas.openxmlformats.org/presentationml/2006/main">
  <p:tag name="PA" val="v5.2.11"/>
</p:tagLst>
</file>

<file path=ppt/tags/tag118.xml><?xml version="1.0" encoding="utf-8"?>
<p:tagLst xmlns:p="http://schemas.openxmlformats.org/presentationml/2006/main">
  <p:tag name="PA" val="v5.2.11"/>
</p:tagLst>
</file>

<file path=ppt/tags/tag11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0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21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22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23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24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25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26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27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28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29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30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31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32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33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34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35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36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37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38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39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40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41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42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43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44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45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46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47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48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49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150.xml><?xml version="1.0" encoding="utf-8"?>
<p:tagLst xmlns:p="http://schemas.openxmlformats.org/presentationml/2006/main">
  <p:tag name="KSO_WM_DIAGRAM_VIRTUALLY_FRAME" val="{&quot;height&quot;:259.4246456692913,&quot;left&quot;:46.23700787401574,&quot;top&quot;:153.35,&quot;width&quot;:627.5260629921261}"/>
</p:tagLst>
</file>

<file path=ppt/tags/tag151.xml><?xml version="1.0" encoding="utf-8"?>
<p:tagLst xmlns:p="http://schemas.openxmlformats.org/presentationml/2006/main">
  <p:tag name="KSO_WM_DIAGRAM_VIRTUALLY_FRAME" val="{&quot;height&quot;:259.4246456692913,&quot;left&quot;:46.23700787401574,&quot;top&quot;:153.35,&quot;width&quot;:627.5260629921261}"/>
</p:tagLst>
</file>

<file path=ppt/tags/tag152.xml><?xml version="1.0" encoding="utf-8"?>
<p:tagLst xmlns:p="http://schemas.openxmlformats.org/presentationml/2006/main">
  <p:tag name="KSO_WM_DIAGRAM_VIRTUALLY_FRAME" val="{&quot;height&quot;:259.4246456692913,&quot;left&quot;:46.23700787401574,&quot;top&quot;:153.35,&quot;width&quot;:627.5260629921261}"/>
</p:tagLst>
</file>

<file path=ppt/tags/tag15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4.xml><?xml version="1.0" encoding="utf-8"?>
<p:tagLst xmlns:p="http://schemas.openxmlformats.org/presentationml/2006/main">
  <p:tag name="KSO_WM_DIAGRAM_VIRTUALLY_FRAME" val="{&quot;height&quot;:431.5,&quot;left&quot;:-53.55,&quot;top&quot;:104.45,&quot;width&quot;:1092.45}"/>
</p:tagLst>
</file>

<file path=ppt/tags/tag155.xml><?xml version="1.0" encoding="utf-8"?>
<p:tagLst xmlns:p="http://schemas.openxmlformats.org/presentationml/2006/main">
  <p:tag name="KSO_WM_DIAGRAM_VIRTUALLY_FRAME" val="{&quot;height&quot;:431.5,&quot;left&quot;:-53.55,&quot;top&quot;:104.45,&quot;width&quot;:1092.45}"/>
</p:tagLst>
</file>

<file path=ppt/tags/tag156.xml><?xml version="1.0" encoding="utf-8"?>
<p:tagLst xmlns:p="http://schemas.openxmlformats.org/presentationml/2006/main">
  <p:tag name="KSO_WM_DIAGRAM_VIRTUALLY_FRAME" val="{&quot;height&quot;:431.5,&quot;left&quot;:-53.55,&quot;top&quot;:104.45,&quot;width&quot;:1092.45}"/>
</p:tagLst>
</file>

<file path=ppt/tags/tag157.xml><?xml version="1.0" encoding="utf-8"?>
<p:tagLst xmlns:p="http://schemas.openxmlformats.org/presentationml/2006/main">
  <p:tag name="KSO_WM_DIAGRAM_VIRTUALLY_FRAME" val="{&quot;height&quot;:431.5,&quot;left&quot;:-53.55,&quot;top&quot;:104.45,&quot;width&quot;:1092.45}"/>
</p:tagLst>
</file>

<file path=ppt/tags/tag158.xml><?xml version="1.0" encoding="utf-8"?>
<p:tagLst xmlns:p="http://schemas.openxmlformats.org/presentationml/2006/main">
  <p:tag name="KSO_WM_DIAGRAM_VIRTUALLY_FRAME" val="{&quot;height&quot;:431.5,&quot;left&quot;:-53.55,&quot;top&quot;:104.45,&quot;width&quot;:1092.45}"/>
</p:tagLst>
</file>

<file path=ppt/tags/tag159.xml><?xml version="1.0" encoding="utf-8"?>
<p:tagLst xmlns:p="http://schemas.openxmlformats.org/presentationml/2006/main">
  <p:tag name="KSO_WM_DIAGRAM_VIRTUALLY_FRAME" val="{&quot;height&quot;:431.5,&quot;left&quot;:-53.55,&quot;top&quot;:104.45,&quot;width&quot;:1092.45}"/>
</p:tagLst>
</file>

<file path=ppt/tags/tag160.xml><?xml version="1.0" encoding="utf-8"?>
<p:tagLst xmlns:p="http://schemas.openxmlformats.org/presentationml/2006/main">
  <p:tag name="KSO_WM_DIAGRAM_VIRTUALLY_FRAME" val="{&quot;height&quot;:431.5,&quot;left&quot;:-53.55,&quot;top&quot;:104.45,&quot;width&quot;:1092.45}"/>
</p:tagLst>
</file>

<file path=ppt/tags/tag161.xml><?xml version="1.0" encoding="utf-8"?>
<p:tagLst xmlns:p="http://schemas.openxmlformats.org/presentationml/2006/main">
  <p:tag name="KSO_WM_DIAGRAM_VIRTUALLY_FRAME" val="{&quot;height&quot;:431.5,&quot;left&quot;:-53.55,&quot;top&quot;:104.45,&quot;width&quot;:1092.45}"/>
</p:tagLst>
</file>

<file path=ppt/tags/tag162.xml><?xml version="1.0" encoding="utf-8"?>
<p:tagLst xmlns:p="http://schemas.openxmlformats.org/presentationml/2006/main">
  <p:tag name="KSO_WM_DIAGRAM_VIRTUALLY_FRAME" val="{&quot;height&quot;:431.5,&quot;left&quot;:-53.55,&quot;top&quot;:104.45,&quot;width&quot;:1092.45}"/>
</p:tagLst>
</file>

<file path=ppt/tags/tag163.xml><?xml version="1.0" encoding="utf-8"?>
<p:tagLst xmlns:p="http://schemas.openxmlformats.org/presentationml/2006/main">
  <p:tag name="KSO_WM_DIAGRAM_VIRTUALLY_FRAME" val="{&quot;height&quot;:431.5,&quot;left&quot;:-53.55,&quot;top&quot;:104.45,&quot;width&quot;:1092.45}"/>
</p:tagLst>
</file>

<file path=ppt/tags/tag164.xml><?xml version="1.0" encoding="utf-8"?>
<p:tagLst xmlns:p="http://schemas.openxmlformats.org/presentationml/2006/main">
  <p:tag name="KSO_WM_DIAGRAM_VIRTUALLY_FRAME" val="{&quot;height&quot;:431.5,&quot;left&quot;:-53.55,&quot;top&quot;:104.45,&quot;width&quot;:1092.45}"/>
</p:tagLst>
</file>

<file path=ppt/tags/tag165.xml><?xml version="1.0" encoding="utf-8"?>
<p:tagLst xmlns:p="http://schemas.openxmlformats.org/presentationml/2006/main">
  <p:tag name="KSO_WM_DIAGRAM_VIRTUALLY_FRAME" val="{&quot;height&quot;:431.5,&quot;left&quot;:-53.55,&quot;top&quot;:104.45,&quot;width&quot;:1092.45}"/>
</p:tagLst>
</file>

<file path=ppt/tags/tag166.xml><?xml version="1.0" encoding="utf-8"?>
<p:tagLst xmlns:p="http://schemas.openxmlformats.org/presentationml/2006/main">
  <p:tag name="KSO_WM_DIAGRAM_VIRTUALLY_FRAME" val="{&quot;height&quot;:431.5,&quot;left&quot;:-53.55,&quot;top&quot;:104.45,&quot;width&quot;:1092.45}"/>
</p:tagLst>
</file>

<file path=ppt/tags/tag167.xml><?xml version="1.0" encoding="utf-8"?>
<p:tagLst xmlns:p="http://schemas.openxmlformats.org/presentationml/2006/main">
  <p:tag name="KSO_WM_DIAGRAM_VIRTUALLY_FRAME" val="{&quot;height&quot;:431.5,&quot;left&quot;:-53.55,&quot;top&quot;:104.45,&quot;width&quot;:1092.45}"/>
</p:tagLst>
</file>

<file path=ppt/tags/tag168.xml><?xml version="1.0" encoding="utf-8"?>
<p:tagLst xmlns:p="http://schemas.openxmlformats.org/presentationml/2006/main">
  <p:tag name="KSO_WM_DIAGRAM_VIRTUALLY_FRAME" val="{&quot;height&quot;:431.5,&quot;left&quot;:-53.55,&quot;top&quot;:104.45,&quot;width&quot;:1092.45}"/>
</p:tagLst>
</file>

<file path=ppt/tags/tag169.xml><?xml version="1.0" encoding="utf-8"?>
<p:tagLst xmlns:p="http://schemas.openxmlformats.org/presentationml/2006/main">
  <p:tag name="KSO_WM_DIAGRAM_VIRTUALLY_FRAME" val="{&quot;height&quot;:431.5,&quot;left&quot;:-53.55,&quot;top&quot;:104.45,&quot;width&quot;:1092.45}"/>
</p:tagLst>
</file>

<file path=ppt/tags/tag170.xml><?xml version="1.0" encoding="utf-8"?>
<p:tagLst xmlns:p="http://schemas.openxmlformats.org/presentationml/2006/main">
  <p:tag name="KSO_WM_DIAGRAM_VIRTUALLY_FRAME" val="{&quot;height&quot;:431.5,&quot;left&quot;:-53.55,&quot;top&quot;:104.45,&quot;width&quot;:1092.45}"/>
</p:tagLst>
</file>

<file path=ppt/tags/tag171.xml><?xml version="1.0" encoding="utf-8"?>
<p:tagLst xmlns:p="http://schemas.openxmlformats.org/presentationml/2006/main">
  <p:tag name="KSO_WM_DIAGRAM_VIRTUALLY_FRAME" val="{&quot;height&quot;:431.5,&quot;left&quot;:-53.55,&quot;top&quot;:104.45,&quot;width&quot;:1092.45}"/>
</p:tagLst>
</file>

<file path=ppt/tags/tag172.xml><?xml version="1.0" encoding="utf-8"?>
<p:tagLst xmlns:p="http://schemas.openxmlformats.org/presentationml/2006/main">
  <p:tag name="KSO_WM_DIAGRAM_VIRTUALLY_FRAME" val="{&quot;height&quot;:431.5,&quot;left&quot;:-53.55,&quot;top&quot;:104.45,&quot;width&quot;:1092.45}"/>
</p:tagLst>
</file>

<file path=ppt/tags/tag173.xml><?xml version="1.0" encoding="utf-8"?>
<p:tagLst xmlns:p="http://schemas.openxmlformats.org/presentationml/2006/main">
  <p:tag name="KSO_WM_DIAGRAM_VIRTUALLY_FRAME" val="{&quot;height&quot;:431.5,&quot;left&quot;:-53.55,&quot;top&quot;:104.45,&quot;width&quot;:1092.45}"/>
</p:tagLst>
</file>

<file path=ppt/tags/tag174.xml><?xml version="1.0" encoding="utf-8"?>
<p:tagLst xmlns:p="http://schemas.openxmlformats.org/presentationml/2006/main">
  <p:tag name="KSO_WM_DIAGRAM_VIRTUALLY_FRAME" val="{&quot;height&quot;:431.5,&quot;left&quot;:-53.55,&quot;top&quot;:104.45,&quot;width&quot;:1092.45}"/>
</p:tagLst>
</file>

<file path=ppt/tags/tag175.xml><?xml version="1.0" encoding="utf-8"?>
<p:tagLst xmlns:p="http://schemas.openxmlformats.org/presentationml/2006/main">
  <p:tag name="KSO_WM_DIAGRAM_VIRTUALLY_FRAME" val="{&quot;height&quot;:431.5,&quot;left&quot;:-53.55,&quot;top&quot;:104.45,&quot;width&quot;:1092.45}"/>
</p:tagLst>
</file>

<file path=ppt/tags/tag176.xml><?xml version="1.0" encoding="utf-8"?>
<p:tagLst xmlns:p="http://schemas.openxmlformats.org/presentationml/2006/main">
  <p:tag name="KSO_WM_DIAGRAM_VIRTUALLY_FRAME" val="{&quot;height&quot;:431.5,&quot;left&quot;:-53.55,&quot;top&quot;:104.45,&quot;width&quot;:1092.45}"/>
</p:tagLst>
</file>

<file path=ppt/tags/tag177.xml><?xml version="1.0" encoding="utf-8"?>
<p:tagLst xmlns:p="http://schemas.openxmlformats.org/presentationml/2006/main">
  <p:tag name="KSO_WM_DIAGRAM_VIRTUALLY_FRAME" val="{&quot;height&quot;:431.5,&quot;left&quot;:-53.55,&quot;top&quot;:104.45,&quot;width&quot;:1092.45}"/>
</p:tagLst>
</file>

<file path=ppt/tags/tag178.xml><?xml version="1.0" encoding="utf-8"?>
<p:tagLst xmlns:p="http://schemas.openxmlformats.org/presentationml/2006/main">
  <p:tag name="KSO_WM_DIAGRAM_VIRTUALLY_FRAME" val="{&quot;height&quot;:431.5,&quot;left&quot;:-53.55,&quot;top&quot;:104.45,&quot;width&quot;:1092.45}"/>
</p:tagLst>
</file>

<file path=ppt/tags/tag179.xml><?xml version="1.0" encoding="utf-8"?>
<p:tagLst xmlns:p="http://schemas.openxmlformats.org/presentationml/2006/main">
  <p:tag name="KSO_WM_DIAGRAM_VIRTUALLY_FRAME" val="{&quot;height&quot;:431.5,&quot;left&quot;:-53.55,&quot;top&quot;:104.45,&quot;width&quot;:1092.45}"/>
</p:tagLst>
</file>

<file path=ppt/tags/tag180.xml><?xml version="1.0" encoding="utf-8"?>
<p:tagLst xmlns:p="http://schemas.openxmlformats.org/presentationml/2006/main">
  <p:tag name="KSO_WM_DIAGRAM_VIRTUALLY_FRAME" val="{&quot;height&quot;:431.5,&quot;left&quot;:-53.55,&quot;top&quot;:104.45,&quot;width&quot;:1092.45}"/>
</p:tagLst>
</file>

<file path=ppt/tags/tag181.xml><?xml version="1.0" encoding="utf-8"?>
<p:tagLst xmlns:p="http://schemas.openxmlformats.org/presentationml/2006/main">
  <p:tag name="KSO_WM_DIAGRAM_VIRTUALLY_FRAME" val="{&quot;height&quot;:431.5,&quot;left&quot;:-53.55,&quot;top&quot;:104.45,&quot;width&quot;:1092.45}"/>
</p:tagLst>
</file>

<file path=ppt/tags/tag182.xml><?xml version="1.0" encoding="utf-8"?>
<p:tagLst xmlns:p="http://schemas.openxmlformats.org/presentationml/2006/main">
  <p:tag name="KSO_WM_DIAGRAM_VIRTUALLY_FRAME" val="{&quot;height&quot;:431.5,&quot;left&quot;:-53.55,&quot;top&quot;:104.45,&quot;width&quot;:1092.45}"/>
</p:tagLst>
</file>

<file path=ppt/tags/tag183.xml><?xml version="1.0" encoding="utf-8"?>
<p:tagLst xmlns:p="http://schemas.openxmlformats.org/presentationml/2006/main">
  <p:tag name="KSO_WM_DIAGRAM_VIRTUALLY_FRAME" val="{&quot;height&quot;:431.5,&quot;left&quot;:-53.55,&quot;top&quot;:104.45,&quot;width&quot;:1092.45}"/>
</p:tagLst>
</file>

<file path=ppt/tags/tag184.xml><?xml version="1.0" encoding="utf-8"?>
<p:tagLst xmlns:p="http://schemas.openxmlformats.org/presentationml/2006/main">
  <p:tag name="PA" val="v5.2.11"/>
</p:tagLst>
</file>

<file path=ppt/tags/tag185.xml><?xml version="1.0" encoding="utf-8"?>
<p:tagLst xmlns:p="http://schemas.openxmlformats.org/presentationml/2006/main">
  <p:tag name="PA" val="v5.2.11"/>
</p:tagLst>
</file>

<file path=ppt/tags/tag186.xml><?xml version="1.0" encoding="utf-8"?>
<p:tagLst xmlns:p="http://schemas.openxmlformats.org/presentationml/2006/main">
  <p:tag name="PA" val="v5.2.11"/>
</p:tagLst>
</file>

<file path=ppt/tags/tag187.xml><?xml version="1.0" encoding="utf-8"?>
<p:tagLst xmlns:p="http://schemas.openxmlformats.org/presentationml/2006/main">
  <p:tag name="PA" val="v5.2.11"/>
</p:tagLst>
</file>

<file path=ppt/tags/tag18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9.xml><?xml version="1.0" encoding="utf-8"?>
<p:tagLst xmlns:p="http://schemas.openxmlformats.org/presentationml/2006/main">
  <p:tag name="PA" val="v5.2.11"/>
</p:tagLst>
</file>

<file path=ppt/tags/tag190.xml><?xml version="1.0" encoding="utf-8"?>
<p:tagLst xmlns:p="http://schemas.openxmlformats.org/presentationml/2006/main">
  <p:tag name="PA" val="v5.2.11"/>
</p:tagLst>
</file>

<file path=ppt/tags/tag191.xml><?xml version="1.0" encoding="utf-8"?>
<p:tagLst xmlns:p="http://schemas.openxmlformats.org/presentationml/2006/main">
  <p:tag name="PA" val="v5.2.11"/>
</p:tagLst>
</file>

<file path=ppt/tags/tag192.xml><?xml version="1.0" encoding="utf-8"?>
<p:tagLst xmlns:p="http://schemas.openxmlformats.org/presentationml/2006/main">
  <p:tag name="PA" val="v5.2.11"/>
</p:tagLst>
</file>

<file path=ppt/tags/tag193.xml><?xml version="1.0" encoding="utf-8"?>
<p:tagLst xmlns:p="http://schemas.openxmlformats.org/presentationml/2006/main">
  <p:tag name="KSO_WM_DIAGRAM_VIRTUALLY_FRAME" val="{&quot;height&quot;:355,&quot;left&quot;:345,&quot;top&quot;:113.75,&quot;width&quot;:665}"/>
</p:tagLst>
</file>

<file path=ppt/tags/tag194.xml><?xml version="1.0" encoding="utf-8"?>
<p:tagLst xmlns:p="http://schemas.openxmlformats.org/presentationml/2006/main">
  <p:tag name="KSO_WM_DIAGRAM_VIRTUALLY_FRAME" val="{&quot;height&quot;:355,&quot;left&quot;:345,&quot;top&quot;:113.75,&quot;width&quot;:665}"/>
</p:tagLst>
</file>

<file path=ppt/tags/tag195.xml><?xml version="1.0" encoding="utf-8"?>
<p:tagLst xmlns:p="http://schemas.openxmlformats.org/presentationml/2006/main">
  <p:tag name="KSO_WM_DIAGRAM_VIRTUALLY_FRAME" val="{&quot;height&quot;:355,&quot;left&quot;:345,&quot;top&quot;:113.75,&quot;width&quot;:665}"/>
</p:tagLst>
</file>

<file path=ppt/tags/tag196.xml><?xml version="1.0" encoding="utf-8"?>
<p:tagLst xmlns:p="http://schemas.openxmlformats.org/presentationml/2006/main">
  <p:tag name="KSO_WM_DIAGRAM_VIRTUALLY_FRAME" val="{&quot;height&quot;:355,&quot;left&quot;:345,&quot;top&quot;:113.75,&quot;width&quot;:665}"/>
</p:tagLst>
</file>

<file path=ppt/tags/tag197.xml><?xml version="1.0" encoding="utf-8"?>
<p:tagLst xmlns:p="http://schemas.openxmlformats.org/presentationml/2006/main">
  <p:tag name="KSO_WM_DIAGRAM_VIRTUALLY_FRAME" val="{&quot;height&quot;:355,&quot;left&quot;:345,&quot;top&quot;:113.75,&quot;width&quot;:665}"/>
</p:tagLst>
</file>

<file path=ppt/tags/tag198.xml><?xml version="1.0" encoding="utf-8"?>
<p:tagLst xmlns:p="http://schemas.openxmlformats.org/presentationml/2006/main">
  <p:tag name="KSO_WM_DIAGRAM_VIRTUALLY_FRAME" val="{&quot;height&quot;:355,&quot;left&quot;:345,&quot;top&quot;:113.75,&quot;width&quot;:665}"/>
</p:tagLst>
</file>

<file path=ppt/tags/tag199.xml><?xml version="1.0" encoding="utf-8"?>
<p:tagLst xmlns:p="http://schemas.openxmlformats.org/presentationml/2006/main">
  <p:tag name="KSO_WM_DIAGRAM_VIRTUALLY_FRAME" val="{&quot;height&quot;:355,&quot;left&quot;:345,&quot;top&quot;:113.75,&quot;width&quot;:665}"/>
</p:tagLst>
</file>

<file path=ppt/tags/tag200.xml><?xml version="1.0" encoding="utf-8"?>
<p:tagLst xmlns:p="http://schemas.openxmlformats.org/presentationml/2006/main">
  <p:tag name="KSO_WM_DIAGRAM_VIRTUALLY_FRAME" val="{&quot;height&quot;:355,&quot;left&quot;:345,&quot;top&quot;:113.75,&quot;width&quot;:665}"/>
</p:tagLst>
</file>

<file path=ppt/tags/tag201.xml><?xml version="1.0" encoding="utf-8"?>
<p:tagLst xmlns:p="http://schemas.openxmlformats.org/presentationml/2006/main">
  <p:tag name="KSO_WM_DIAGRAM_VIRTUALLY_FRAME" val="{&quot;height&quot;:355,&quot;left&quot;:345,&quot;top&quot;:113.75,&quot;width&quot;:665}"/>
</p:tagLst>
</file>

<file path=ppt/tags/tag202.xml><?xml version="1.0" encoding="utf-8"?>
<p:tagLst xmlns:p="http://schemas.openxmlformats.org/presentationml/2006/main">
  <p:tag name="KSO_WM_DIAGRAM_VIRTUALLY_FRAME" val="{&quot;height&quot;:355,&quot;left&quot;:345,&quot;top&quot;:113.75,&quot;width&quot;:665}"/>
</p:tagLst>
</file>

<file path=ppt/tags/tag203.xml><?xml version="1.0" encoding="utf-8"?>
<p:tagLst xmlns:p="http://schemas.openxmlformats.org/presentationml/2006/main">
  <p:tag name="KSO_WM_DIAGRAM_VIRTUALLY_FRAME" val="{&quot;height&quot;:355,&quot;left&quot;:345,&quot;top&quot;:113.75,&quot;width&quot;:665}"/>
</p:tagLst>
</file>

<file path=ppt/tags/tag204.xml><?xml version="1.0" encoding="utf-8"?>
<p:tagLst xmlns:p="http://schemas.openxmlformats.org/presentationml/2006/main">
  <p:tag name="KSO_WM_DIAGRAM_VIRTUALLY_FRAME" val="{&quot;height&quot;:355,&quot;left&quot;:345,&quot;top&quot;:113.75,&quot;width&quot;:665}"/>
</p:tagLst>
</file>

<file path=ppt/tags/tag205.xml><?xml version="1.0" encoding="utf-8"?>
<p:tagLst xmlns:p="http://schemas.openxmlformats.org/presentationml/2006/main">
  <p:tag name="KSO_WM_DIAGRAM_VIRTUALLY_FRAME" val="{&quot;height&quot;:355,&quot;left&quot;:345,&quot;top&quot;:113.75,&quot;width&quot;:665}"/>
</p:tagLst>
</file>

<file path=ppt/tags/tag206.xml><?xml version="1.0" encoding="utf-8"?>
<p:tagLst xmlns:p="http://schemas.openxmlformats.org/presentationml/2006/main">
  <p:tag name="KSO_WM_DIAGRAM_VIRTUALLY_FRAME" val="{&quot;height&quot;:355,&quot;left&quot;:345,&quot;top&quot;:113.75,&quot;width&quot;:665}"/>
</p:tagLst>
</file>

<file path=ppt/tags/tag207.xml><?xml version="1.0" encoding="utf-8"?>
<p:tagLst xmlns:p="http://schemas.openxmlformats.org/presentationml/2006/main">
  <p:tag name="KSO_WM_DIAGRAM_VIRTUALLY_FRAME" val="{&quot;height&quot;:355,&quot;left&quot;:345,&quot;top&quot;:113.75,&quot;width&quot;:665}"/>
</p:tagLst>
</file>

<file path=ppt/tags/tag20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09.xml><?xml version="1.0" encoding="utf-8"?>
<p:tagLst xmlns:p="http://schemas.openxmlformats.org/presentationml/2006/main">
  <p:tag name="PA" val="v5.2.11"/>
</p:tagLst>
</file>

<file path=ppt/tags/tag210.xml><?xml version="1.0" encoding="utf-8"?>
<p:tagLst xmlns:p="http://schemas.openxmlformats.org/presentationml/2006/main">
  <p:tag name="PA" val="v5.2.11"/>
</p:tagLst>
</file>

<file path=ppt/tags/tag211.xml><?xml version="1.0" encoding="utf-8"?>
<p:tagLst xmlns:p="http://schemas.openxmlformats.org/presentationml/2006/main">
  <p:tag name="PA" val="v5.2.11"/>
</p:tagLst>
</file>

<file path=ppt/tags/tag212.xml><?xml version="1.0" encoding="utf-8"?>
<p:tagLst xmlns:p="http://schemas.openxmlformats.org/presentationml/2006/main">
  <p:tag name="PA" val="v5.2.11"/>
</p:tagLst>
</file>

<file path=ppt/tags/tag21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14.xml><?xml version="1.0" encoding="utf-8"?>
<p:tagLst xmlns:p="http://schemas.openxmlformats.org/presentationml/2006/main">
  <p:tag name="PA" val="v5.2.11"/>
</p:tagLst>
</file>

<file path=ppt/tags/tag215.xml><?xml version="1.0" encoding="utf-8"?>
<p:tagLst xmlns:p="http://schemas.openxmlformats.org/presentationml/2006/main">
  <p:tag name="PA" val="v5.2.11"/>
</p:tagLst>
</file>

<file path=ppt/tags/tag216.xml><?xml version="1.0" encoding="utf-8"?>
<p:tagLst xmlns:p="http://schemas.openxmlformats.org/presentationml/2006/main">
  <p:tag name="PA" val="v5.2.11"/>
</p:tagLst>
</file>

<file path=ppt/tags/tag217.xml><?xml version="1.0" encoding="utf-8"?>
<p:tagLst xmlns:p="http://schemas.openxmlformats.org/presentationml/2006/main">
  <p:tag name="PA" val="v5.2.11"/>
</p:tagLst>
</file>

<file path=ppt/tags/tag218.xml><?xml version="1.0" encoding="utf-8"?>
<p:tagLst xmlns:p="http://schemas.openxmlformats.org/presentationml/2006/main">
  <p:tag name="KSO_WM_DIAGRAM_VIRTUALLY_FRAME" val="{&quot;height&quot;:355,&quot;left&quot;:45.1,&quot;top&quot;:106,&quot;width&quot;:530.05}"/>
</p:tagLst>
</file>

<file path=ppt/tags/tag219.xml><?xml version="1.0" encoding="utf-8"?>
<p:tagLst xmlns:p="http://schemas.openxmlformats.org/presentationml/2006/main">
  <p:tag name="KSO_WM_DIAGRAM_VIRTUALLY_FRAME" val="{&quot;height&quot;:355,&quot;left&quot;:45.1,&quot;top&quot;:106,&quot;width&quot;:530.05}"/>
</p:tagLst>
</file>

<file path=ppt/tags/tag220.xml><?xml version="1.0" encoding="utf-8"?>
<p:tagLst xmlns:p="http://schemas.openxmlformats.org/presentationml/2006/main">
  <p:tag name="KSO_WM_DIAGRAM_VIRTUALLY_FRAME" val="{&quot;height&quot;:355,&quot;left&quot;:45.1,&quot;top&quot;:106,&quot;width&quot;:530.05}"/>
</p:tagLst>
</file>

<file path=ppt/tags/tag221.xml><?xml version="1.0" encoding="utf-8"?>
<p:tagLst xmlns:p="http://schemas.openxmlformats.org/presentationml/2006/main">
  <p:tag name="KSO_WM_DIAGRAM_VIRTUALLY_FRAME" val="{&quot;height&quot;:355,&quot;left&quot;:45.1,&quot;top&quot;:106,&quot;width&quot;:530.05}"/>
</p:tagLst>
</file>

<file path=ppt/tags/tag222.xml><?xml version="1.0" encoding="utf-8"?>
<p:tagLst xmlns:p="http://schemas.openxmlformats.org/presentationml/2006/main">
  <p:tag name="KSO_WM_DIAGRAM_VIRTUALLY_FRAME" val="{&quot;height&quot;:355,&quot;left&quot;:45.1,&quot;top&quot;:106,&quot;width&quot;:530.05}"/>
</p:tagLst>
</file>

<file path=ppt/tags/tag223.xml><?xml version="1.0" encoding="utf-8"?>
<p:tagLst xmlns:p="http://schemas.openxmlformats.org/presentationml/2006/main">
  <p:tag name="KSO_WM_DIAGRAM_VIRTUALLY_FRAME" val="{&quot;height&quot;:355,&quot;left&quot;:45.1,&quot;top&quot;:106,&quot;width&quot;:530.05}"/>
</p:tagLst>
</file>

<file path=ppt/tags/tag224.xml><?xml version="1.0" encoding="utf-8"?>
<p:tagLst xmlns:p="http://schemas.openxmlformats.org/presentationml/2006/main">
  <p:tag name="KSO_WM_DIAGRAM_VIRTUALLY_FRAME" val="{&quot;height&quot;:355,&quot;left&quot;:45.1,&quot;top&quot;:106,&quot;width&quot;:530.05}"/>
</p:tagLst>
</file>

<file path=ppt/tags/tag225.xml><?xml version="1.0" encoding="utf-8"?>
<p:tagLst xmlns:p="http://schemas.openxmlformats.org/presentationml/2006/main">
  <p:tag name="KSO_WM_DIAGRAM_VIRTUALLY_FRAME" val="{&quot;height&quot;:355,&quot;left&quot;:45.1,&quot;top&quot;:106,&quot;width&quot;:530.05}"/>
</p:tagLst>
</file>

<file path=ppt/tags/tag226.xml><?xml version="1.0" encoding="utf-8"?>
<p:tagLst xmlns:p="http://schemas.openxmlformats.org/presentationml/2006/main">
  <p:tag name="KSO_WM_DIAGRAM_VIRTUALLY_FRAME" val="{&quot;height&quot;:355,&quot;left&quot;:45.1,&quot;top&quot;:106,&quot;width&quot;:530.05}"/>
</p:tagLst>
</file>

<file path=ppt/tags/tag227.xml><?xml version="1.0" encoding="utf-8"?>
<p:tagLst xmlns:p="http://schemas.openxmlformats.org/presentationml/2006/main">
  <p:tag name="KSO_WM_DIAGRAM_VIRTUALLY_FRAME" val="{&quot;height&quot;:355,&quot;left&quot;:45.1,&quot;top&quot;:106,&quot;width&quot;:530.05}"/>
</p:tagLst>
</file>

<file path=ppt/tags/tag228.xml><?xml version="1.0" encoding="utf-8"?>
<p:tagLst xmlns:p="http://schemas.openxmlformats.org/presentationml/2006/main">
  <p:tag name="KSO_WM_DIAGRAM_VIRTUALLY_FRAME" val="{&quot;height&quot;:355,&quot;left&quot;:45.1,&quot;top&quot;:106,&quot;width&quot;:530.05}"/>
</p:tagLst>
</file>

<file path=ppt/tags/tag229.xml><?xml version="1.0" encoding="utf-8"?>
<p:tagLst xmlns:p="http://schemas.openxmlformats.org/presentationml/2006/main">
  <p:tag name="KSO_WM_DIAGRAM_VIRTUALLY_FRAME" val="{&quot;height&quot;:355,&quot;left&quot;:45.1,&quot;top&quot;:106,&quot;width&quot;:530.05}"/>
</p:tagLst>
</file>

<file path=ppt/tags/tag230.xml><?xml version="1.0" encoding="utf-8"?>
<p:tagLst xmlns:p="http://schemas.openxmlformats.org/presentationml/2006/main">
  <p:tag name="KSO_WM_DIAGRAM_VIRTUALLY_FRAME" val="{&quot;height&quot;:355,&quot;left&quot;:45.1,&quot;top&quot;:106,&quot;width&quot;:530.05}"/>
</p:tagLst>
</file>

<file path=ppt/tags/tag231.xml><?xml version="1.0" encoding="utf-8"?>
<p:tagLst xmlns:p="http://schemas.openxmlformats.org/presentationml/2006/main">
  <p:tag name="KSO_WM_DIAGRAM_VIRTUALLY_FRAME" val="{&quot;height&quot;:355,&quot;left&quot;:45.1,&quot;top&quot;:106,&quot;width&quot;:530.05}"/>
</p:tagLst>
</file>

<file path=ppt/tags/tag232.xml><?xml version="1.0" encoding="utf-8"?>
<p:tagLst xmlns:p="http://schemas.openxmlformats.org/presentationml/2006/main">
  <p:tag name="KSO_WM_DIAGRAM_VIRTUALLY_FRAME" val="{&quot;height&quot;:355,&quot;left&quot;:45.1,&quot;top&quot;:106,&quot;width&quot;:530.05}"/>
</p:tagLst>
</file>

<file path=ppt/tags/tag23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34.xml><?xml version="1.0" encoding="utf-8"?>
<p:tagLst xmlns:p="http://schemas.openxmlformats.org/presentationml/2006/main">
  <p:tag name="PA" val="v5.2.11"/>
</p:tagLst>
</file>

<file path=ppt/tags/tag235.xml><?xml version="1.0" encoding="utf-8"?>
<p:tagLst xmlns:p="http://schemas.openxmlformats.org/presentationml/2006/main">
  <p:tag name="PA" val="v5.2.11"/>
</p:tagLst>
</file>

<file path=ppt/tags/tag236.xml><?xml version="1.0" encoding="utf-8"?>
<p:tagLst xmlns:p="http://schemas.openxmlformats.org/presentationml/2006/main">
  <p:tag name="PA" val="v5.2.11"/>
</p:tagLst>
</file>

<file path=ppt/tags/tag237.xml><?xml version="1.0" encoding="utf-8"?>
<p:tagLst xmlns:p="http://schemas.openxmlformats.org/presentationml/2006/main">
  <p:tag name="PA" val="v5.2.11"/>
</p:tagLst>
</file>

<file path=ppt/tags/tag238.xml><?xml version="1.0" encoding="utf-8"?>
<p:tagLst xmlns:p="http://schemas.openxmlformats.org/presentationml/2006/main">
  <p:tag name="KSO_WM_DIAGRAM_VIRTUALLY_FRAME" val="{&quot;height&quot;:435.05,&quot;left&quot;:13.7,&quot;top&quot;:74.95,&quot;width&quot;:1206.3}"/>
</p:tagLst>
</file>

<file path=ppt/tags/tag239.xml><?xml version="1.0" encoding="utf-8"?>
<p:tagLst xmlns:p="http://schemas.openxmlformats.org/presentationml/2006/main">
  <p:tag name="KSO_WM_DIAGRAM_VIRTUALLY_FRAME" val="{&quot;height&quot;:435.05,&quot;left&quot;:13.7,&quot;top&quot;:74.95,&quot;width&quot;:1206.3}"/>
</p:tagLst>
</file>

<file path=ppt/tags/tag240.xml><?xml version="1.0" encoding="utf-8"?>
<p:tagLst xmlns:p="http://schemas.openxmlformats.org/presentationml/2006/main">
  <p:tag name="KSO_WM_DIAGRAM_VIRTUALLY_FRAME" val="{&quot;height&quot;:435.05,&quot;left&quot;:13.7,&quot;top&quot;:74.95,&quot;width&quot;:1206.3}"/>
</p:tagLst>
</file>

<file path=ppt/tags/tag241.xml><?xml version="1.0" encoding="utf-8"?>
<p:tagLst xmlns:p="http://schemas.openxmlformats.org/presentationml/2006/main">
  <p:tag name="KSO_WM_DIAGRAM_VIRTUALLY_FRAME" val="{&quot;height&quot;:435.05,&quot;left&quot;:13.7,&quot;top&quot;:74.95,&quot;width&quot;:1206.3}"/>
</p:tagLst>
</file>

<file path=ppt/tags/tag242.xml><?xml version="1.0" encoding="utf-8"?>
<p:tagLst xmlns:p="http://schemas.openxmlformats.org/presentationml/2006/main">
  <p:tag name="KSO_WM_DIAGRAM_VIRTUALLY_FRAME" val="{&quot;height&quot;:435.05,&quot;left&quot;:13.7,&quot;top&quot;:74.95,&quot;width&quot;:1206.3}"/>
</p:tagLst>
</file>

<file path=ppt/tags/tag243.xml><?xml version="1.0" encoding="utf-8"?>
<p:tagLst xmlns:p="http://schemas.openxmlformats.org/presentationml/2006/main">
  <p:tag name="KSO_WM_DIAGRAM_VIRTUALLY_FRAME" val="{&quot;height&quot;:435.05,&quot;left&quot;:13.7,&quot;top&quot;:74.95,&quot;width&quot;:1206.3}"/>
</p:tagLst>
</file>

<file path=ppt/tags/tag244.xml><?xml version="1.0" encoding="utf-8"?>
<p:tagLst xmlns:p="http://schemas.openxmlformats.org/presentationml/2006/main">
  <p:tag name="KSO_WM_DIAGRAM_VIRTUALLY_FRAME" val="{&quot;height&quot;:435.05,&quot;left&quot;:13.7,&quot;top&quot;:74.95,&quot;width&quot;:1206.3}"/>
</p:tagLst>
</file>

<file path=ppt/tags/tag245.xml><?xml version="1.0" encoding="utf-8"?>
<p:tagLst xmlns:p="http://schemas.openxmlformats.org/presentationml/2006/main">
  <p:tag name="KSO_WM_DIAGRAM_VIRTUALLY_FRAME" val="{&quot;height&quot;:435.05,&quot;left&quot;:13.7,&quot;top&quot;:74.95,&quot;width&quot;:1206.3}"/>
</p:tagLst>
</file>

<file path=ppt/tags/tag246.xml><?xml version="1.0" encoding="utf-8"?>
<p:tagLst xmlns:p="http://schemas.openxmlformats.org/presentationml/2006/main">
  <p:tag name="KSO_WM_DIAGRAM_VIRTUALLY_FRAME" val="{&quot;height&quot;:435.05,&quot;left&quot;:13.7,&quot;top&quot;:74.95,&quot;width&quot;:1206.3}"/>
</p:tagLst>
</file>

<file path=ppt/tags/tag247.xml><?xml version="1.0" encoding="utf-8"?>
<p:tagLst xmlns:p="http://schemas.openxmlformats.org/presentationml/2006/main">
  <p:tag name="KSO_WM_DIAGRAM_VIRTUALLY_FRAME" val="{&quot;height&quot;:435.05,&quot;left&quot;:13.7,&quot;top&quot;:74.95,&quot;width&quot;:1206.3}"/>
</p:tagLst>
</file>

<file path=ppt/tags/tag248.xml><?xml version="1.0" encoding="utf-8"?>
<p:tagLst xmlns:p="http://schemas.openxmlformats.org/presentationml/2006/main">
  <p:tag name="KSO_WM_DIAGRAM_VIRTUALLY_FRAME" val="{&quot;height&quot;:435.05,&quot;left&quot;:13.7,&quot;top&quot;:74.95,&quot;width&quot;:1206.3}"/>
</p:tagLst>
</file>

<file path=ppt/tags/tag249.xml><?xml version="1.0" encoding="utf-8"?>
<p:tagLst xmlns:p="http://schemas.openxmlformats.org/presentationml/2006/main">
  <p:tag name="KSO_WM_DIAGRAM_VIRTUALLY_FRAME" val="{&quot;height&quot;:435.05,&quot;left&quot;:13.7,&quot;top&quot;:74.95,&quot;width&quot;:1206.3}"/>
</p:tagLst>
</file>

<file path=ppt/tags/tag250.xml><?xml version="1.0" encoding="utf-8"?>
<p:tagLst xmlns:p="http://schemas.openxmlformats.org/presentationml/2006/main">
  <p:tag name="KSO_WM_DIAGRAM_VIRTUALLY_FRAME" val="{&quot;height&quot;:435.05,&quot;left&quot;:13.7,&quot;top&quot;:74.95,&quot;width&quot;:1206.3}"/>
</p:tagLst>
</file>

<file path=ppt/tags/tag251.xml><?xml version="1.0" encoding="utf-8"?>
<p:tagLst xmlns:p="http://schemas.openxmlformats.org/presentationml/2006/main">
  <p:tag name="KSO_WM_DIAGRAM_VIRTUALLY_FRAME" val="{&quot;height&quot;:435.05,&quot;left&quot;:13.7,&quot;top&quot;:74.95,&quot;width&quot;:1206.3}"/>
</p:tagLst>
</file>

<file path=ppt/tags/tag252.xml><?xml version="1.0" encoding="utf-8"?>
<p:tagLst xmlns:p="http://schemas.openxmlformats.org/presentationml/2006/main">
  <p:tag name="KSO_WM_DIAGRAM_VIRTUALLY_FRAME" val="{&quot;height&quot;:435.05,&quot;left&quot;:13.7,&quot;top&quot;:74.95,&quot;width&quot;:1206.3}"/>
</p:tagLst>
</file>

<file path=ppt/tags/tag253.xml><?xml version="1.0" encoding="utf-8"?>
<p:tagLst xmlns:p="http://schemas.openxmlformats.org/presentationml/2006/main">
  <p:tag name="KSO_WM_DIAGRAM_VIRTUALLY_FRAME" val="{&quot;height&quot;:435.05,&quot;left&quot;:13.7,&quot;top&quot;:74.95,&quot;width&quot;:1206.3}"/>
</p:tagLst>
</file>

<file path=ppt/tags/tag254.xml><?xml version="1.0" encoding="utf-8"?>
<p:tagLst xmlns:p="http://schemas.openxmlformats.org/presentationml/2006/main">
  <p:tag name="KSO_WM_DIAGRAM_VIRTUALLY_FRAME" val="{&quot;height&quot;:435.05,&quot;left&quot;:13.7,&quot;top&quot;:74.95,&quot;width&quot;:1206.3}"/>
</p:tagLst>
</file>

<file path=ppt/tags/tag255.xml><?xml version="1.0" encoding="utf-8"?>
<p:tagLst xmlns:p="http://schemas.openxmlformats.org/presentationml/2006/main">
  <p:tag name="KSO_WM_DIAGRAM_VIRTUALLY_FRAME" val="{&quot;height&quot;:435.05,&quot;left&quot;:13.7,&quot;top&quot;:74.95,&quot;width&quot;:1206.3}"/>
</p:tagLst>
</file>

<file path=ppt/tags/tag256.xml><?xml version="1.0" encoding="utf-8"?>
<p:tagLst xmlns:p="http://schemas.openxmlformats.org/presentationml/2006/main">
  <p:tag name="KSO_WM_DIAGRAM_VIRTUALLY_FRAME" val="{&quot;height&quot;:435.05,&quot;left&quot;:13.7,&quot;top&quot;:74.95,&quot;width&quot;:1206.3}"/>
</p:tagLst>
</file>

<file path=ppt/tags/tag257.xml><?xml version="1.0" encoding="utf-8"?>
<p:tagLst xmlns:p="http://schemas.openxmlformats.org/presentationml/2006/main">
  <p:tag name="KSO_WM_DIAGRAM_VIRTUALLY_FRAME" val="{&quot;height&quot;:435.05,&quot;left&quot;:13.7,&quot;top&quot;:74.95,&quot;width&quot;:1206.3}"/>
</p:tagLst>
</file>

<file path=ppt/tags/tag258.xml><?xml version="1.0" encoding="utf-8"?>
<p:tagLst xmlns:p="http://schemas.openxmlformats.org/presentationml/2006/main">
  <p:tag name="KSO_WM_DIAGRAM_VIRTUALLY_FRAME" val="{&quot;height&quot;:435.05,&quot;left&quot;:13.7,&quot;top&quot;:74.95,&quot;width&quot;:1206.3}"/>
</p:tagLst>
</file>

<file path=ppt/tags/tag25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60.xml><?xml version="1.0" encoding="utf-8"?>
<p:tagLst xmlns:p="http://schemas.openxmlformats.org/presentationml/2006/main">
  <p:tag name="PA" val="v5.2.11"/>
</p:tagLst>
</file>

<file path=ppt/tags/tag261.xml><?xml version="1.0" encoding="utf-8"?>
<p:tagLst xmlns:p="http://schemas.openxmlformats.org/presentationml/2006/main">
  <p:tag name="PA" val="v5.2.11"/>
</p:tagLst>
</file>

<file path=ppt/tags/tag262.xml><?xml version="1.0" encoding="utf-8"?>
<p:tagLst xmlns:p="http://schemas.openxmlformats.org/presentationml/2006/main">
  <p:tag name="PA" val="v5.2.11"/>
</p:tagLst>
</file>

<file path=ppt/tags/tag263.xml><?xml version="1.0" encoding="utf-8"?>
<p:tagLst xmlns:p="http://schemas.openxmlformats.org/presentationml/2006/main">
  <p:tag name="PA" val="v5.2.11"/>
</p:tagLst>
</file>

<file path=ppt/tags/tag264.xml><?xml version="1.0" encoding="utf-8"?>
<p:tagLst xmlns:p="http://schemas.openxmlformats.org/presentationml/2006/main">
  <p:tag name="KSO_WM_DIAGRAM_VIRTUALLY_FRAME" val="{&quot;height&quot;:364.81890869140625,&quot;left&quot;:9.45,&quot;top&quot;:118.55,&quot;width&quot;:1035}"/>
</p:tagLst>
</file>

<file path=ppt/tags/tag265.xml><?xml version="1.0" encoding="utf-8"?>
<p:tagLst xmlns:p="http://schemas.openxmlformats.org/presentationml/2006/main">
  <p:tag name="KSO_WM_DIAGRAM_VIRTUALLY_FRAME" val="{&quot;height&quot;:364.81890869140625,&quot;left&quot;:9.45,&quot;top&quot;:118.55,&quot;width&quot;:1035}"/>
</p:tagLst>
</file>

<file path=ppt/tags/tag266.xml><?xml version="1.0" encoding="utf-8"?>
<p:tagLst xmlns:p="http://schemas.openxmlformats.org/presentationml/2006/main">
  <p:tag name="KSO_WM_DIAGRAM_VIRTUALLY_FRAME" val="{&quot;height&quot;:364.81890869140625,&quot;left&quot;:9.45,&quot;top&quot;:118.55,&quot;width&quot;:1035}"/>
</p:tagLst>
</file>

<file path=ppt/tags/tag267.xml><?xml version="1.0" encoding="utf-8"?>
<p:tagLst xmlns:p="http://schemas.openxmlformats.org/presentationml/2006/main">
  <p:tag name="KSO_WM_DIAGRAM_VIRTUALLY_FRAME" val="{&quot;height&quot;:364.81890869140625,&quot;left&quot;:9.45,&quot;top&quot;:118.55,&quot;width&quot;:1035}"/>
</p:tagLst>
</file>

<file path=ppt/tags/tag268.xml><?xml version="1.0" encoding="utf-8"?>
<p:tagLst xmlns:p="http://schemas.openxmlformats.org/presentationml/2006/main">
  <p:tag name="KSO_WM_DIAGRAM_VIRTUALLY_FRAME" val="{&quot;height&quot;:364.81890869140625,&quot;left&quot;:9.45,&quot;top&quot;:118.55,&quot;width&quot;:1035}"/>
</p:tagLst>
</file>

<file path=ppt/tags/tag269.xml><?xml version="1.0" encoding="utf-8"?>
<p:tagLst xmlns:p="http://schemas.openxmlformats.org/presentationml/2006/main">
  <p:tag name="KSO_WM_DIAGRAM_VIRTUALLY_FRAME" val="{&quot;height&quot;:364.81890869140625,&quot;left&quot;:9.45,&quot;top&quot;:118.55,&quot;width&quot;:1035}"/>
</p:tagLst>
</file>

<file path=ppt/tags/tag270.xml><?xml version="1.0" encoding="utf-8"?>
<p:tagLst xmlns:p="http://schemas.openxmlformats.org/presentationml/2006/main">
  <p:tag name="KSO_WM_DIAGRAM_VIRTUALLY_FRAME" val="{&quot;height&quot;:364.81890869140625,&quot;left&quot;:9.45,&quot;top&quot;:118.55,&quot;width&quot;:1035}"/>
</p:tagLst>
</file>

<file path=ppt/tags/tag271.xml><?xml version="1.0" encoding="utf-8"?>
<p:tagLst xmlns:p="http://schemas.openxmlformats.org/presentationml/2006/main">
  <p:tag name="KSO_WM_DIAGRAM_VIRTUALLY_FRAME" val="{&quot;height&quot;:364.81890869140625,&quot;left&quot;:9.45,&quot;top&quot;:118.55,&quot;width&quot;:1035}"/>
</p:tagLst>
</file>

<file path=ppt/tags/tag272.xml><?xml version="1.0" encoding="utf-8"?>
<p:tagLst xmlns:p="http://schemas.openxmlformats.org/presentationml/2006/main">
  <p:tag name="KSO_WM_DIAGRAM_VIRTUALLY_FRAME" val="{&quot;height&quot;:364.81890869140625,&quot;left&quot;:9.45,&quot;top&quot;:118.55,&quot;width&quot;:1035}"/>
</p:tagLst>
</file>

<file path=ppt/tags/tag273.xml><?xml version="1.0" encoding="utf-8"?>
<p:tagLst xmlns:p="http://schemas.openxmlformats.org/presentationml/2006/main">
  <p:tag name="KSO_WM_DIAGRAM_VIRTUALLY_FRAME" val="{&quot;height&quot;:364.81890869140625,&quot;left&quot;:9.45,&quot;top&quot;:118.55,&quot;width&quot;:1035}"/>
</p:tagLst>
</file>

<file path=ppt/tags/tag274.xml><?xml version="1.0" encoding="utf-8"?>
<p:tagLst xmlns:p="http://schemas.openxmlformats.org/presentationml/2006/main">
  <p:tag name="KSO_WM_DIAGRAM_VIRTUALLY_FRAME" val="{&quot;height&quot;:364.81890869140625,&quot;left&quot;:9.45,&quot;top&quot;:118.55,&quot;width&quot;:1035}"/>
</p:tagLst>
</file>

<file path=ppt/tags/tag275.xml><?xml version="1.0" encoding="utf-8"?>
<p:tagLst xmlns:p="http://schemas.openxmlformats.org/presentationml/2006/main">
  <p:tag name="KSO_WM_DIAGRAM_VIRTUALLY_FRAME" val="{&quot;height&quot;:364.81890869140625,&quot;left&quot;:9.45,&quot;top&quot;:118.55,&quot;width&quot;:1035}"/>
</p:tagLst>
</file>

<file path=ppt/tags/tag276.xml><?xml version="1.0" encoding="utf-8"?>
<p:tagLst xmlns:p="http://schemas.openxmlformats.org/presentationml/2006/main">
  <p:tag name="KSO_WM_DIAGRAM_VIRTUALLY_FRAME" val="{&quot;height&quot;:364.81890869140625,&quot;left&quot;:9.45,&quot;top&quot;:118.55,&quot;width&quot;:1035}"/>
</p:tagLst>
</file>

<file path=ppt/tags/tag277.xml><?xml version="1.0" encoding="utf-8"?>
<p:tagLst xmlns:p="http://schemas.openxmlformats.org/presentationml/2006/main">
  <p:tag name="KSO_WM_DIAGRAM_VIRTUALLY_FRAME" val="{&quot;height&quot;:364.81890869140625,&quot;left&quot;:9.45,&quot;top&quot;:118.55,&quot;width&quot;:1035}"/>
</p:tagLst>
</file>

<file path=ppt/tags/tag278.xml><?xml version="1.0" encoding="utf-8"?>
<p:tagLst xmlns:p="http://schemas.openxmlformats.org/presentationml/2006/main">
  <p:tag name="KSO_WM_DIAGRAM_VIRTUALLY_FRAME" val="{&quot;height&quot;:364.81890869140625,&quot;left&quot;:9.45,&quot;top&quot;:118.55,&quot;width&quot;:1035}"/>
</p:tagLst>
</file>

<file path=ppt/tags/tag279.xml><?xml version="1.0" encoding="utf-8"?>
<p:tagLst xmlns:p="http://schemas.openxmlformats.org/presentationml/2006/main">
  <p:tag name="KSO_WM_DIAGRAM_VIRTUALLY_FRAME" val="{&quot;height&quot;:364.81890869140625,&quot;left&quot;:9.45,&quot;top&quot;:118.55,&quot;width&quot;:1035}"/>
</p:tagLst>
</file>

<file path=ppt/tags/tag280.xml><?xml version="1.0" encoding="utf-8"?>
<p:tagLst xmlns:p="http://schemas.openxmlformats.org/presentationml/2006/main">
  <p:tag name="KSO_WM_DIAGRAM_VIRTUALLY_FRAME" val="{&quot;height&quot;:364.81890869140625,&quot;left&quot;:9.45,&quot;top&quot;:118.55,&quot;width&quot;:1035}"/>
</p:tagLst>
</file>

<file path=ppt/tags/tag281.xml><?xml version="1.0" encoding="utf-8"?>
<p:tagLst xmlns:p="http://schemas.openxmlformats.org/presentationml/2006/main">
  <p:tag name="KSO_WM_DIAGRAM_VIRTUALLY_FRAME" val="{&quot;height&quot;:364.81890869140625,&quot;left&quot;:9.45,&quot;top&quot;:118.55,&quot;width&quot;:1035}"/>
</p:tagLst>
</file>

<file path=ppt/tags/tag2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83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284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285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286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287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288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289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290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291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292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293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294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295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296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297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298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299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00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01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02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03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04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05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06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07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08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09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10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11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12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13.xml><?xml version="1.0" encoding="utf-8"?>
<p:tagLst xmlns:p="http://schemas.openxmlformats.org/presentationml/2006/main">
  <p:tag name="KSO_WM_DIAGRAM_VIRTUALLY_FRAME" val="{&quot;height&quot;:259.4246456692913,&quot;left&quot;:46.23700787401574,&quot;top&quot;:153.35,&quot;width&quot;:627.5260629921261}"/>
</p:tagLst>
</file>

<file path=ppt/tags/tag314.xml><?xml version="1.0" encoding="utf-8"?>
<p:tagLst xmlns:p="http://schemas.openxmlformats.org/presentationml/2006/main">
  <p:tag name="KSO_WM_DIAGRAM_VIRTUALLY_FRAME" val="{&quot;height&quot;:259.4246456692913,&quot;left&quot;:46.23700787401574,&quot;top&quot;:153.35,&quot;width&quot;:627.5260629921261}"/>
</p:tagLst>
</file>

<file path=ppt/tags/tag315.xml><?xml version="1.0" encoding="utf-8"?>
<p:tagLst xmlns:p="http://schemas.openxmlformats.org/presentationml/2006/main">
  <p:tag name="KSO_WM_DIAGRAM_VIRTUALLY_FRAME" val="{&quot;height&quot;:259.4246456692913,&quot;left&quot;:46.23700787401574,&quot;top&quot;:153.35,&quot;width&quot;:627.5260629921261}"/>
</p:tagLst>
</file>

<file path=ppt/tags/tag31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7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18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19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20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21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22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23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24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25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26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27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28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29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30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31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32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33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34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35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36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37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38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39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40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41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42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43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44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45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46.xml><?xml version="1.0" encoding="utf-8"?>
<p:tagLst xmlns:p="http://schemas.openxmlformats.org/presentationml/2006/main">
  <p:tag name="KSO_WM_DIAGRAM_VIRTUALLY_FRAME" val="{&quot;height&quot;:333.12338582677165,&quot;left&quot;:-53.55,&quot;top&quot;:104.45,&quot;width&quot;:1013.6}"/>
</p:tagLst>
</file>

<file path=ppt/tags/tag347.xml><?xml version="1.0" encoding="utf-8"?>
<p:tagLst xmlns:p="http://schemas.openxmlformats.org/presentationml/2006/main">
  <p:tag name="PA" val="v5.2.11"/>
</p:tagLst>
</file>

<file path=ppt/tags/tag348.xml><?xml version="1.0" encoding="utf-8"?>
<p:tagLst xmlns:p="http://schemas.openxmlformats.org/presentationml/2006/main">
  <p:tag name="PA" val="v5.2.11"/>
</p:tagLst>
</file>

<file path=ppt/tags/tag349.xml><?xml version="1.0" encoding="utf-8"?>
<p:tagLst xmlns:p="http://schemas.openxmlformats.org/presentationml/2006/main">
  <p:tag name="PA" val="v5.2.11"/>
</p:tagLst>
</file>

<file path=ppt/tags/tag350.xml><?xml version="1.0" encoding="utf-8"?>
<p:tagLst xmlns:p="http://schemas.openxmlformats.org/presentationml/2006/main">
  <p:tag name="PA" val="v5.2.11"/>
</p:tagLst>
</file>

<file path=ppt/tags/tag35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52.xml><?xml version="1.0" encoding="utf-8"?>
<p:tagLst xmlns:p="http://schemas.openxmlformats.org/presentationml/2006/main">
  <p:tag name="PA" val="v5.2.11"/>
</p:tagLst>
</file>

<file path=ppt/tags/tag353.xml><?xml version="1.0" encoding="utf-8"?>
<p:tagLst xmlns:p="http://schemas.openxmlformats.org/presentationml/2006/main">
  <p:tag name="PA" val="v5.2.11"/>
</p:tagLst>
</file>

<file path=ppt/tags/tag354.xml><?xml version="1.0" encoding="utf-8"?>
<p:tagLst xmlns:p="http://schemas.openxmlformats.org/presentationml/2006/main">
  <p:tag name="PA" val="v5.2.11"/>
</p:tagLst>
</file>

<file path=ppt/tags/tag355.xml><?xml version="1.0" encoding="utf-8"?>
<p:tagLst xmlns:p="http://schemas.openxmlformats.org/presentationml/2006/main">
  <p:tag name="PA" val="v5.2.11"/>
</p:tagLst>
</file>

<file path=ppt/tags/tag35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65&quot;:[20205081],&quot;8&quot;:[20474751,20476168,50071288]}"/>
</p:tagLst>
</file>

<file path=ppt/tags/tag357.xml><?xml version="1.0" encoding="utf-8"?>
<p:tagLst xmlns:p="http://schemas.openxmlformats.org/presentationml/2006/main">
  <p:tag name="PA" val="v5.2.11"/>
</p:tagLst>
</file>

<file path=ppt/tags/tag358.xml><?xml version="1.0" encoding="utf-8"?>
<p:tagLst xmlns:p="http://schemas.openxmlformats.org/presentationml/2006/main">
  <p:tag name="PA" val="v5.2.11"/>
</p:tagLst>
</file>

<file path=ppt/tags/tag359.xml><?xml version="1.0" encoding="utf-8"?>
<p:tagLst xmlns:p="http://schemas.openxmlformats.org/presentationml/2006/main">
  <p:tag name="PA" val="v5.2.11"/>
</p:tagLst>
</file>

<file path=ppt/tags/tag360.xml><?xml version="1.0" encoding="utf-8"?>
<p:tagLst xmlns:p="http://schemas.openxmlformats.org/presentationml/2006/main">
  <p:tag name="PA" val="v5.2.11"/>
</p:tagLst>
</file>

<file path=ppt/tags/tag36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65&quot;:[20205081],&quot;8&quot;:[20474751,20476168,50071288]}"/>
</p:tagLst>
</file>

<file path=ppt/tags/tag362.xml><?xml version="1.0" encoding="utf-8"?>
<p:tagLst xmlns:p="http://schemas.openxmlformats.org/presentationml/2006/main">
  <p:tag name="PA" val="v5.2.11"/>
</p:tagLst>
</file>

<file path=ppt/tags/tag363.xml><?xml version="1.0" encoding="utf-8"?>
<p:tagLst xmlns:p="http://schemas.openxmlformats.org/presentationml/2006/main">
  <p:tag name="PA" val="v5.2.11"/>
</p:tagLst>
</file>

<file path=ppt/tags/tag364.xml><?xml version="1.0" encoding="utf-8"?>
<p:tagLst xmlns:p="http://schemas.openxmlformats.org/presentationml/2006/main">
  <p:tag name="PA" val="v5.2.11"/>
</p:tagLst>
</file>

<file path=ppt/tags/tag365.xml><?xml version="1.0" encoding="utf-8"?>
<p:tagLst xmlns:p="http://schemas.openxmlformats.org/presentationml/2006/main">
  <p:tag name="PA" val="v5.2.11"/>
</p:tagLst>
</file>

<file path=ppt/tags/tag366.xml><?xml version="1.0" encoding="utf-8"?>
<p:tagLst xmlns:p="http://schemas.openxmlformats.org/presentationml/2006/main">
  <p:tag name="KSO_WM_DIAGRAM_VIRTUALLY_FRAME" val="{&quot;height&quot;:93.95,&quot;left&quot;:93.5,&quot;top&quot;:415.85,&quot;width&quot;:991.5}"/>
</p:tagLst>
</file>

<file path=ppt/tags/tag367.xml><?xml version="1.0" encoding="utf-8"?>
<p:tagLst xmlns:p="http://schemas.openxmlformats.org/presentationml/2006/main">
  <p:tag name="KSO_WM_DIAGRAM_VIRTUALLY_FRAME" val="{&quot;height&quot;:93.95,&quot;left&quot;:93.5,&quot;top&quot;:415.85,&quot;width&quot;:991.5}"/>
</p:tagLst>
</file>

<file path=ppt/tags/tag368.xml><?xml version="1.0" encoding="utf-8"?>
<p:tagLst xmlns:p="http://schemas.openxmlformats.org/presentationml/2006/main">
  <p:tag name="KSO_WM_DIAGRAM_VIRTUALLY_FRAME" val="{&quot;height&quot;:93.95,&quot;left&quot;:93.5,&quot;top&quot;:415.85,&quot;width&quot;:991.5}"/>
</p:tagLst>
</file>

<file path=ppt/tags/tag369.xml><?xml version="1.0" encoding="utf-8"?>
<p:tagLst xmlns:p="http://schemas.openxmlformats.org/presentationml/2006/main">
  <p:tag name="KSO_WM_DIAGRAM_VIRTUALLY_FRAME" val="{&quot;height&quot;:93.95,&quot;left&quot;:93.5,&quot;top&quot;:415.85,&quot;width&quot;:991.5}"/>
</p:tagLst>
</file>

<file path=ppt/tags/tag370.xml><?xml version="1.0" encoding="utf-8"?>
<p:tagLst xmlns:p="http://schemas.openxmlformats.org/presentationml/2006/main">
  <p:tag name="KSO_WM_DIAGRAM_VIRTUALLY_FRAME" val="{&quot;height&quot;:93.95,&quot;left&quot;:93.5,&quot;top&quot;:415.85,&quot;width&quot;:991.5}"/>
</p:tagLst>
</file>

<file path=ppt/tags/tag371.xml><?xml version="1.0" encoding="utf-8"?>
<p:tagLst xmlns:p="http://schemas.openxmlformats.org/presentationml/2006/main">
  <p:tag name="KSO_WM_DIAGRAM_VIRTUALLY_FRAME" val="{&quot;height&quot;:93.95,&quot;left&quot;:93.5,&quot;top&quot;:415.85,&quot;width&quot;:991.5}"/>
</p:tagLst>
</file>

<file path=ppt/tags/tag372.xml><?xml version="1.0" encoding="utf-8"?>
<p:tagLst xmlns:p="http://schemas.openxmlformats.org/presentationml/2006/main">
  <p:tag name="KSO_WM_DIAGRAM_VIRTUALLY_FRAME" val="{&quot;height&quot;:93.95,&quot;left&quot;:93.5,&quot;top&quot;:415.85,&quot;width&quot;:991.5}"/>
</p:tagLst>
</file>

<file path=ppt/tags/tag373.xml><?xml version="1.0" encoding="utf-8"?>
<p:tagLst xmlns:p="http://schemas.openxmlformats.org/presentationml/2006/main">
  <p:tag name="KSO_WM_DIAGRAM_VIRTUALLY_FRAME" val="{&quot;height&quot;:93.95,&quot;left&quot;:93.5,&quot;top&quot;:415.85,&quot;width&quot;:991.5}"/>
</p:tagLst>
</file>

<file path=ppt/tags/tag3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65&quot;:[20205081],&quot;8&quot;:[20474751,20476168,50071288]}"/>
</p:tagLst>
</file>

<file path=ppt/tags/tag375.xml><?xml version="1.0" encoding="utf-8"?>
<p:tagLst xmlns:p="http://schemas.openxmlformats.org/presentationml/2006/main">
  <p:tag name="PA" val="v5.2.11"/>
</p:tagLst>
</file>

<file path=ppt/tags/tag376.xml><?xml version="1.0" encoding="utf-8"?>
<p:tagLst xmlns:p="http://schemas.openxmlformats.org/presentationml/2006/main">
  <p:tag name="PA" val="v5.2.11"/>
</p:tagLst>
</file>

<file path=ppt/tags/tag377.xml><?xml version="1.0" encoding="utf-8"?>
<p:tagLst xmlns:p="http://schemas.openxmlformats.org/presentationml/2006/main">
  <p:tag name="PA" val="v5.2.11"/>
</p:tagLst>
</file>

<file path=ppt/tags/tag378.xml><?xml version="1.0" encoding="utf-8"?>
<p:tagLst xmlns:p="http://schemas.openxmlformats.org/presentationml/2006/main">
  <p:tag name="PA" val="v5.2.11"/>
</p:tagLst>
</file>

<file path=ppt/tags/tag3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81.xml><?xml version="1.0" encoding="utf-8"?>
<p:tagLst xmlns:p="http://schemas.openxmlformats.org/presentationml/2006/main">
  <p:tag name="RESOURCE_RECORD_KEY" val="{&quot;65&quot;:[20205081],&quot;70&quot;:[3323377,3312130]}"/>
  <p:tag name="resource_record_key" val="{&quot;65&quot;:[20205081],&quot;70&quot;:[3323377,3312130],&quot;8&quot;:[50071288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3156</Words>
  <Application>WPS 演示</Application>
  <PresentationFormat>宽屏</PresentationFormat>
  <Paragraphs>512</Paragraphs>
  <Slides>22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7" baseType="lpstr">
      <vt:lpstr>Arial</vt:lpstr>
      <vt:lpstr>宋体</vt:lpstr>
      <vt:lpstr>Wingdings</vt:lpstr>
      <vt:lpstr>Times New Roman</vt:lpstr>
      <vt:lpstr>华文隶书</vt:lpstr>
      <vt:lpstr>微软雅黑</vt:lpstr>
      <vt:lpstr>Noto Sans SC</vt:lpstr>
      <vt:lpstr>Noto Sans SC</vt:lpstr>
      <vt:lpstr>MiSans Demibold</vt:lpstr>
      <vt:lpstr>阿里巴巴普惠体 2.0 115 Black</vt:lpstr>
      <vt:lpstr>Liter</vt:lpstr>
      <vt:lpstr>PMingLiU-ExtB</vt:lpstr>
      <vt:lpstr>Liter</vt:lpstr>
      <vt:lpstr>Liter</vt:lpstr>
      <vt:lpstr>DejaVu Math TeX Gyre</vt:lpstr>
      <vt:lpstr>等线</vt:lpstr>
      <vt:lpstr>Arial Unicode MS</vt:lpstr>
      <vt:lpstr>等线 Light</vt:lpstr>
      <vt:lpstr>Arial</vt:lpstr>
      <vt:lpstr>MiSans</vt:lpstr>
      <vt:lpstr>MiSans</vt:lpstr>
      <vt:lpstr>MingLiU-ExtB</vt:lpstr>
      <vt:lpstr>MiSans</vt:lpstr>
      <vt:lpstr>Segoe Print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gcniu</dc:creator>
  <cp:lastModifiedBy>赖珺杰</cp:lastModifiedBy>
  <cp:revision>15</cp:revision>
  <dcterms:created xsi:type="dcterms:W3CDTF">2025-11-07T14:16:00Z</dcterms:created>
  <dcterms:modified xsi:type="dcterms:W3CDTF">2026-04-27T09:41:18Z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98B09425D46B4DE7940201AE46269B3B_13</vt:lpwstr>
  </property>
</Properties>
</file>